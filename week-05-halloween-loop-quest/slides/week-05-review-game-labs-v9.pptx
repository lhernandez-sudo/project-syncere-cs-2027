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54577f69c44a33" /><Relationship Type="http://schemas.openxmlformats.org/officeDocument/2006/relationships/extended-properties" Target="/docProps/app.xml" Id="Rdcfbe1bd0b164225" /><Relationship Type="http://schemas.openxmlformats.org/officeDocument/2006/relationships/officeDocument" Target="/ppt/presentation.xml" Id="R1e63a736448e4b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82daf90f3b4c2c"/>
  </p:sldMasterIdLst>
  <p:notesMasterIdLst>
    <p:notesMasterId xmlns:r="http://schemas.openxmlformats.org/officeDocument/2006/relationships" r:id="Rc01c2c12e23d41f4"/>
  </p:notesMasterIdLst>
  <p:sldIdLst>
    <p:sldId xmlns:r="http://schemas.openxmlformats.org/officeDocument/2006/relationships" id="256" r:id="R0b0a1ead56a14e96"/>
    <p:sldId xmlns:r="http://schemas.openxmlformats.org/officeDocument/2006/relationships" id="257" r:id="R3333c1f5f78e4efa"/>
    <p:sldId xmlns:r="http://schemas.openxmlformats.org/officeDocument/2006/relationships" id="258" r:id="R69e600234ccd4685"/>
    <p:sldId xmlns:r="http://schemas.openxmlformats.org/officeDocument/2006/relationships" id="259" r:id="R17c05786d9bb428d"/>
    <p:sldId xmlns:r="http://schemas.openxmlformats.org/officeDocument/2006/relationships" id="260" r:id="R6defd519ddc84989"/>
    <p:sldId xmlns:r="http://schemas.openxmlformats.org/officeDocument/2006/relationships" id="261" r:id="R53ed1d7820cb41d8"/>
    <p:sldId xmlns:r="http://schemas.openxmlformats.org/officeDocument/2006/relationships" id="262" r:id="R0612e7eedc1b405e"/>
    <p:sldId xmlns:r="http://schemas.openxmlformats.org/officeDocument/2006/relationships" id="263" r:id="R72170c69a1084676"/>
    <p:sldId xmlns:r="http://schemas.openxmlformats.org/officeDocument/2006/relationships" id="264" r:id="R561d27c757f94783"/>
    <p:sldId xmlns:r="http://schemas.openxmlformats.org/officeDocument/2006/relationships" id="265" r:id="R75564f3590054f3c"/>
    <p:sldId xmlns:r="http://schemas.openxmlformats.org/officeDocument/2006/relationships" id="266" r:id="R9525e5181e904690"/>
    <p:sldId xmlns:r="http://schemas.openxmlformats.org/officeDocument/2006/relationships" id="267" r:id="Ra63cae93e0084bd4"/>
    <p:sldId xmlns:r="http://schemas.openxmlformats.org/officeDocument/2006/relationships" id="268" r:id="Rd45b73da38cc44c8"/>
    <p:sldId xmlns:r="http://schemas.openxmlformats.org/officeDocument/2006/relationships" id="269" r:id="Rbb0a40e860d445fd"/>
    <p:sldId xmlns:r="http://schemas.openxmlformats.org/officeDocument/2006/relationships" id="270" r:id="R871e2ed997374d68"/>
    <p:sldId xmlns:r="http://schemas.openxmlformats.org/officeDocument/2006/relationships" id="271" r:id="Rd4da37a12d534141"/>
    <p:sldId xmlns:r="http://schemas.openxmlformats.org/officeDocument/2006/relationships" id="272" r:id="R9d90789e94bf4d19"/>
    <p:sldId xmlns:r="http://schemas.openxmlformats.org/officeDocument/2006/relationships" id="273" r:id="Re09fdad6da114c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60ec37391d48b0" /><Relationship Type="http://schemas.openxmlformats.org/officeDocument/2006/relationships/slideMaster" Target="/ppt/slideMasters/slideMaster1.xml" Id="R9a82daf90f3b4c2c" /><Relationship Type="http://schemas.openxmlformats.org/officeDocument/2006/relationships/notesMaster" Target="/ppt/notesMasters/notesMaster1.xml" Id="Rc01c2c12e23d41f4" /><Relationship Type="http://schemas.openxmlformats.org/officeDocument/2006/relationships/presProps" Target="/ppt/presProps.xml" Id="R63c7cf8c991945ff" /><Relationship Type="http://schemas.openxmlformats.org/officeDocument/2006/relationships/tableStyles" Target="/ppt/tableStyles.xml" Id="Rb0daab56dccd49a3" /><Relationship Type="http://schemas.openxmlformats.org/officeDocument/2006/relationships/slide" Target="/ppt/slides/slide1.xml" Id="R0b0a1ead56a14e96" /><Relationship Type="http://schemas.openxmlformats.org/officeDocument/2006/relationships/slide" Target="/ppt/slides/slide2.xml" Id="R3333c1f5f78e4efa" /><Relationship Type="http://schemas.openxmlformats.org/officeDocument/2006/relationships/slide" Target="/ppt/slides/slide3.xml" Id="R69e600234ccd4685" /><Relationship Type="http://schemas.openxmlformats.org/officeDocument/2006/relationships/slide" Target="/ppt/slides/slide4.xml" Id="R17c05786d9bb428d" /><Relationship Type="http://schemas.openxmlformats.org/officeDocument/2006/relationships/slide" Target="/ppt/slides/slide5.xml" Id="R6defd519ddc84989" /><Relationship Type="http://schemas.openxmlformats.org/officeDocument/2006/relationships/slide" Target="/ppt/slides/slide6.xml" Id="R53ed1d7820cb41d8" /><Relationship Type="http://schemas.openxmlformats.org/officeDocument/2006/relationships/slide" Target="/ppt/slides/slide7.xml" Id="R0612e7eedc1b405e" /><Relationship Type="http://schemas.openxmlformats.org/officeDocument/2006/relationships/slide" Target="/ppt/slides/slide8.xml" Id="R72170c69a1084676" /><Relationship Type="http://schemas.openxmlformats.org/officeDocument/2006/relationships/slide" Target="/ppt/slides/slide9.xml" Id="R561d27c757f94783" /><Relationship Type="http://schemas.openxmlformats.org/officeDocument/2006/relationships/slide" Target="/ppt/slides/slide10.xml" Id="R75564f3590054f3c" /><Relationship Type="http://schemas.openxmlformats.org/officeDocument/2006/relationships/slide" Target="/ppt/slides/slide11.xml" Id="R9525e5181e904690" /><Relationship Type="http://schemas.openxmlformats.org/officeDocument/2006/relationships/slide" Target="/ppt/slides/slide12.xml" Id="Ra63cae93e0084bd4" /><Relationship Type="http://schemas.openxmlformats.org/officeDocument/2006/relationships/slide" Target="/ppt/slides/slide13.xml" Id="Rd45b73da38cc44c8" /><Relationship Type="http://schemas.openxmlformats.org/officeDocument/2006/relationships/slide" Target="/ppt/slides/slide14.xml" Id="Rbb0a40e860d445fd" /><Relationship Type="http://schemas.openxmlformats.org/officeDocument/2006/relationships/slide" Target="/ppt/slides/slide15.xml" Id="R871e2ed997374d68" /><Relationship Type="http://schemas.openxmlformats.org/officeDocument/2006/relationships/slide" Target="/ppt/slides/slide16.xml" Id="Rd4da37a12d534141" /><Relationship Type="http://schemas.openxmlformats.org/officeDocument/2006/relationships/slide" Target="/ppt/slides/slide17.xml" Id="R9d90789e94bf4d19" /><Relationship Type="http://schemas.openxmlformats.org/officeDocument/2006/relationships/slide" Target="/ppt/slides/slide18.xml" Id="Re09fdad6da114c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0c5e64d5cc48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6c26d7c1d640de" /><Relationship Type="http://schemas.openxmlformats.org/officeDocument/2006/relationships/notesMaster" Target="/ppt/notesMasters/notesMaster1.xml" Id="Rb2dd94a0535d4e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a646eb63704a73" /><Relationship Type="http://schemas.openxmlformats.org/officeDocument/2006/relationships/notesMaster" Target="/ppt/notesMasters/notesMaster1.xml" Id="R905777bd973f46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5c2496416f4f90" /><Relationship Type="http://schemas.openxmlformats.org/officeDocument/2006/relationships/notesMaster" Target="/ppt/notesMasters/notesMaster1.xml" Id="R7105498040584c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cf17f9d8ad4850" /><Relationship Type="http://schemas.openxmlformats.org/officeDocument/2006/relationships/notesMaster" Target="/ppt/notesMasters/notesMaster1.xml" Id="R5958fa9bb36c43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2d4613670c443a" /><Relationship Type="http://schemas.openxmlformats.org/officeDocument/2006/relationships/notesMaster" Target="/ppt/notesMasters/notesMaster1.xml" Id="Ref97dbfaae9c42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3e1f4080264073" /><Relationship Type="http://schemas.openxmlformats.org/officeDocument/2006/relationships/notesMaster" Target="/ppt/notesMasters/notesMaster1.xml" Id="Rf1b982d237a24b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c38033ee724499" /><Relationship Type="http://schemas.openxmlformats.org/officeDocument/2006/relationships/notesMaster" Target="/ppt/notesMasters/notesMaster1.xml" Id="Rdb734c93ff5a41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0cd08ce1e84f90" /><Relationship Type="http://schemas.openxmlformats.org/officeDocument/2006/relationships/notesMaster" Target="/ppt/notesMasters/notesMaster1.xml" Id="R6c7257bce61442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3c55d1296c48c2" /><Relationship Type="http://schemas.openxmlformats.org/officeDocument/2006/relationships/notesMaster" Target="/ppt/notesMasters/notesMaster1.xml" Id="R9687b0af14ba42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f3a8b803764213" /><Relationship Type="http://schemas.openxmlformats.org/officeDocument/2006/relationships/notesMaster" Target="/ppt/notesMasters/notesMaster1.xml" Id="R53a741ca00cd49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7368af1e194d2a" /><Relationship Type="http://schemas.openxmlformats.org/officeDocument/2006/relationships/notesMaster" Target="/ppt/notesMasters/notesMaster1.xml" Id="R1e128a65ebeb4a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a58374d1234888" /><Relationship Type="http://schemas.openxmlformats.org/officeDocument/2006/relationships/notesMaster" Target="/ppt/notesMasters/notesMaster1.xml" Id="Rbedcc74b02ff4a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e91e04358a4414" /><Relationship Type="http://schemas.openxmlformats.org/officeDocument/2006/relationships/notesMaster" Target="/ppt/notesMasters/notesMaster1.xml" Id="R29bae394db6944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d7f159269d84787" /><Relationship Type="http://schemas.openxmlformats.org/officeDocument/2006/relationships/notesMaster" Target="/ppt/notesMasters/notesMaster1.xml" Id="R0a7d68da7aea41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cb9e3fa41624f97" /><Relationship Type="http://schemas.openxmlformats.org/officeDocument/2006/relationships/notesMaster" Target="/ppt/notesMasters/notesMaster1.xml" Id="R90cb2700649f4e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af80b90f83c40d4" /><Relationship Type="http://schemas.openxmlformats.org/officeDocument/2006/relationships/notesMaster" Target="/ppt/notesMasters/notesMaster1.xml" Id="R8012cbd4cea748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86116fae7e945e9" /><Relationship Type="http://schemas.openxmlformats.org/officeDocument/2006/relationships/notesMaster" Target="/ppt/notesMasters/notesMaster1.xml" Id="R7f48ba95708747a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ff3867c18774ff1" /><Relationship Type="http://schemas.openxmlformats.org/officeDocument/2006/relationships/notesMaster" Target="/ppt/notesMasters/notesMaster1.xml" Id="R9970f89db9e644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9df608c3c4e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2c75e9f62543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50c58fcf0c45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23119387345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0de55f1ead45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f7d947f3142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0CEB0A-C218-4F46-BA56-283C2A6BEC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141A323-EC47-40D3-8554-D5C6345FC5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118D94-FCCC-4819-9386-42D462D643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476A3E-261D-411E-B95A-02990C38EB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0C973D9-A9BC-411B-ACBA-1FC10DA4F8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D30432-94D4-4FD4-AB84-8C699D0048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03FC45-E586-41DA-A744-D00C4A20DD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ED950B-9186-4658-AEDD-CDF2527866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35EEE8-E0A2-4929-B463-CC277060D6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1914C0-2005-4FE6-AFB6-746BC0E709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9e7a6adda44008" /><Relationship Type="http://schemas.openxmlformats.org/officeDocument/2006/relationships/slideLayout" Target="/ppt/slideLayouts/slideLayout1.xml" Id="Rb923831e31754824" /><Relationship Type="http://schemas.openxmlformats.org/officeDocument/2006/relationships/slideLayout" Target="/ppt/slideLayouts/slideLayout2.xml" Id="Rbbdfdaa8cb544b5d" /><Relationship Type="http://schemas.openxmlformats.org/officeDocument/2006/relationships/slideLayout" Target="/ppt/slideLayouts/slideLayout3.xml" Id="R8cebd3b40d2b496c" /><Relationship Type="http://schemas.openxmlformats.org/officeDocument/2006/relationships/slideLayout" Target="/ppt/slideLayouts/slideLayout4.xml" Id="Ra98b7d35828e4d1c" /><Relationship Type="http://schemas.openxmlformats.org/officeDocument/2006/relationships/slideLayout" Target="/ppt/slideLayouts/slideLayout5.xml" Id="Rf86d129659d24823" /><Relationship Type="http://schemas.openxmlformats.org/officeDocument/2006/relationships/slideLayout" Target="/ppt/slideLayouts/slideLayout6.xml" Id="Red0e17f168df4a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23831e31754824"/>
    <p:sldLayoutId xmlns:r="http://schemas.openxmlformats.org/officeDocument/2006/relationships" id="2147483650" r:id="Rbbdfdaa8cb544b5d"/>
    <p:sldLayoutId xmlns:r="http://schemas.openxmlformats.org/officeDocument/2006/relationships" id="2147483651" r:id="R8cebd3b40d2b496c"/>
    <p:sldLayoutId xmlns:r="http://schemas.openxmlformats.org/officeDocument/2006/relationships" id="2147483652" r:id="Ra98b7d35828e4d1c"/>
    <p:sldLayoutId xmlns:r="http://schemas.openxmlformats.org/officeDocument/2006/relationships" id="2147483653" r:id="Rf86d129659d24823"/>
    <p:sldLayoutId xmlns:r="http://schemas.openxmlformats.org/officeDocument/2006/relationships" id="2147483654" r:id="Red0e17f168df4a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abc76c04534dee" /><Relationship Type="http://schemas.openxmlformats.org/officeDocument/2006/relationships/notesSlide" Target="/ppt/notesSlides/notesSlide1.xml" Id="R4d825b4ac51c46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22c97babb0401c" /><Relationship Type="http://schemas.openxmlformats.org/officeDocument/2006/relationships/notesSlide" Target="/ppt/notesSlides/notesSlide2.xml" Id="Ra48d0348cb244c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205846fa7542b6" /><Relationship Type="http://schemas.openxmlformats.org/officeDocument/2006/relationships/notesSlide" Target="/ppt/notesSlides/notesSlide3.xml" Id="R27230b33c0024e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8009dbc1b542a2" /><Relationship Type="http://schemas.openxmlformats.org/officeDocument/2006/relationships/notesSlide" Target="/ppt/notesSlides/notesSlide4.xml" Id="Re781c3dd2e5d4e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3cf0692b484b0c" /><Relationship Type="http://schemas.openxmlformats.org/officeDocument/2006/relationships/notesSlide" Target="/ppt/notesSlides/notesSlide5.xml" Id="R84ba73385bf448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dbb9339cc94b90" /><Relationship Type="http://schemas.openxmlformats.org/officeDocument/2006/relationships/notesSlide" Target="/ppt/notesSlides/notesSlide6.xml" Id="Rea3a7b8f067342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969e44ce31461b" /><Relationship Type="http://schemas.openxmlformats.org/officeDocument/2006/relationships/notesSlide" Target="/ppt/notesSlides/notesSlide7.xml" Id="R8e05f16fabd442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a8c705436947d8" /><Relationship Type="http://schemas.openxmlformats.org/officeDocument/2006/relationships/notesSlide" Target="/ppt/notesSlides/notesSlide8.xml" Id="Rf63ebea393fa4b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a6be50a0ec4c2f" /><Relationship Type="http://schemas.openxmlformats.org/officeDocument/2006/relationships/notesSlide" Target="/ppt/notesSlides/notesSlide9.xml" Id="Re3416f294e4d41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31c7f17a8c488e" /><Relationship Type="http://schemas.openxmlformats.org/officeDocument/2006/relationships/notesSlide" Target="/ppt/notesSlides/notesSlide10.xml" Id="Rfdaf546fa51e46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43c52f0b4f4a24" /><Relationship Type="http://schemas.openxmlformats.org/officeDocument/2006/relationships/notesSlide" Target="/ppt/notesSlides/notesSlide11.xml" Id="R9ad8b0e450e444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8bd87cb1214a8b" /><Relationship Type="http://schemas.openxmlformats.org/officeDocument/2006/relationships/notesSlide" Target="/ppt/notesSlides/notesSlide12.xml" Id="R90aec42ec67346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3958f530d4afa" /><Relationship Type="http://schemas.openxmlformats.org/officeDocument/2006/relationships/notesSlide" Target="/ppt/notesSlides/notesSlide13.xml" Id="R7889ea4b349c41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570b5782cf466e" /><Relationship Type="http://schemas.openxmlformats.org/officeDocument/2006/relationships/notesSlide" Target="/ppt/notesSlides/notesSlide14.xml" Id="Rd5b587ccbb994b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f13d1fd1284d37" /><Relationship Type="http://schemas.openxmlformats.org/officeDocument/2006/relationships/notesSlide" Target="/ppt/notesSlides/notesSlide15.xml" Id="R13b8e83b810948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a28db5eab24145" /><Relationship Type="http://schemas.openxmlformats.org/officeDocument/2006/relationships/notesSlide" Target="/ppt/notesSlides/notesSlide16.xml" Id="Rdbe43db1ecf3419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7515a5f4f74643" /><Relationship Type="http://schemas.openxmlformats.org/officeDocument/2006/relationships/notesSlide" Target="/ppt/notesSlides/notesSlide17.xml" Id="R7138fc6d77bd4df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2abe9d204049e1" /><Relationship Type="http://schemas.openxmlformats.org/officeDocument/2006/relationships/notesSlide" Target="/ppt/notesSlides/notesSlide18.xml" Id="R4b2e1c16d40545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DC080-8CD8-40B4-B364-BCD6B333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8EA2A-A1B0-455B-B1BF-D781351E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</a:defRPr>
            </a:defPPr>
            <a:lvl1pPr algn="l">
              <a:defRPr sz="3750" b="1">
                <a:solidFill>
                  <a:srgbClr val="FFFFFF"/>
                </a:solidFill>
              </a:defRPr>
            </a:lvl1pPr>
            <a:lvl2pPr algn="l">
              <a:defRPr sz="3750" b="1">
                <a:solidFill>
                  <a:srgbClr val="FFFFFF"/>
                </a:solidFill>
              </a:defRPr>
            </a:lvl2pPr>
            <a:lvl3pPr algn="l">
              <a:defRPr sz="3750" b="1">
                <a:solidFill>
                  <a:srgbClr val="FFFFFF"/>
                </a:solidFill>
              </a:defRPr>
            </a:lvl3pPr>
            <a:lvl4pPr algn="l">
              <a:defRPr sz="3750" b="1">
                <a:solidFill>
                  <a:srgbClr val="FFFFFF"/>
                </a:solidFill>
              </a:defRPr>
            </a:lvl4pPr>
            <a:lvl5pPr algn="l">
              <a:defRPr sz="3750" b="1">
                <a:solidFill>
                  <a:srgbClr val="FFFFFF"/>
                </a:solidFill>
              </a:defRPr>
            </a:lvl5pPr>
            <a:lvl6pPr algn="l">
              <a:defRPr sz="3750" b="1">
                <a:solidFill>
                  <a:srgbClr val="FFFFFF"/>
                </a:solidFill>
              </a:defRPr>
            </a:lvl6pPr>
            <a:lvl7pPr algn="l">
              <a:defRPr sz="3750" b="1">
                <a:solidFill>
                  <a:srgbClr val="FFFFFF"/>
                </a:solidFill>
              </a:defRPr>
            </a:lvl7pPr>
            <a:lvl8pPr algn="l">
              <a:defRPr sz="3750" b="1">
                <a:solidFill>
                  <a:srgbClr val="FFFFFF"/>
                </a:solidFill>
              </a:defRPr>
            </a:lvl8pPr>
            <a:lvl9pPr algn="l">
              <a:defRPr sz="37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Python Foundations for Engineers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F7EA3-1987-4A8A-B2F3-F662778F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B8D7F0"/>
                </a:solidFill>
              </a:defRPr>
            </a:defPPr>
            <a:lvl1pPr algn="l">
              <a:defRPr sz="2100" b="0">
                <a:solidFill>
                  <a:srgbClr val="B8D7F0"/>
                </a:solidFill>
              </a:defRPr>
            </a:lvl1pPr>
            <a:lvl2pPr algn="l">
              <a:defRPr sz="2100" b="0">
                <a:solidFill>
                  <a:srgbClr val="B8D7F0"/>
                </a:solidFill>
              </a:defRPr>
            </a:lvl2pPr>
            <a:lvl3pPr algn="l">
              <a:defRPr sz="2100" b="0">
                <a:solidFill>
                  <a:srgbClr val="B8D7F0"/>
                </a:solidFill>
              </a:defRPr>
            </a:lvl3pPr>
            <a:lvl4pPr algn="l">
              <a:defRPr sz="2100" b="0">
                <a:solidFill>
                  <a:srgbClr val="B8D7F0"/>
                </a:solidFill>
              </a:defRPr>
            </a:lvl4pPr>
            <a:lvl5pPr algn="l">
              <a:defRPr sz="2100" b="0">
                <a:solidFill>
                  <a:srgbClr val="B8D7F0"/>
                </a:solidFill>
              </a:defRPr>
            </a:lvl5pPr>
            <a:lvl6pPr algn="l">
              <a:defRPr sz="2100" b="0">
                <a:solidFill>
                  <a:srgbClr val="B8D7F0"/>
                </a:solidFill>
              </a:defRPr>
            </a:lvl6pPr>
            <a:lvl7pPr algn="l">
              <a:defRPr sz="2100" b="0">
                <a:solidFill>
                  <a:srgbClr val="B8D7F0"/>
                </a:solidFill>
              </a:defRPr>
            </a:lvl7pPr>
            <a:lvl8pPr algn="l">
              <a:defRPr sz="2100" b="0">
                <a:solidFill>
                  <a:srgbClr val="B8D7F0"/>
                </a:solidFill>
              </a:defRPr>
            </a:lvl8pPr>
            <a:lvl9pPr algn="l">
              <a:defRPr sz="2100" b="0">
                <a:solidFill>
                  <a:srgbClr val="B8D7F0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B8D7F0"/>
                </a:solidFill>
              </a:defRPr>
            </a:pPr>
            <a:r>
              <a:rPr sz="2100" b="0">
                <a:solidFill>
                  <a:srgbClr val="B8D7F0"/>
                </a:solidFill>
              </a:rPr>
              <a:t>Beginner review before the team labs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C3E79-E965-4B7F-A617-669B1D74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9E8F5"/>
                </a:solidFill>
              </a:defRPr>
            </a:defPPr>
            <a:lvl1pPr algn="l">
              <a:defRPr sz="1500" b="0">
                <a:solidFill>
                  <a:srgbClr val="D9E8F5"/>
                </a:solidFill>
              </a:defRPr>
            </a:lvl1pPr>
            <a:lvl2pPr algn="l">
              <a:defRPr sz="1500" b="0">
                <a:solidFill>
                  <a:srgbClr val="D9E8F5"/>
                </a:solidFill>
              </a:defRPr>
            </a:lvl2pPr>
            <a:lvl3pPr algn="l">
              <a:defRPr sz="1500" b="0">
                <a:solidFill>
                  <a:srgbClr val="D9E8F5"/>
                </a:solidFill>
              </a:defRPr>
            </a:lvl3pPr>
            <a:lvl4pPr algn="l">
              <a:defRPr sz="1500" b="0">
                <a:solidFill>
                  <a:srgbClr val="D9E8F5"/>
                </a:solidFill>
              </a:defRPr>
            </a:lvl4pPr>
            <a:lvl5pPr algn="l">
              <a:defRPr sz="1500" b="0">
                <a:solidFill>
                  <a:srgbClr val="D9E8F5"/>
                </a:solidFill>
              </a:defRPr>
            </a:lvl5pPr>
            <a:lvl6pPr algn="l">
              <a:defRPr sz="1500" b="0">
                <a:solidFill>
                  <a:srgbClr val="D9E8F5"/>
                </a:solidFill>
              </a:defRPr>
            </a:lvl6pPr>
            <a:lvl7pPr algn="l">
              <a:defRPr sz="1500" b="0">
                <a:solidFill>
                  <a:srgbClr val="D9E8F5"/>
                </a:solidFill>
              </a:defRPr>
            </a:lvl7pPr>
            <a:lvl8pPr algn="l">
              <a:defRPr sz="1500" b="0">
                <a:solidFill>
                  <a:srgbClr val="D9E8F5"/>
                </a:solidFill>
              </a:defRPr>
            </a:lvl8pPr>
            <a:lvl9pPr algn="l">
              <a:defRPr sz="1500" b="0">
                <a:solidFill>
                  <a:srgbClr val="D9E8F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9E8F5"/>
                </a:solidFill>
              </a:defRPr>
            </a:pPr>
            <a:r>
              <a:rPr sz="1500" b="0">
                <a:solidFill>
                  <a:srgbClr val="D9E8F5"/>
                </a:solidFill>
              </a:rPr>
              <a:t>Week 5: Mario review and three guided Colab labs</a:t>
            </a:r>
          </a:p>
        </p:txBody>
      </p:sp>
    </p:spTree>
    <p:extLst>
      <p:ext uri="{BB962C8B-B14F-4D97-AF65-F5344CB8AC3E}">
        <p14:creationId xmlns:p14="http://schemas.microsoft.com/office/powerpoint/2010/main" val="1631330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D98714-E796-4FC8-92FC-EF81973F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20C63-2C08-4AA8-B451-920764C6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Today’s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B7F89-A5A4-429B-B9CC-08DA45FF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Class ends at 1:00 PM — the first 15 minutes are for arrival and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7E87D-DDCA-4642-A8A6-482D22EC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31409-1063-4AE7-A00D-A4E730BF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6F7B3-3734-41C4-A770-480BF04A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001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22033"/>
                </a:solidFill>
              </a:defRPr>
            </a:defPPr>
            <a:lvl1pPr algn="l">
              <a:defRPr sz="1350" b="0">
                <a:solidFill>
                  <a:srgbClr val="122033"/>
                </a:solidFill>
              </a:defRPr>
            </a:lvl1pPr>
            <a:lvl2pPr algn="l">
              <a:defRPr sz="1350" b="0">
                <a:solidFill>
                  <a:srgbClr val="122033"/>
                </a:solidFill>
              </a:defRPr>
            </a:lvl2pPr>
            <a:lvl3pPr algn="l">
              <a:defRPr sz="1350" b="0">
                <a:solidFill>
                  <a:srgbClr val="122033"/>
                </a:solidFill>
              </a:defRPr>
            </a:lvl3pPr>
            <a:lvl4pPr algn="l">
              <a:defRPr sz="1350" b="0">
                <a:solidFill>
                  <a:srgbClr val="122033"/>
                </a:solidFill>
              </a:defRPr>
            </a:lvl4pPr>
            <a:lvl5pPr algn="l">
              <a:defRPr sz="1350" b="0">
                <a:solidFill>
                  <a:srgbClr val="122033"/>
                </a:solidFill>
              </a:defRPr>
            </a:lvl5pPr>
            <a:lvl6pPr algn="l">
              <a:defRPr sz="1350" b="0">
                <a:solidFill>
                  <a:srgbClr val="122033"/>
                </a:solidFill>
              </a:defRPr>
            </a:lvl6pPr>
            <a:lvl7pPr algn="l">
              <a:defRPr sz="1350" b="0">
                <a:solidFill>
                  <a:srgbClr val="122033"/>
                </a:solidFill>
              </a:defRPr>
            </a:lvl7pPr>
            <a:lvl8pPr algn="l">
              <a:defRPr sz="1350" b="0">
                <a:solidFill>
                  <a:srgbClr val="122033"/>
                </a:solidFill>
              </a:defRPr>
            </a:lvl8pPr>
            <a:lvl9pPr algn="l">
              <a:defRPr sz="13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9:00–9:15  Arrive, sign in, open the browser, and get settled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E5785-916D-4301-B20F-7AD4B870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A04F3-B8F9-4820-BB2C-2674D3EE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22033"/>
                </a:solidFill>
              </a:defRPr>
            </a:defPPr>
            <a:lvl1pPr algn="l">
              <a:defRPr sz="1350" b="0">
                <a:solidFill>
                  <a:srgbClr val="122033"/>
                </a:solidFill>
              </a:defRPr>
            </a:lvl1pPr>
            <a:lvl2pPr algn="l">
              <a:defRPr sz="1350" b="0">
                <a:solidFill>
                  <a:srgbClr val="122033"/>
                </a:solidFill>
              </a:defRPr>
            </a:lvl2pPr>
            <a:lvl3pPr algn="l">
              <a:defRPr sz="1350" b="0">
                <a:solidFill>
                  <a:srgbClr val="122033"/>
                </a:solidFill>
              </a:defRPr>
            </a:lvl3pPr>
            <a:lvl4pPr algn="l">
              <a:defRPr sz="1350" b="0">
                <a:solidFill>
                  <a:srgbClr val="122033"/>
                </a:solidFill>
              </a:defRPr>
            </a:lvl4pPr>
            <a:lvl5pPr algn="l">
              <a:defRPr sz="1350" b="0">
                <a:solidFill>
                  <a:srgbClr val="122033"/>
                </a:solidFill>
              </a:defRPr>
            </a:lvl5pPr>
            <a:lvl6pPr algn="l">
              <a:defRPr sz="1350" b="0">
                <a:solidFill>
                  <a:srgbClr val="122033"/>
                </a:solidFill>
              </a:defRPr>
            </a:lvl6pPr>
            <a:lvl7pPr algn="l">
              <a:defRPr sz="1350" b="0">
                <a:solidFill>
                  <a:srgbClr val="122033"/>
                </a:solidFill>
              </a:defRPr>
            </a:lvl7pPr>
            <a:lvl8pPr algn="l">
              <a:defRPr sz="1350" b="0">
                <a:solidFill>
                  <a:srgbClr val="122033"/>
                </a:solidFill>
              </a:defRPr>
            </a:lvl8pPr>
            <a:lvl9pPr algn="l">
              <a:defRPr sz="13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9:15–9:22  Fast engineering concept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3E4EB-8DF1-43CE-AE54-141240BF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2D426-38D0-4E3F-BABD-58E5D42E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22033"/>
                </a:solidFill>
              </a:defRPr>
            </a:defPPr>
            <a:lvl1pPr algn="l">
              <a:defRPr sz="1350" b="0">
                <a:solidFill>
                  <a:srgbClr val="122033"/>
                </a:solidFill>
              </a:defRPr>
            </a:lvl1pPr>
            <a:lvl2pPr algn="l">
              <a:defRPr sz="1350" b="0">
                <a:solidFill>
                  <a:srgbClr val="122033"/>
                </a:solidFill>
              </a:defRPr>
            </a:lvl2pPr>
            <a:lvl3pPr algn="l">
              <a:defRPr sz="1350" b="0">
                <a:solidFill>
                  <a:srgbClr val="122033"/>
                </a:solidFill>
              </a:defRPr>
            </a:lvl3pPr>
            <a:lvl4pPr algn="l">
              <a:defRPr sz="1350" b="0">
                <a:solidFill>
                  <a:srgbClr val="122033"/>
                </a:solidFill>
              </a:defRPr>
            </a:lvl4pPr>
            <a:lvl5pPr algn="l">
              <a:defRPr sz="1350" b="0">
                <a:solidFill>
                  <a:srgbClr val="122033"/>
                </a:solidFill>
              </a:defRPr>
            </a:lvl5pPr>
            <a:lvl6pPr algn="l">
              <a:defRPr sz="1350" b="0">
                <a:solidFill>
                  <a:srgbClr val="122033"/>
                </a:solidFill>
              </a:defRPr>
            </a:lvl6pPr>
            <a:lvl7pPr algn="l">
              <a:defRPr sz="1350" b="0">
                <a:solidFill>
                  <a:srgbClr val="122033"/>
                </a:solidFill>
              </a:defRPr>
            </a:lvl7pPr>
            <a:lvl8pPr algn="l">
              <a:defRPr sz="1350" b="0">
                <a:solidFill>
                  <a:srgbClr val="122033"/>
                </a:solidFill>
              </a:defRPr>
            </a:lvl8pPr>
            <a:lvl9pPr algn="l">
              <a:defRPr sz="13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9:22–9:40  Mario Python review game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39217-C215-421F-9BBC-ECCA080A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B5075-DA82-402C-81D5-1291788B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22033"/>
                </a:solidFill>
              </a:defRPr>
            </a:defPPr>
            <a:lvl1pPr algn="l">
              <a:defRPr sz="1350" b="0">
                <a:solidFill>
                  <a:srgbClr val="122033"/>
                </a:solidFill>
              </a:defRPr>
            </a:lvl1pPr>
            <a:lvl2pPr algn="l">
              <a:defRPr sz="1350" b="0">
                <a:solidFill>
                  <a:srgbClr val="122033"/>
                </a:solidFill>
              </a:defRPr>
            </a:lvl2pPr>
            <a:lvl3pPr algn="l">
              <a:defRPr sz="1350" b="0">
                <a:solidFill>
                  <a:srgbClr val="122033"/>
                </a:solidFill>
              </a:defRPr>
            </a:lvl3pPr>
            <a:lvl4pPr algn="l">
              <a:defRPr sz="1350" b="0">
                <a:solidFill>
                  <a:srgbClr val="122033"/>
                </a:solidFill>
              </a:defRPr>
            </a:lvl4pPr>
            <a:lvl5pPr algn="l">
              <a:defRPr sz="1350" b="0">
                <a:solidFill>
                  <a:srgbClr val="122033"/>
                </a:solidFill>
              </a:defRPr>
            </a:lvl5pPr>
            <a:lvl6pPr algn="l">
              <a:defRPr sz="1350" b="0">
                <a:solidFill>
                  <a:srgbClr val="122033"/>
                </a:solidFill>
              </a:defRPr>
            </a:lvl6pPr>
            <a:lvl7pPr algn="l">
              <a:defRPr sz="1350" b="0">
                <a:solidFill>
                  <a:srgbClr val="122033"/>
                </a:solidFill>
              </a:defRPr>
            </a:lvl7pPr>
            <a:lvl8pPr algn="l">
              <a:defRPr sz="1350" b="0">
                <a:solidFill>
                  <a:srgbClr val="122033"/>
                </a:solidFill>
              </a:defRPr>
            </a:lvl8pPr>
            <a:lvl9pPr algn="l">
              <a:defRPr sz="13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9:40–10:25  Super Mario Debug Quest in Module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2108DA-D6F8-4597-B815-1871E5A5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C92E9-D3C5-4103-920B-99362624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22033"/>
                </a:solidFill>
              </a:defRPr>
            </a:defPPr>
            <a:lvl1pPr algn="l">
              <a:defRPr sz="1350" b="0">
                <a:solidFill>
                  <a:srgbClr val="122033"/>
                </a:solidFill>
              </a:defRPr>
            </a:lvl1pPr>
            <a:lvl2pPr algn="l">
              <a:defRPr sz="1350" b="0">
                <a:solidFill>
                  <a:srgbClr val="122033"/>
                </a:solidFill>
              </a:defRPr>
            </a:lvl2pPr>
            <a:lvl3pPr algn="l">
              <a:defRPr sz="1350" b="0">
                <a:solidFill>
                  <a:srgbClr val="122033"/>
                </a:solidFill>
              </a:defRPr>
            </a:lvl3pPr>
            <a:lvl4pPr algn="l">
              <a:defRPr sz="1350" b="0">
                <a:solidFill>
                  <a:srgbClr val="122033"/>
                </a:solidFill>
              </a:defRPr>
            </a:lvl4pPr>
            <a:lvl5pPr algn="l">
              <a:defRPr sz="1350" b="0">
                <a:solidFill>
                  <a:srgbClr val="122033"/>
                </a:solidFill>
              </a:defRPr>
            </a:lvl5pPr>
            <a:lvl6pPr algn="l">
              <a:defRPr sz="1350" b="0">
                <a:solidFill>
                  <a:srgbClr val="122033"/>
                </a:solidFill>
              </a:defRPr>
            </a:lvl6pPr>
            <a:lvl7pPr algn="l">
              <a:defRPr sz="1350" b="0">
                <a:solidFill>
                  <a:srgbClr val="122033"/>
                </a:solidFill>
              </a:defRPr>
            </a:lvl7pPr>
            <a:lvl8pPr algn="l">
              <a:defRPr sz="1350" b="0">
                <a:solidFill>
                  <a:srgbClr val="122033"/>
                </a:solidFill>
              </a:defRPr>
            </a:lvl8pPr>
            <a:lvl9pPr algn="l">
              <a:defRPr sz="13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10:25–10:35  Break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E0DD6-11A4-4817-939C-9AD07AED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B8F2E-7E76-4E6C-9FBE-6B83AD2B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22033"/>
                </a:solidFill>
              </a:defRPr>
            </a:defPPr>
            <a:lvl1pPr algn="l">
              <a:defRPr sz="1350" b="0">
                <a:solidFill>
                  <a:srgbClr val="122033"/>
                </a:solidFill>
              </a:defRPr>
            </a:lvl1pPr>
            <a:lvl2pPr algn="l">
              <a:defRPr sz="1350" b="0">
                <a:solidFill>
                  <a:srgbClr val="122033"/>
                </a:solidFill>
              </a:defRPr>
            </a:lvl2pPr>
            <a:lvl3pPr algn="l">
              <a:defRPr sz="1350" b="0">
                <a:solidFill>
                  <a:srgbClr val="122033"/>
                </a:solidFill>
              </a:defRPr>
            </a:lvl3pPr>
            <a:lvl4pPr algn="l">
              <a:defRPr sz="1350" b="0">
                <a:solidFill>
                  <a:srgbClr val="122033"/>
                </a:solidFill>
              </a:defRPr>
            </a:lvl4pPr>
            <a:lvl5pPr algn="l">
              <a:defRPr sz="1350" b="0">
                <a:solidFill>
                  <a:srgbClr val="122033"/>
                </a:solidFill>
              </a:defRPr>
            </a:lvl5pPr>
            <a:lvl6pPr algn="l">
              <a:defRPr sz="1350" b="0">
                <a:solidFill>
                  <a:srgbClr val="122033"/>
                </a:solidFill>
              </a:defRPr>
            </a:lvl6pPr>
            <a:lvl7pPr algn="l">
              <a:defRPr sz="1350" b="0">
                <a:solidFill>
                  <a:srgbClr val="122033"/>
                </a:solidFill>
              </a:defRPr>
            </a:lvl7pPr>
            <a:lvl8pPr algn="l">
              <a:defRPr sz="1350" b="0">
                <a:solidFill>
                  <a:srgbClr val="122033"/>
                </a:solidFill>
              </a:defRPr>
            </a:lvl8pPr>
            <a:lvl9pPr algn="l">
              <a:defRPr sz="13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10:35–11:20  Module 2: Arcade Loop Trainer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6067D-4FED-42BF-86F5-AE0306BD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9A8E3-47F6-4868-96B9-E5F630C8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22033"/>
                </a:solidFill>
              </a:defRPr>
            </a:defPPr>
            <a:lvl1pPr algn="l">
              <a:defRPr sz="1350" b="0">
                <a:solidFill>
                  <a:srgbClr val="122033"/>
                </a:solidFill>
              </a:defRPr>
            </a:lvl1pPr>
            <a:lvl2pPr algn="l">
              <a:defRPr sz="1350" b="0">
                <a:solidFill>
                  <a:srgbClr val="122033"/>
                </a:solidFill>
              </a:defRPr>
            </a:lvl2pPr>
            <a:lvl3pPr algn="l">
              <a:defRPr sz="1350" b="0">
                <a:solidFill>
                  <a:srgbClr val="122033"/>
                </a:solidFill>
              </a:defRPr>
            </a:lvl3pPr>
            <a:lvl4pPr algn="l">
              <a:defRPr sz="1350" b="0">
                <a:solidFill>
                  <a:srgbClr val="122033"/>
                </a:solidFill>
              </a:defRPr>
            </a:lvl4pPr>
            <a:lvl5pPr algn="l">
              <a:defRPr sz="1350" b="0">
                <a:solidFill>
                  <a:srgbClr val="122033"/>
                </a:solidFill>
              </a:defRPr>
            </a:lvl5pPr>
            <a:lvl6pPr algn="l">
              <a:defRPr sz="1350" b="0">
                <a:solidFill>
                  <a:srgbClr val="122033"/>
                </a:solidFill>
              </a:defRPr>
            </a:lvl6pPr>
            <a:lvl7pPr algn="l">
              <a:defRPr sz="1350" b="0">
                <a:solidFill>
                  <a:srgbClr val="122033"/>
                </a:solidFill>
              </a:defRPr>
            </a:lvl7pPr>
            <a:lvl8pPr algn="l">
              <a:defRPr sz="1350" b="0">
                <a:solidFill>
                  <a:srgbClr val="122033"/>
                </a:solidFill>
              </a:defRPr>
            </a:lvl8pPr>
            <a:lvl9pPr algn="l">
              <a:defRPr sz="13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11:20–11:30  Break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BB4F0E-95FA-4542-8F7F-620CEFC0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B5F8A-6F67-45DA-8F45-85880F52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22033"/>
                </a:solidFill>
              </a:defRPr>
            </a:defPPr>
            <a:lvl1pPr algn="l">
              <a:defRPr sz="1350" b="0">
                <a:solidFill>
                  <a:srgbClr val="122033"/>
                </a:solidFill>
              </a:defRPr>
            </a:lvl1pPr>
            <a:lvl2pPr algn="l">
              <a:defRPr sz="1350" b="0">
                <a:solidFill>
                  <a:srgbClr val="122033"/>
                </a:solidFill>
              </a:defRPr>
            </a:lvl2pPr>
            <a:lvl3pPr algn="l">
              <a:defRPr sz="1350" b="0">
                <a:solidFill>
                  <a:srgbClr val="122033"/>
                </a:solidFill>
              </a:defRPr>
            </a:lvl3pPr>
            <a:lvl4pPr algn="l">
              <a:defRPr sz="1350" b="0">
                <a:solidFill>
                  <a:srgbClr val="122033"/>
                </a:solidFill>
              </a:defRPr>
            </a:lvl4pPr>
            <a:lvl5pPr algn="l">
              <a:defRPr sz="1350" b="0">
                <a:solidFill>
                  <a:srgbClr val="122033"/>
                </a:solidFill>
              </a:defRPr>
            </a:lvl5pPr>
            <a:lvl6pPr algn="l">
              <a:defRPr sz="1350" b="0">
                <a:solidFill>
                  <a:srgbClr val="122033"/>
                </a:solidFill>
              </a:defRPr>
            </a:lvl6pPr>
            <a:lvl7pPr algn="l">
              <a:defRPr sz="1350" b="0">
                <a:solidFill>
                  <a:srgbClr val="122033"/>
                </a:solidFill>
              </a:defRPr>
            </a:lvl7pPr>
            <a:lvl8pPr algn="l">
              <a:defRPr sz="1350" b="0">
                <a:solidFill>
                  <a:srgbClr val="122033"/>
                </a:solidFill>
              </a:defRPr>
            </a:lvl8pPr>
            <a:lvl9pPr algn="l">
              <a:defRPr sz="13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11:30–12:35  Module 3 and boss challenge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24CB24-6EFA-47EB-991E-7AA32073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66004-122E-49DB-95A2-82143AF1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22033"/>
                </a:solidFill>
              </a:defRPr>
            </a:defPPr>
            <a:lvl1pPr algn="l">
              <a:defRPr sz="1350" b="0">
                <a:solidFill>
                  <a:srgbClr val="122033"/>
                </a:solidFill>
              </a:defRPr>
            </a:lvl1pPr>
            <a:lvl2pPr algn="l">
              <a:defRPr sz="1350" b="0">
                <a:solidFill>
                  <a:srgbClr val="122033"/>
                </a:solidFill>
              </a:defRPr>
            </a:lvl2pPr>
            <a:lvl3pPr algn="l">
              <a:defRPr sz="1350" b="0">
                <a:solidFill>
                  <a:srgbClr val="122033"/>
                </a:solidFill>
              </a:defRPr>
            </a:lvl3pPr>
            <a:lvl4pPr algn="l">
              <a:defRPr sz="1350" b="0">
                <a:solidFill>
                  <a:srgbClr val="122033"/>
                </a:solidFill>
              </a:defRPr>
            </a:lvl4pPr>
            <a:lvl5pPr algn="l">
              <a:defRPr sz="1350" b="0">
                <a:solidFill>
                  <a:srgbClr val="122033"/>
                </a:solidFill>
              </a:defRPr>
            </a:lvl5pPr>
            <a:lvl6pPr algn="l">
              <a:defRPr sz="1350" b="0">
                <a:solidFill>
                  <a:srgbClr val="122033"/>
                </a:solidFill>
              </a:defRPr>
            </a:lvl6pPr>
            <a:lvl7pPr algn="l">
              <a:defRPr sz="1350" b="0">
                <a:solidFill>
                  <a:srgbClr val="122033"/>
                </a:solidFill>
              </a:defRPr>
            </a:lvl7pPr>
            <a:lvl8pPr algn="l">
              <a:defRPr sz="1350" b="0">
                <a:solidFill>
                  <a:srgbClr val="122033"/>
                </a:solidFill>
              </a:defRPr>
            </a:lvl8pPr>
            <a:lvl9pPr algn="l">
              <a:defRPr sz="13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12:35–12:50  Quick preview: classes and objects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7633A-C9D9-4862-B7A6-FFE7A4C5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3480EF-5040-4880-AD43-D398DA44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578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22033"/>
                </a:solidFill>
              </a:defRPr>
            </a:defPPr>
            <a:lvl1pPr algn="l">
              <a:defRPr sz="1350" b="0">
                <a:solidFill>
                  <a:srgbClr val="122033"/>
                </a:solidFill>
              </a:defRPr>
            </a:lvl1pPr>
            <a:lvl2pPr algn="l">
              <a:defRPr sz="1350" b="0">
                <a:solidFill>
                  <a:srgbClr val="122033"/>
                </a:solidFill>
              </a:defRPr>
            </a:lvl2pPr>
            <a:lvl3pPr algn="l">
              <a:defRPr sz="1350" b="0">
                <a:solidFill>
                  <a:srgbClr val="122033"/>
                </a:solidFill>
              </a:defRPr>
            </a:lvl3pPr>
            <a:lvl4pPr algn="l">
              <a:defRPr sz="1350" b="0">
                <a:solidFill>
                  <a:srgbClr val="122033"/>
                </a:solidFill>
              </a:defRPr>
            </a:lvl4pPr>
            <a:lvl5pPr algn="l">
              <a:defRPr sz="1350" b="0">
                <a:solidFill>
                  <a:srgbClr val="122033"/>
                </a:solidFill>
              </a:defRPr>
            </a:lvl5pPr>
            <a:lvl6pPr algn="l">
              <a:defRPr sz="1350" b="0">
                <a:solidFill>
                  <a:srgbClr val="122033"/>
                </a:solidFill>
              </a:defRPr>
            </a:lvl6pPr>
            <a:lvl7pPr algn="l">
              <a:defRPr sz="1350" b="0">
                <a:solidFill>
                  <a:srgbClr val="122033"/>
                </a:solidFill>
              </a:defRPr>
            </a:lvl7pPr>
            <a:lvl8pPr algn="l">
              <a:defRPr sz="1350" b="0">
                <a:solidFill>
                  <a:srgbClr val="122033"/>
                </a:solidFill>
              </a:defRPr>
            </a:lvl8pPr>
            <a:lvl9pPr algn="l">
              <a:defRPr sz="13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22033"/>
                </a:solidFill>
              </a:defRPr>
            </a:pPr>
            <a:r>
              <a:rPr sz="1350" b="0">
                <a:solidFill>
                  <a:srgbClr val="122033"/>
                </a:solidFill>
              </a:rPr>
              <a:t>12:50–1:00  Exit ticket and notebook download</a:t>
            </a:r>
          </a:p>
        </p:txBody>
      </p:sp>
    </p:spTree>
    <p:extLst>
      <p:ext uri="{BB962C8B-B14F-4D97-AF65-F5344CB8AC3E}">
        <p14:creationId xmlns:p14="http://schemas.microsoft.com/office/powerpoint/2010/main" val="967987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43956-149C-45C0-8E69-CEEDDC32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5947F-4109-4400-B9A8-1A0CF3C4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Mario is a software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09F2E-8A58-4064-B7F8-8C695C65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Every game action depends on the same foundations engineers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0B77E-FCE6-42F5-9D02-8426B8FD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AC743-50AE-4E20-8139-DC0610F7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F766E"/>
                </a:solidFill>
              </a:defRPr>
            </a:defPPr>
            <a:lvl1pPr algn="l">
              <a:defRPr sz="1425" b="1">
                <a:solidFill>
                  <a:srgbClr val="0F766E"/>
                </a:solidFill>
              </a:defRPr>
            </a:lvl1pPr>
            <a:lvl2pPr algn="l">
              <a:defRPr sz="1425" b="1">
                <a:solidFill>
                  <a:srgbClr val="0F766E"/>
                </a:solidFill>
              </a:defRPr>
            </a:lvl2pPr>
            <a:lvl3pPr algn="l">
              <a:defRPr sz="1425" b="1">
                <a:solidFill>
                  <a:srgbClr val="0F766E"/>
                </a:solidFill>
              </a:defRPr>
            </a:lvl3pPr>
            <a:lvl4pPr algn="l">
              <a:defRPr sz="1425" b="1">
                <a:solidFill>
                  <a:srgbClr val="0F766E"/>
                </a:solidFill>
              </a:defRPr>
            </a:lvl4pPr>
            <a:lvl5pPr algn="l">
              <a:defRPr sz="1425" b="1">
                <a:solidFill>
                  <a:srgbClr val="0F766E"/>
                </a:solidFill>
              </a:defRPr>
            </a:lvl5pPr>
            <a:lvl6pPr algn="l">
              <a:defRPr sz="1425" b="1">
                <a:solidFill>
                  <a:srgbClr val="0F766E"/>
                </a:solidFill>
              </a:defRPr>
            </a:lvl6pPr>
            <a:lvl7pPr algn="l">
              <a:defRPr sz="1425" b="1">
                <a:solidFill>
                  <a:srgbClr val="0F766E"/>
                </a:solidFill>
              </a:defRPr>
            </a:lvl7pPr>
            <a:lvl8pPr algn="l">
              <a:defRPr sz="1425" b="1">
                <a:solidFill>
                  <a:srgbClr val="0F766E"/>
                </a:solidFill>
              </a:defRPr>
            </a:lvl8pPr>
            <a:lvl9pPr algn="l">
              <a:defRPr sz="14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4F041-3002-4676-9047-6F34C023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Store Mario’s lives, coins, speed, and power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AE2E6-B7F2-4708-8A55-1E03A895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F766E"/>
                </a:solidFill>
              </a:defRPr>
            </a:defPPr>
            <a:lvl1pPr algn="l">
              <a:defRPr sz="1425" b="1">
                <a:solidFill>
                  <a:srgbClr val="0F766E"/>
                </a:solidFill>
              </a:defRPr>
            </a:lvl1pPr>
            <a:lvl2pPr algn="l">
              <a:defRPr sz="1425" b="1">
                <a:solidFill>
                  <a:srgbClr val="0F766E"/>
                </a:solidFill>
              </a:defRPr>
            </a:lvl2pPr>
            <a:lvl3pPr algn="l">
              <a:defRPr sz="1425" b="1">
                <a:solidFill>
                  <a:srgbClr val="0F766E"/>
                </a:solidFill>
              </a:defRPr>
            </a:lvl3pPr>
            <a:lvl4pPr algn="l">
              <a:defRPr sz="1425" b="1">
                <a:solidFill>
                  <a:srgbClr val="0F766E"/>
                </a:solidFill>
              </a:defRPr>
            </a:lvl4pPr>
            <a:lvl5pPr algn="l">
              <a:defRPr sz="1425" b="1">
                <a:solidFill>
                  <a:srgbClr val="0F766E"/>
                </a:solidFill>
              </a:defRPr>
            </a:lvl5pPr>
            <a:lvl6pPr algn="l">
              <a:defRPr sz="1425" b="1">
                <a:solidFill>
                  <a:srgbClr val="0F766E"/>
                </a:solidFill>
              </a:defRPr>
            </a:lvl6pPr>
            <a:lvl7pPr algn="l">
              <a:defRPr sz="1425" b="1">
                <a:solidFill>
                  <a:srgbClr val="0F766E"/>
                </a:solidFill>
              </a:defRPr>
            </a:lvl7pPr>
            <a:lvl8pPr algn="l">
              <a:defRPr sz="1425" b="1">
                <a:solidFill>
                  <a:srgbClr val="0F766E"/>
                </a:solidFill>
              </a:defRPr>
            </a:lvl8pPr>
            <a:lvl9pPr algn="l">
              <a:defRPr sz="14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LISTS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E107C-AF55-4AD8-8043-B6F1CA83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Keep enemies, questions, platforms, and collected items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A432A-62C5-48AC-A0F5-9939BF2F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E85D4A"/>
                </a:solidFill>
              </a:defRPr>
            </a:defPPr>
            <a:lvl1pPr algn="l">
              <a:defRPr sz="1425" b="1">
                <a:solidFill>
                  <a:srgbClr val="E85D4A"/>
                </a:solidFill>
              </a:defRPr>
            </a:lvl1pPr>
            <a:lvl2pPr algn="l">
              <a:defRPr sz="1425" b="1">
                <a:solidFill>
                  <a:srgbClr val="E85D4A"/>
                </a:solidFill>
              </a:defRPr>
            </a:lvl2pPr>
            <a:lvl3pPr algn="l">
              <a:defRPr sz="1425" b="1">
                <a:solidFill>
                  <a:srgbClr val="E85D4A"/>
                </a:solidFill>
              </a:defRPr>
            </a:lvl3pPr>
            <a:lvl4pPr algn="l">
              <a:defRPr sz="1425" b="1">
                <a:solidFill>
                  <a:srgbClr val="E85D4A"/>
                </a:solidFill>
              </a:defRPr>
            </a:lvl4pPr>
            <a:lvl5pPr algn="l">
              <a:defRPr sz="1425" b="1">
                <a:solidFill>
                  <a:srgbClr val="E85D4A"/>
                </a:solidFill>
              </a:defRPr>
            </a:lvl5pPr>
            <a:lvl6pPr algn="l">
              <a:defRPr sz="1425" b="1">
                <a:solidFill>
                  <a:srgbClr val="E85D4A"/>
                </a:solidFill>
              </a:defRPr>
            </a:lvl6pPr>
            <a:lvl7pPr algn="l">
              <a:defRPr sz="1425" b="1">
                <a:solidFill>
                  <a:srgbClr val="E85D4A"/>
                </a:solidFill>
              </a:defRPr>
            </a:lvl7pPr>
            <a:lvl8pPr algn="l">
              <a:defRPr sz="1425" b="1">
                <a:solidFill>
                  <a:srgbClr val="E85D4A"/>
                </a:solidFill>
              </a:defRPr>
            </a:lvl8pPr>
            <a:lvl9pPr algn="l">
              <a:defRPr sz="14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85D4A"/>
                </a:solidFill>
              </a:defRPr>
            </a:pPr>
            <a:r>
              <a:rPr sz="1425" b="1">
                <a:solidFill>
                  <a:srgbClr val="E85D4A"/>
                </a:solidFill>
              </a:rPr>
              <a:t>CONDITIONS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3DC17-C455-4A60-AF14-EA63E27B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Choose what happens after a collision or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212D1-B9DD-47CA-AEAA-9E140842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7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E85D4A"/>
                </a:solidFill>
              </a:defRPr>
            </a:defPPr>
            <a:lvl1pPr algn="l">
              <a:defRPr sz="1425" b="1">
                <a:solidFill>
                  <a:srgbClr val="E85D4A"/>
                </a:solidFill>
              </a:defRPr>
            </a:lvl1pPr>
            <a:lvl2pPr algn="l">
              <a:defRPr sz="1425" b="1">
                <a:solidFill>
                  <a:srgbClr val="E85D4A"/>
                </a:solidFill>
              </a:defRPr>
            </a:lvl2pPr>
            <a:lvl3pPr algn="l">
              <a:defRPr sz="1425" b="1">
                <a:solidFill>
                  <a:srgbClr val="E85D4A"/>
                </a:solidFill>
              </a:defRPr>
            </a:lvl3pPr>
            <a:lvl4pPr algn="l">
              <a:defRPr sz="1425" b="1">
                <a:solidFill>
                  <a:srgbClr val="E85D4A"/>
                </a:solidFill>
              </a:defRPr>
            </a:lvl4pPr>
            <a:lvl5pPr algn="l">
              <a:defRPr sz="1425" b="1">
                <a:solidFill>
                  <a:srgbClr val="E85D4A"/>
                </a:solidFill>
              </a:defRPr>
            </a:lvl5pPr>
            <a:lvl6pPr algn="l">
              <a:defRPr sz="1425" b="1">
                <a:solidFill>
                  <a:srgbClr val="E85D4A"/>
                </a:solidFill>
              </a:defRPr>
            </a:lvl6pPr>
            <a:lvl7pPr algn="l">
              <a:defRPr sz="1425" b="1">
                <a:solidFill>
                  <a:srgbClr val="E85D4A"/>
                </a:solidFill>
              </a:defRPr>
            </a:lvl7pPr>
            <a:lvl8pPr algn="l">
              <a:defRPr sz="1425" b="1">
                <a:solidFill>
                  <a:srgbClr val="E85D4A"/>
                </a:solidFill>
              </a:defRPr>
            </a:lvl8pPr>
            <a:lvl9pPr algn="l">
              <a:defRPr sz="14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85D4A"/>
                </a:solidFill>
              </a:defRPr>
            </a:pPr>
            <a:r>
              <a:rPr sz="1425" b="1">
                <a:solidFill>
                  <a:srgbClr val="E85D4A"/>
                </a:solidFill>
              </a:rPr>
              <a:t>LOOPS + FUNCTIONS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FB686-95BF-4B17-BACB-A10A86D7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Update the world repeatedly and reuse reliable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08E48-1C34-4DEE-A20C-3B21AF01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071A33"/>
                </a:solidFill>
              </a:defRPr>
            </a:defPPr>
            <a:lvl1pPr algn="ctr">
              <a:defRPr sz="2100" b="1">
                <a:solidFill>
                  <a:srgbClr val="071A33"/>
                </a:solidFill>
              </a:defRPr>
            </a:lvl1pPr>
            <a:lvl2pPr algn="ctr">
              <a:defRPr sz="2100" b="1">
                <a:solidFill>
                  <a:srgbClr val="071A33"/>
                </a:solidFill>
              </a:defRPr>
            </a:lvl2pPr>
            <a:lvl3pPr algn="ctr">
              <a:defRPr sz="2100" b="1">
                <a:solidFill>
                  <a:srgbClr val="071A33"/>
                </a:solidFill>
              </a:defRPr>
            </a:lvl3pPr>
            <a:lvl4pPr algn="ctr">
              <a:defRPr sz="2100" b="1">
                <a:solidFill>
                  <a:srgbClr val="071A33"/>
                </a:solidFill>
              </a:defRPr>
            </a:lvl4pPr>
            <a:lvl5pPr algn="ctr">
              <a:defRPr sz="2100" b="1">
                <a:solidFill>
                  <a:srgbClr val="071A33"/>
                </a:solidFill>
              </a:defRPr>
            </a:lvl5pPr>
            <a:lvl6pPr algn="ctr">
              <a:defRPr sz="2100" b="1">
                <a:solidFill>
                  <a:srgbClr val="071A33"/>
                </a:solidFill>
              </a:defRPr>
            </a:lvl6pPr>
            <a:lvl7pPr algn="ctr">
              <a:defRPr sz="2100" b="1">
                <a:solidFill>
                  <a:srgbClr val="071A33"/>
                </a:solidFill>
              </a:defRPr>
            </a:lvl7pPr>
            <a:lvl8pPr algn="ctr">
              <a:defRPr sz="2100" b="1">
                <a:solidFill>
                  <a:srgbClr val="071A33"/>
                </a:solidFill>
              </a:defRPr>
            </a:lvl8pPr>
            <a:lvl9pPr algn="ctr">
              <a:defRPr sz="21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71A33"/>
                </a:solidFill>
              </a:defRPr>
            </a:pPr>
            <a:r>
              <a:rPr sz="2100" b="1">
                <a:solidFill>
                  <a:srgbClr val="071A33"/>
                </a:solidFill>
              </a:rPr>
              <a:t>Engineering starts by turning a real situation into data, rules, repetition, and reusable jobs.</a:t>
            </a:r>
          </a:p>
        </p:txBody>
      </p:sp>
    </p:spTree>
    <p:extLst>
      <p:ext uri="{BB962C8B-B14F-4D97-AF65-F5344CB8AC3E}">
        <p14:creationId xmlns:p14="http://schemas.microsoft.com/office/powerpoint/2010/main" val="5372045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7F621-F244-4B39-8850-94AA073B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306D2-043D-44F4-83E7-62B310C7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Engineers debug with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09BC8-809B-4691-A971-1462CDEA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 failure shows which assumption or value needs another 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8865B-3EF5-4F82-8453-9FC1B93A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64AE3-99A9-4E8C-AF01-9E3A9E20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0F766E"/>
                </a:solidFill>
              </a:defRPr>
            </a:defPPr>
            <a:lvl1pPr algn="ctr">
              <a:defRPr sz="2625" b="1">
                <a:solidFill>
                  <a:srgbClr val="0F766E"/>
                </a:solidFill>
              </a:defRPr>
            </a:lvl1pPr>
            <a:lvl2pPr algn="ctr">
              <a:defRPr sz="2625" b="1">
                <a:solidFill>
                  <a:srgbClr val="0F766E"/>
                </a:solidFill>
              </a:defRPr>
            </a:lvl2pPr>
            <a:lvl3pPr algn="ctr">
              <a:defRPr sz="2625" b="1">
                <a:solidFill>
                  <a:srgbClr val="0F766E"/>
                </a:solidFill>
              </a:defRPr>
            </a:lvl3pPr>
            <a:lvl4pPr algn="ctr">
              <a:defRPr sz="2625" b="1">
                <a:solidFill>
                  <a:srgbClr val="0F766E"/>
                </a:solidFill>
              </a:defRPr>
            </a:lvl4pPr>
            <a:lvl5pPr algn="ctr">
              <a:defRPr sz="2625" b="1">
                <a:solidFill>
                  <a:srgbClr val="0F766E"/>
                </a:solidFill>
              </a:defRPr>
            </a:lvl5pPr>
            <a:lvl6pPr algn="ctr">
              <a:defRPr sz="2625" b="1">
                <a:solidFill>
                  <a:srgbClr val="0F766E"/>
                </a:solidFill>
              </a:defRPr>
            </a:lvl6pPr>
            <a:lvl7pPr algn="ctr">
              <a:defRPr sz="2625" b="1">
                <a:solidFill>
                  <a:srgbClr val="0F766E"/>
                </a:solidFill>
              </a:defRPr>
            </a:lvl7pPr>
            <a:lvl8pPr algn="ctr">
              <a:defRPr sz="2625" b="1">
                <a:solidFill>
                  <a:srgbClr val="0F766E"/>
                </a:solidFill>
              </a:defRPr>
            </a:lvl8pPr>
            <a:lvl9pPr algn="ctr">
              <a:defRPr sz="26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61B36-1F86-4DF8-A71C-5B56D24E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002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033"/>
                </a:solidFill>
              </a:defRPr>
            </a:defPPr>
            <a:lvl1pPr algn="l">
              <a:defRPr sz="2175" b="1">
                <a:solidFill>
                  <a:srgbClr val="122033"/>
                </a:solidFill>
              </a:defRPr>
            </a:lvl1pPr>
            <a:lvl2pPr algn="l">
              <a:defRPr sz="2175" b="1">
                <a:solidFill>
                  <a:srgbClr val="122033"/>
                </a:solidFill>
              </a:defRPr>
            </a:lvl2pPr>
            <a:lvl3pPr algn="l">
              <a:defRPr sz="2175" b="1">
                <a:solidFill>
                  <a:srgbClr val="122033"/>
                </a:solidFill>
              </a:defRPr>
            </a:lvl3pPr>
            <a:lvl4pPr algn="l">
              <a:defRPr sz="2175" b="1">
                <a:solidFill>
                  <a:srgbClr val="122033"/>
                </a:solidFill>
              </a:defRPr>
            </a:lvl4pPr>
            <a:lvl5pPr algn="l">
              <a:defRPr sz="2175" b="1">
                <a:solidFill>
                  <a:srgbClr val="122033"/>
                </a:solidFill>
              </a:defRPr>
            </a:lvl5pPr>
            <a:lvl6pPr algn="l">
              <a:defRPr sz="2175" b="1">
                <a:solidFill>
                  <a:srgbClr val="122033"/>
                </a:solidFill>
              </a:defRPr>
            </a:lvl6pPr>
            <a:lvl7pPr algn="l">
              <a:defRPr sz="2175" b="1">
                <a:solidFill>
                  <a:srgbClr val="122033"/>
                </a:solidFill>
              </a:defRPr>
            </a:lvl7pPr>
            <a:lvl8pPr algn="l">
              <a:defRPr sz="2175" b="1">
                <a:solidFill>
                  <a:srgbClr val="122033"/>
                </a:solidFill>
              </a:defRPr>
            </a:lvl8pPr>
            <a:lvl9pPr algn="l">
              <a:defRPr sz="21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033"/>
                </a:solidFill>
              </a:defRPr>
            </a:pPr>
            <a:r>
              <a:rPr sz="2175" b="1">
                <a:solidFill>
                  <a:srgbClr val="122033"/>
                </a:solidFill>
              </a:rPr>
              <a:t>Predict the result before running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6DB5B-432C-499D-9EBC-8E5A6455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0F766E"/>
                </a:solidFill>
              </a:defRPr>
            </a:defPPr>
            <a:lvl1pPr algn="ctr">
              <a:defRPr sz="2625" b="1">
                <a:solidFill>
                  <a:srgbClr val="0F766E"/>
                </a:solidFill>
              </a:defRPr>
            </a:lvl1pPr>
            <a:lvl2pPr algn="ctr">
              <a:defRPr sz="2625" b="1">
                <a:solidFill>
                  <a:srgbClr val="0F766E"/>
                </a:solidFill>
              </a:defRPr>
            </a:lvl2pPr>
            <a:lvl3pPr algn="ctr">
              <a:defRPr sz="2625" b="1">
                <a:solidFill>
                  <a:srgbClr val="0F766E"/>
                </a:solidFill>
              </a:defRPr>
            </a:lvl3pPr>
            <a:lvl4pPr algn="ctr">
              <a:defRPr sz="2625" b="1">
                <a:solidFill>
                  <a:srgbClr val="0F766E"/>
                </a:solidFill>
              </a:defRPr>
            </a:lvl4pPr>
            <a:lvl5pPr algn="ctr">
              <a:defRPr sz="2625" b="1">
                <a:solidFill>
                  <a:srgbClr val="0F766E"/>
                </a:solidFill>
              </a:defRPr>
            </a:lvl5pPr>
            <a:lvl6pPr algn="ctr">
              <a:defRPr sz="2625" b="1">
                <a:solidFill>
                  <a:srgbClr val="0F766E"/>
                </a:solidFill>
              </a:defRPr>
            </a:lvl6pPr>
            <a:lvl7pPr algn="ctr">
              <a:defRPr sz="2625" b="1">
                <a:solidFill>
                  <a:srgbClr val="0F766E"/>
                </a:solidFill>
              </a:defRPr>
            </a:lvl7pPr>
            <a:lvl8pPr algn="ctr">
              <a:defRPr sz="2625" b="1">
                <a:solidFill>
                  <a:srgbClr val="0F766E"/>
                </a:solidFill>
              </a:defRPr>
            </a:lvl8pPr>
            <a:lvl9pPr algn="ctr">
              <a:defRPr sz="26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B43B0-58E1-48CE-A624-A8003BA6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0507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033"/>
                </a:solidFill>
              </a:defRPr>
            </a:defPPr>
            <a:lvl1pPr algn="l">
              <a:defRPr sz="2175" b="1">
                <a:solidFill>
                  <a:srgbClr val="122033"/>
                </a:solidFill>
              </a:defRPr>
            </a:lvl1pPr>
            <a:lvl2pPr algn="l">
              <a:defRPr sz="2175" b="1">
                <a:solidFill>
                  <a:srgbClr val="122033"/>
                </a:solidFill>
              </a:defRPr>
            </a:lvl2pPr>
            <a:lvl3pPr algn="l">
              <a:defRPr sz="2175" b="1">
                <a:solidFill>
                  <a:srgbClr val="122033"/>
                </a:solidFill>
              </a:defRPr>
            </a:lvl3pPr>
            <a:lvl4pPr algn="l">
              <a:defRPr sz="2175" b="1">
                <a:solidFill>
                  <a:srgbClr val="122033"/>
                </a:solidFill>
              </a:defRPr>
            </a:lvl4pPr>
            <a:lvl5pPr algn="l">
              <a:defRPr sz="2175" b="1">
                <a:solidFill>
                  <a:srgbClr val="122033"/>
                </a:solidFill>
              </a:defRPr>
            </a:lvl5pPr>
            <a:lvl6pPr algn="l">
              <a:defRPr sz="2175" b="1">
                <a:solidFill>
                  <a:srgbClr val="122033"/>
                </a:solidFill>
              </a:defRPr>
            </a:lvl6pPr>
            <a:lvl7pPr algn="l">
              <a:defRPr sz="2175" b="1">
                <a:solidFill>
                  <a:srgbClr val="122033"/>
                </a:solidFill>
              </a:defRPr>
            </a:lvl7pPr>
            <a:lvl8pPr algn="l">
              <a:defRPr sz="2175" b="1">
                <a:solidFill>
                  <a:srgbClr val="122033"/>
                </a:solidFill>
              </a:defRPr>
            </a:lvl8pPr>
            <a:lvl9pPr algn="l">
              <a:defRPr sz="21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033"/>
                </a:solidFill>
              </a:defRPr>
            </a:pPr>
            <a:r>
              <a:rPr sz="2175" b="1">
                <a:solidFill>
                  <a:srgbClr val="122033"/>
                </a:solidFill>
              </a:rPr>
              <a:t>Run one test and read the actual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DBF09-AA7D-4B61-9E6F-60B0EA08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0F766E"/>
                </a:solidFill>
              </a:defRPr>
            </a:defPPr>
            <a:lvl1pPr algn="ctr">
              <a:defRPr sz="2625" b="1">
                <a:solidFill>
                  <a:srgbClr val="0F766E"/>
                </a:solidFill>
              </a:defRPr>
            </a:lvl1pPr>
            <a:lvl2pPr algn="ctr">
              <a:defRPr sz="2625" b="1">
                <a:solidFill>
                  <a:srgbClr val="0F766E"/>
                </a:solidFill>
              </a:defRPr>
            </a:lvl2pPr>
            <a:lvl3pPr algn="ctr">
              <a:defRPr sz="2625" b="1">
                <a:solidFill>
                  <a:srgbClr val="0F766E"/>
                </a:solidFill>
              </a:defRPr>
            </a:lvl3pPr>
            <a:lvl4pPr algn="ctr">
              <a:defRPr sz="2625" b="1">
                <a:solidFill>
                  <a:srgbClr val="0F766E"/>
                </a:solidFill>
              </a:defRPr>
            </a:lvl4pPr>
            <a:lvl5pPr algn="ctr">
              <a:defRPr sz="2625" b="1">
                <a:solidFill>
                  <a:srgbClr val="0F766E"/>
                </a:solidFill>
              </a:defRPr>
            </a:lvl5pPr>
            <a:lvl6pPr algn="ctr">
              <a:defRPr sz="2625" b="1">
                <a:solidFill>
                  <a:srgbClr val="0F766E"/>
                </a:solidFill>
              </a:defRPr>
            </a:lvl6pPr>
            <a:lvl7pPr algn="ctr">
              <a:defRPr sz="2625" b="1">
                <a:solidFill>
                  <a:srgbClr val="0F766E"/>
                </a:solidFill>
              </a:defRPr>
            </a:lvl7pPr>
            <a:lvl8pPr algn="ctr">
              <a:defRPr sz="2625" b="1">
                <a:solidFill>
                  <a:srgbClr val="0F766E"/>
                </a:solidFill>
              </a:defRPr>
            </a:lvl8pPr>
            <a:lvl9pPr algn="ctr">
              <a:defRPr sz="26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C2D20-F5AA-42DE-96D4-AE8E9D1A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09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033"/>
                </a:solidFill>
              </a:defRPr>
            </a:defPPr>
            <a:lvl1pPr algn="l">
              <a:defRPr sz="2175" b="1">
                <a:solidFill>
                  <a:srgbClr val="122033"/>
                </a:solidFill>
              </a:defRPr>
            </a:lvl1pPr>
            <a:lvl2pPr algn="l">
              <a:defRPr sz="2175" b="1">
                <a:solidFill>
                  <a:srgbClr val="122033"/>
                </a:solidFill>
              </a:defRPr>
            </a:lvl2pPr>
            <a:lvl3pPr algn="l">
              <a:defRPr sz="2175" b="1">
                <a:solidFill>
                  <a:srgbClr val="122033"/>
                </a:solidFill>
              </a:defRPr>
            </a:lvl3pPr>
            <a:lvl4pPr algn="l">
              <a:defRPr sz="2175" b="1">
                <a:solidFill>
                  <a:srgbClr val="122033"/>
                </a:solidFill>
              </a:defRPr>
            </a:lvl4pPr>
            <a:lvl5pPr algn="l">
              <a:defRPr sz="2175" b="1">
                <a:solidFill>
                  <a:srgbClr val="122033"/>
                </a:solidFill>
              </a:defRPr>
            </a:lvl5pPr>
            <a:lvl6pPr algn="l">
              <a:defRPr sz="2175" b="1">
                <a:solidFill>
                  <a:srgbClr val="122033"/>
                </a:solidFill>
              </a:defRPr>
            </a:lvl6pPr>
            <a:lvl7pPr algn="l">
              <a:defRPr sz="2175" b="1">
                <a:solidFill>
                  <a:srgbClr val="122033"/>
                </a:solidFill>
              </a:defRPr>
            </a:lvl7pPr>
            <a:lvl8pPr algn="l">
              <a:defRPr sz="2175" b="1">
                <a:solidFill>
                  <a:srgbClr val="122033"/>
                </a:solidFill>
              </a:defRPr>
            </a:lvl8pPr>
            <a:lvl9pPr algn="l">
              <a:defRPr sz="21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033"/>
                </a:solidFill>
              </a:defRPr>
            </a:pPr>
            <a:r>
              <a:rPr sz="2175" b="1">
                <a:solidFill>
                  <a:srgbClr val="122033"/>
                </a:solidFill>
              </a:rPr>
              <a:t>Find the first value that differs from the 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5748B-6E77-4D4D-B1BC-BAAF9D0C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0F766E"/>
                </a:solidFill>
              </a:defRPr>
            </a:defPPr>
            <a:lvl1pPr algn="ctr">
              <a:defRPr sz="2625" b="1">
                <a:solidFill>
                  <a:srgbClr val="0F766E"/>
                </a:solidFill>
              </a:defRPr>
            </a:lvl1pPr>
            <a:lvl2pPr algn="ctr">
              <a:defRPr sz="2625" b="1">
                <a:solidFill>
                  <a:srgbClr val="0F766E"/>
                </a:solidFill>
              </a:defRPr>
            </a:lvl2pPr>
            <a:lvl3pPr algn="ctr">
              <a:defRPr sz="2625" b="1">
                <a:solidFill>
                  <a:srgbClr val="0F766E"/>
                </a:solidFill>
              </a:defRPr>
            </a:lvl3pPr>
            <a:lvl4pPr algn="ctr">
              <a:defRPr sz="2625" b="1">
                <a:solidFill>
                  <a:srgbClr val="0F766E"/>
                </a:solidFill>
              </a:defRPr>
            </a:lvl4pPr>
            <a:lvl5pPr algn="ctr">
              <a:defRPr sz="2625" b="1">
                <a:solidFill>
                  <a:srgbClr val="0F766E"/>
                </a:solidFill>
              </a:defRPr>
            </a:lvl5pPr>
            <a:lvl6pPr algn="ctr">
              <a:defRPr sz="2625" b="1">
                <a:solidFill>
                  <a:srgbClr val="0F766E"/>
                </a:solidFill>
              </a:defRPr>
            </a:lvl6pPr>
            <a:lvl7pPr algn="ctr">
              <a:defRPr sz="2625" b="1">
                <a:solidFill>
                  <a:srgbClr val="0F766E"/>
                </a:solidFill>
              </a:defRPr>
            </a:lvl7pPr>
            <a:lvl8pPr algn="ctr">
              <a:defRPr sz="2625" b="1">
                <a:solidFill>
                  <a:srgbClr val="0F766E"/>
                </a:solidFill>
              </a:defRPr>
            </a:lvl8pPr>
            <a:lvl9pPr algn="ctr">
              <a:defRPr sz="26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3E296-2893-4D40-98E6-8B269983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1482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033"/>
                </a:solidFill>
              </a:defRPr>
            </a:defPPr>
            <a:lvl1pPr algn="l">
              <a:defRPr sz="2175" b="1">
                <a:solidFill>
                  <a:srgbClr val="122033"/>
                </a:solidFill>
              </a:defRPr>
            </a:lvl1pPr>
            <a:lvl2pPr algn="l">
              <a:defRPr sz="2175" b="1">
                <a:solidFill>
                  <a:srgbClr val="122033"/>
                </a:solidFill>
              </a:defRPr>
            </a:lvl2pPr>
            <a:lvl3pPr algn="l">
              <a:defRPr sz="2175" b="1">
                <a:solidFill>
                  <a:srgbClr val="122033"/>
                </a:solidFill>
              </a:defRPr>
            </a:lvl3pPr>
            <a:lvl4pPr algn="l">
              <a:defRPr sz="2175" b="1">
                <a:solidFill>
                  <a:srgbClr val="122033"/>
                </a:solidFill>
              </a:defRPr>
            </a:lvl4pPr>
            <a:lvl5pPr algn="l">
              <a:defRPr sz="2175" b="1">
                <a:solidFill>
                  <a:srgbClr val="122033"/>
                </a:solidFill>
              </a:defRPr>
            </a:lvl5pPr>
            <a:lvl6pPr algn="l">
              <a:defRPr sz="2175" b="1">
                <a:solidFill>
                  <a:srgbClr val="122033"/>
                </a:solidFill>
              </a:defRPr>
            </a:lvl6pPr>
            <a:lvl7pPr algn="l">
              <a:defRPr sz="2175" b="1">
                <a:solidFill>
                  <a:srgbClr val="122033"/>
                </a:solidFill>
              </a:defRPr>
            </a:lvl7pPr>
            <a:lvl8pPr algn="l">
              <a:defRPr sz="2175" b="1">
                <a:solidFill>
                  <a:srgbClr val="122033"/>
                </a:solidFill>
              </a:defRPr>
            </a:lvl8pPr>
            <a:lvl9pPr algn="l">
              <a:defRPr sz="21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033"/>
                </a:solidFill>
              </a:defRPr>
            </a:pPr>
            <a:r>
              <a:rPr sz="2175" b="1">
                <a:solidFill>
                  <a:srgbClr val="122033"/>
                </a:solidFill>
              </a:rPr>
              <a:t>Change one thing, then run the same test again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A9C86-5B6E-484B-B582-033F9F21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E85D4A"/>
                </a:solidFill>
              </a:defRPr>
            </a:defPPr>
            <a:lvl1pPr algn="ctr">
              <a:defRPr sz="1650" b="1">
                <a:solidFill>
                  <a:srgbClr val="E85D4A"/>
                </a:solidFill>
              </a:defRPr>
            </a:lvl1pPr>
            <a:lvl2pPr algn="ctr">
              <a:defRPr sz="1650" b="1">
                <a:solidFill>
                  <a:srgbClr val="E85D4A"/>
                </a:solidFill>
              </a:defRPr>
            </a:lvl2pPr>
            <a:lvl3pPr algn="ctr">
              <a:defRPr sz="1650" b="1">
                <a:solidFill>
                  <a:srgbClr val="E85D4A"/>
                </a:solidFill>
              </a:defRPr>
            </a:lvl3pPr>
            <a:lvl4pPr algn="ctr">
              <a:defRPr sz="1650" b="1">
                <a:solidFill>
                  <a:srgbClr val="E85D4A"/>
                </a:solidFill>
              </a:defRPr>
            </a:lvl4pPr>
            <a:lvl5pPr algn="ctr">
              <a:defRPr sz="1650" b="1">
                <a:solidFill>
                  <a:srgbClr val="E85D4A"/>
                </a:solidFill>
              </a:defRPr>
            </a:lvl5pPr>
            <a:lvl6pPr algn="ctr">
              <a:defRPr sz="1650" b="1">
                <a:solidFill>
                  <a:srgbClr val="E85D4A"/>
                </a:solidFill>
              </a:defRPr>
            </a:lvl6pPr>
            <a:lvl7pPr algn="ctr">
              <a:defRPr sz="1650" b="1">
                <a:solidFill>
                  <a:srgbClr val="E85D4A"/>
                </a:solidFill>
              </a:defRPr>
            </a:lvl7pPr>
            <a:lvl8pPr algn="ctr">
              <a:defRPr sz="1650" b="1">
                <a:solidFill>
                  <a:srgbClr val="E85D4A"/>
                </a:solidFill>
              </a:defRPr>
            </a:lvl8pPr>
            <a:lvl9pPr algn="ctr">
              <a:defRPr sz="165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E85D4A"/>
                </a:solidFill>
              </a:defRPr>
            </a:pPr>
            <a:r>
              <a:rPr sz="1650" b="1">
                <a:solidFill>
                  <a:srgbClr val="E85D4A"/>
                </a:solidFill>
              </a:rPr>
              <a:t>The Mario labs use failure animations because engineers learn by testing and repairing systems.</a:t>
            </a:r>
          </a:p>
        </p:txBody>
      </p:sp>
    </p:spTree>
    <p:extLst>
      <p:ext uri="{BB962C8B-B14F-4D97-AF65-F5344CB8AC3E}">
        <p14:creationId xmlns:p14="http://schemas.microsoft.com/office/powerpoint/2010/main" val="15472939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1B33B-D5B5-4F1E-9B03-AABB49DA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E6B80-AF2C-43EB-8212-58C2875D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Mario Python review game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B2FD3-580D-4300-835C-3D65F638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Use the game to identify which concepts need practice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9CFEC-7DBA-4DB7-92BC-6AF2F111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5DE24-5A45-4FF2-9CBD-645E8F61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FE90E-8473-4EBD-AFB7-7D4FB07B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81125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We play together on the projector as one class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F92E7-4E86-4CCF-8933-C9881223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621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5FD29-EE18-40F0-84BF-3C6603F6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62175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One student controls the answer while everyone votes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AC65D-981F-42BE-8894-90B7D444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432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5A0EF-1993-48BD-A687-132DF072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Vote before the 20-second timer ends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858BE-DBA8-40EE-A4A9-71325B27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242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27C1E-7275-459B-9CC2-07874A18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24275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Name the concept after every answer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CA0171-F0E0-49FA-B76B-AB53F5B6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053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C0AE7-3787-4364-8F77-C12A9C54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Rotate the controller after each Python world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90DB1-49CB-4FFF-8C7C-D22FE6BA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E85D4A"/>
                </a:solidFill>
              </a:defRPr>
            </a:defPPr>
            <a:lvl1pPr algn="ctr">
              <a:defRPr sz="1950" b="1">
                <a:solidFill>
                  <a:srgbClr val="E85D4A"/>
                </a:solidFill>
              </a:defRPr>
            </a:lvl1pPr>
            <a:lvl2pPr algn="ctr">
              <a:defRPr sz="1950" b="1">
                <a:solidFill>
                  <a:srgbClr val="E85D4A"/>
                </a:solidFill>
              </a:defRPr>
            </a:lvl2pPr>
            <a:lvl3pPr algn="ctr">
              <a:defRPr sz="1950" b="1">
                <a:solidFill>
                  <a:srgbClr val="E85D4A"/>
                </a:solidFill>
              </a:defRPr>
            </a:lvl3pPr>
            <a:lvl4pPr algn="ctr">
              <a:defRPr sz="1950" b="1">
                <a:solidFill>
                  <a:srgbClr val="E85D4A"/>
                </a:solidFill>
              </a:defRPr>
            </a:lvl4pPr>
            <a:lvl5pPr algn="ctr">
              <a:defRPr sz="1950" b="1">
                <a:solidFill>
                  <a:srgbClr val="E85D4A"/>
                </a:solidFill>
              </a:defRPr>
            </a:lvl5pPr>
            <a:lvl6pPr algn="ctr">
              <a:defRPr sz="1950" b="1">
                <a:solidFill>
                  <a:srgbClr val="E85D4A"/>
                </a:solidFill>
              </a:defRPr>
            </a:lvl6pPr>
            <a:lvl7pPr algn="ctr">
              <a:defRPr sz="1950" b="1">
                <a:solidFill>
                  <a:srgbClr val="E85D4A"/>
                </a:solidFill>
              </a:defRPr>
            </a:lvl7pPr>
            <a:lvl8pPr algn="ctr">
              <a:defRPr sz="1950" b="1">
                <a:solidFill>
                  <a:srgbClr val="E85D4A"/>
                </a:solidFill>
              </a:defRPr>
            </a:lvl8pPr>
            <a:lvl9pPr algn="ctr">
              <a:defRPr sz="195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E85D4A"/>
                </a:solidFill>
              </a:defRPr>
            </a:pPr>
            <a:r>
              <a:rPr sz="1950" b="1">
                <a:solidFill>
                  <a:srgbClr val="E85D4A"/>
                </a:solidFill>
              </a:rPr>
              <a:t>After the final gate, form teams of 3 or 4 for Module 1.</a:t>
            </a:r>
          </a:p>
        </p:txBody>
      </p:sp>
    </p:spTree>
    <p:extLst>
      <p:ext uri="{BB962C8B-B14F-4D97-AF65-F5344CB8AC3E}">
        <p14:creationId xmlns:p14="http://schemas.microsoft.com/office/powerpoint/2010/main" val="4020126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D8D6A-1F91-4EEB-8206-57178592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08448-8782-44BF-B80A-ED0FF333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Google Colab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F3F6C-AEF2-4C87-A44A-D4A1D9F0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whole-class Mario game leads into the first team notebook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B16DA-4F6C-4839-9253-1FC81BD4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10F8D-FF33-4A70-B495-7DB92512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65726-2739-4883-BA6E-5F887FF8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2875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Form a team of 3 or 4 after the review game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BA70C-356A-412A-B8D1-46A52E71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66ADA-BD3F-40F6-B4A1-EDDFFD70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Open Module 1 from the Week 5 GitHub README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94A9C-E705-49F5-A331-D277F71A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A83BA-9D5F-4E07-8E80-B90A1169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Sign into the Google account you will use for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4085D-A78E-434E-B4A8-E0B2D545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08FBB-1496-4E93-AF4E-91F70AF3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Choose File, then Save a copy in Drive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FD85F-492C-4B99-B797-B0688B96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885CB-7DF4-4FD4-84D2-F3EC1BFD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Rename the copy with your name and module number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B3F12-35AE-45CB-836F-68DEF05B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1042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E85D4A"/>
                </a:solidFill>
              </a:defRPr>
            </a:defPPr>
            <a:lvl1pPr algn="l">
              <a:defRPr sz="1575" b="1">
                <a:solidFill>
                  <a:srgbClr val="E85D4A"/>
                </a:solidFill>
              </a:defRPr>
            </a:lvl1pPr>
            <a:lvl2pPr algn="l">
              <a:defRPr sz="1575" b="1">
                <a:solidFill>
                  <a:srgbClr val="E85D4A"/>
                </a:solidFill>
              </a:defRPr>
            </a:lvl2pPr>
            <a:lvl3pPr algn="l">
              <a:defRPr sz="1575" b="1">
                <a:solidFill>
                  <a:srgbClr val="E85D4A"/>
                </a:solidFill>
              </a:defRPr>
            </a:lvl3pPr>
            <a:lvl4pPr algn="l">
              <a:defRPr sz="1575" b="1">
                <a:solidFill>
                  <a:srgbClr val="E85D4A"/>
                </a:solidFill>
              </a:defRPr>
            </a:lvl4pPr>
            <a:lvl5pPr algn="l">
              <a:defRPr sz="1575" b="1">
                <a:solidFill>
                  <a:srgbClr val="E85D4A"/>
                </a:solidFill>
              </a:defRPr>
            </a:lvl5pPr>
            <a:lvl6pPr algn="l">
              <a:defRPr sz="1575" b="1">
                <a:solidFill>
                  <a:srgbClr val="E85D4A"/>
                </a:solidFill>
              </a:defRPr>
            </a:lvl6pPr>
            <a:lvl7pPr algn="l">
              <a:defRPr sz="1575" b="1">
                <a:solidFill>
                  <a:srgbClr val="E85D4A"/>
                </a:solidFill>
              </a:defRPr>
            </a:lvl7pPr>
            <a:lvl8pPr algn="l">
              <a:defRPr sz="1575" b="1">
                <a:solidFill>
                  <a:srgbClr val="E85D4A"/>
                </a:solidFill>
              </a:defRPr>
            </a:lvl8pPr>
            <a:lvl9pPr algn="l">
              <a:defRPr sz="157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E85D4A"/>
                </a:solidFill>
              </a:defRPr>
            </a:pPr>
            <a:r>
              <a:rPr sz="1575" b="1">
                <a:solidFill>
                  <a:srgbClr val="E85D4A"/>
                </a:solidFill>
              </a:rPr>
              <a:t>git pull updates a repository on a local computer. You do not need it for today’s Colab lesson.</a:t>
            </a:r>
          </a:p>
        </p:txBody>
      </p:sp>
    </p:spTree>
    <p:extLst>
      <p:ext uri="{BB962C8B-B14F-4D97-AF65-F5344CB8AC3E}">
        <p14:creationId xmlns:p14="http://schemas.microsoft.com/office/powerpoint/2010/main" val="20037968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C8F81-0BD1-4570-ADE2-80EB2470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6ADAE-8BBC-46D9-8591-09C224CE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Super Mario Debug 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DDDAF-721C-4204-BCA8-3A7357A3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Module 1 continues the same concepts and team energy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31035-1CB4-4FD3-B154-94AE1151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B6DE9-4BF9-4E75-9505-925C4A21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04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1BB35-EA01-4050-8D21-E3A83352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049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Work in the team you formed after the class game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E8229-9155-4CE7-BBAF-BDF21654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DD2AE-E11B-4110-B565-4C8BF38A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Choose Driver, Navigator, Predictor, and Debugger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A7ABD-153C-43CC-AA98-3BE411EB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6DF8D-F853-469C-9722-F5C68690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Run each broken mission once and watch Mario fail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BBC54-F854-41E0-AAD5-11FB2806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2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A3BD8-D99C-4827-B2E2-8025BC81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624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Use the tips to repair variables, lists, and 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1A584-24F1-4472-B80E-418EF314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A2A54-C450-45BE-ADDD-AB4B8159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815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Finish with the Mario versus Bowser coding challenge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9C27E-1722-4D06-8288-8B3800FD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D4ED8"/>
                </a:solidFill>
              </a:defRPr>
            </a:defPPr>
            <a:lvl1pPr algn="l">
              <a:defRPr sz="1800" b="1">
                <a:solidFill>
                  <a:srgbClr val="1D4ED8"/>
                </a:solidFill>
              </a:defRPr>
            </a:lvl1pPr>
            <a:lvl2pPr algn="l">
              <a:defRPr sz="1800" b="1">
                <a:solidFill>
                  <a:srgbClr val="1D4ED8"/>
                </a:solidFill>
              </a:defRPr>
            </a:lvl2pPr>
            <a:lvl3pPr algn="l">
              <a:defRPr sz="1800" b="1">
                <a:solidFill>
                  <a:srgbClr val="1D4ED8"/>
                </a:solidFill>
              </a:defRPr>
            </a:lvl3pPr>
            <a:lvl4pPr algn="l">
              <a:defRPr sz="1800" b="1">
                <a:solidFill>
                  <a:srgbClr val="1D4ED8"/>
                </a:solidFill>
              </a:defRPr>
            </a:lvl4pPr>
            <a:lvl5pPr algn="l">
              <a:defRPr sz="1800" b="1">
                <a:solidFill>
                  <a:srgbClr val="1D4ED8"/>
                </a:solidFill>
              </a:defRPr>
            </a:lvl5pPr>
            <a:lvl6pPr algn="l">
              <a:defRPr sz="1800" b="1">
                <a:solidFill>
                  <a:srgbClr val="1D4ED8"/>
                </a:solidFill>
              </a:defRPr>
            </a:lvl6pPr>
            <a:lvl7pPr algn="l">
              <a:defRPr sz="1800" b="1">
                <a:solidFill>
                  <a:srgbClr val="1D4ED8"/>
                </a:solidFill>
              </a:defRPr>
            </a:lvl7pPr>
            <a:lvl8pPr algn="l">
              <a:defRPr sz="1800" b="1">
                <a:solidFill>
                  <a:srgbClr val="1D4ED8"/>
                </a:solidFill>
              </a:defRPr>
            </a:lvl8pPr>
            <a:lvl9pPr algn="l">
              <a:defRPr sz="180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Open module-1-game-loadout.ipynb in Colab</a:t>
            </a:r>
          </a:p>
        </p:txBody>
      </p:sp>
    </p:spTree>
    <p:extLst>
      <p:ext uri="{BB962C8B-B14F-4D97-AF65-F5344CB8AC3E}">
        <p14:creationId xmlns:p14="http://schemas.microsoft.com/office/powerpoint/2010/main" val="8885070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FCAA6-DCAE-459D-B5E4-C1346947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4D75E-3F01-465E-918A-A75CC16E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ECB29-938C-411A-BCB6-A78E62FC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DB4EC-CB52-489A-98ED-D0256858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96122-32CE-43E3-A3CA-2B8250EB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071A33"/>
                </a:solidFill>
              </a:defRPr>
            </a:defPPr>
            <a:lvl1pPr algn="ctr">
              <a:defRPr sz="2400" b="1">
                <a:solidFill>
                  <a:srgbClr val="071A33"/>
                </a:solidFill>
              </a:defRPr>
            </a:lvl1pPr>
            <a:lvl2pPr algn="ctr">
              <a:defRPr sz="2400" b="1">
                <a:solidFill>
                  <a:srgbClr val="071A33"/>
                </a:solidFill>
              </a:defRPr>
            </a:lvl2pPr>
            <a:lvl3pPr algn="ctr">
              <a:defRPr sz="2400" b="1">
                <a:solidFill>
                  <a:srgbClr val="071A33"/>
                </a:solidFill>
              </a:defRPr>
            </a:lvl3pPr>
            <a:lvl4pPr algn="ctr">
              <a:defRPr sz="2400" b="1">
                <a:solidFill>
                  <a:srgbClr val="071A33"/>
                </a:solidFill>
              </a:defRPr>
            </a:lvl4pPr>
            <a:lvl5pPr algn="ctr">
              <a:defRPr sz="2400" b="1">
                <a:solidFill>
                  <a:srgbClr val="071A33"/>
                </a:solidFill>
              </a:defRPr>
            </a:lvl5pPr>
            <a:lvl6pPr algn="ctr">
              <a:defRPr sz="2400" b="1">
                <a:solidFill>
                  <a:srgbClr val="071A33"/>
                </a:solidFill>
              </a:defRPr>
            </a:lvl6pPr>
            <a:lvl7pPr algn="ctr">
              <a:defRPr sz="2400" b="1">
                <a:solidFill>
                  <a:srgbClr val="071A33"/>
                </a:solidFill>
              </a:defRPr>
            </a:lvl7pPr>
            <a:lvl8pPr algn="ctr">
              <a:defRPr sz="2400" b="1">
                <a:solidFill>
                  <a:srgbClr val="071A33"/>
                </a:solidFill>
              </a:defRPr>
            </a:lvl8pPr>
            <a:lvl9pPr algn="ctr">
              <a:defRPr sz="24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71A33"/>
                </a:solidFill>
              </a:defRPr>
            </a:pPr>
            <a:r>
              <a:rPr sz="2400" b="1">
                <a:solidFill>
                  <a:srgbClr val="071A33"/>
                </a:solidFill>
              </a:rPr>
              <a:t>Stand up. Get water. Be back when the timer ends.</a:t>
            </a:r>
          </a:p>
        </p:txBody>
      </p:sp>
    </p:spTree>
    <p:extLst>
      <p:ext uri="{BB962C8B-B14F-4D97-AF65-F5344CB8AC3E}">
        <p14:creationId xmlns:p14="http://schemas.microsoft.com/office/powerpoint/2010/main" val="6023144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D4182-EEA7-4850-BAA4-A84255BF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1F4AF-BEDC-49E7-866B-8C3D0AE6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2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92157-F9E0-49EC-9BA7-E55DFBC0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Arcade Loop Trainer is today’s main learning block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51C0B-32E5-4537-9C09-19DBAABB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5FA80-BB7F-4930-997F-5F5B7E04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544A5-D450-4E2A-977D-6F6930EE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Act out one loop with student volunteers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974FD-0233-4442-A387-C548F369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75FCA-9452-4EC5-B482-3C676633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Trace a counter through four iterations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D665D-E5C5-4572-93DB-9C6079FC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2ECCD-2082-4340-BFEC-1428513C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Trace an accumulator through three 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D59CD-A1D3-42DC-9643-3DBAE318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F3FB6-2D91-4B25-9396-0856B737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Build a new list inside a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B7BD4-9D44-4CE0-84BD-1271C64A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92383-AE59-4141-A1F7-5BEDD640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Repair a while loop so it stops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EA6164-8DDF-4D8C-A321-FB7E7134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A61A9-0F6D-4C94-855F-8687D8AB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Complete the arcade scoreboard boss</a:t>
            </a:r>
          </a:p>
        </p:txBody>
      </p:sp>
    </p:spTree>
    <p:extLst>
      <p:ext uri="{BB962C8B-B14F-4D97-AF65-F5344CB8AC3E}">
        <p14:creationId xmlns:p14="http://schemas.microsoft.com/office/powerpoint/2010/main" val="17278571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26775-3F7F-48B1-86D8-98FAF8C0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88E84-C013-41A4-91B3-5D835435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Loop boss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A7F1A-AC64-44B9-B372-DEF21668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Count games, total scores, and identify bonus rounds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AAD03-7A65-4166-A744-5352DEEB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D23D2-66F7-46B4-AC2D-EDFA5E09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69532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99C25-3050-43CB-8825-4156F069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19250"/>
            <a:ext cx="64198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scores = [8, 12, 5, 15]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games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games += 1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+= score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if score &gt;= 10: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print("BONUS", score)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F747D-8A52-453D-B12E-B0F54BA2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Before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5B943-7A97-4016-A750-9B453451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games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total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bonus scores = ___</a:t>
            </a:r>
          </a:p>
        </p:txBody>
      </p:sp>
    </p:spTree>
    <p:extLst>
      <p:ext uri="{BB962C8B-B14F-4D97-AF65-F5344CB8AC3E}">
        <p14:creationId xmlns:p14="http://schemas.microsoft.com/office/powerpoint/2010/main" val="920495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BE239-1DB5-4763-A0B0-4A23555F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5E3B7-CABB-43B5-8624-448414BE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55425-06D7-4A4C-AE43-DDB8490A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9821D-1AB2-45D4-ADE0-16A80BF3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4C6F0-07B5-4BA7-86A7-715BA27F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071A33"/>
                </a:solidFill>
              </a:defRPr>
            </a:defPPr>
            <a:lvl1pPr algn="ctr">
              <a:defRPr sz="2400" b="1">
                <a:solidFill>
                  <a:srgbClr val="071A33"/>
                </a:solidFill>
              </a:defRPr>
            </a:lvl1pPr>
            <a:lvl2pPr algn="ctr">
              <a:defRPr sz="2400" b="1">
                <a:solidFill>
                  <a:srgbClr val="071A33"/>
                </a:solidFill>
              </a:defRPr>
            </a:lvl2pPr>
            <a:lvl3pPr algn="ctr">
              <a:defRPr sz="2400" b="1">
                <a:solidFill>
                  <a:srgbClr val="071A33"/>
                </a:solidFill>
              </a:defRPr>
            </a:lvl3pPr>
            <a:lvl4pPr algn="ctr">
              <a:defRPr sz="2400" b="1">
                <a:solidFill>
                  <a:srgbClr val="071A33"/>
                </a:solidFill>
              </a:defRPr>
            </a:lvl4pPr>
            <a:lvl5pPr algn="ctr">
              <a:defRPr sz="2400" b="1">
                <a:solidFill>
                  <a:srgbClr val="071A33"/>
                </a:solidFill>
              </a:defRPr>
            </a:lvl5pPr>
            <a:lvl6pPr algn="ctr">
              <a:defRPr sz="2400" b="1">
                <a:solidFill>
                  <a:srgbClr val="071A33"/>
                </a:solidFill>
              </a:defRPr>
            </a:lvl6pPr>
            <a:lvl7pPr algn="ctr">
              <a:defRPr sz="2400" b="1">
                <a:solidFill>
                  <a:srgbClr val="071A33"/>
                </a:solidFill>
              </a:defRPr>
            </a:lvl7pPr>
            <a:lvl8pPr algn="ctr">
              <a:defRPr sz="2400" b="1">
                <a:solidFill>
                  <a:srgbClr val="071A33"/>
                </a:solidFill>
              </a:defRPr>
            </a:lvl8pPr>
            <a:lvl9pPr algn="ctr">
              <a:defRPr sz="24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71A33"/>
                </a:solidFill>
              </a:defRPr>
            </a:pPr>
            <a:r>
              <a:rPr sz="2400" b="1">
                <a:solidFill>
                  <a:srgbClr val="071A33"/>
                </a:solidFill>
              </a:rPr>
              <a:t>Reset your brain. Module 3 connects functions and loops.</a:t>
            </a:r>
          </a:p>
        </p:txBody>
      </p:sp>
    </p:spTree>
    <p:extLst>
      <p:ext uri="{BB962C8B-B14F-4D97-AF65-F5344CB8AC3E}">
        <p14:creationId xmlns:p14="http://schemas.microsoft.com/office/powerpoint/2010/main" val="20112612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9BBAD-56BA-4310-8BC7-E7AF5A51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30696-F0FA-4861-9A96-1DF3F5D2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3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64F8A-42E5-4079-8581-6B88E2C2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Power-Up Functions: name reusable jobs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F6B52-5D15-46D5-BB0A-053A26DC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A1A84-2B4A-401A-A6D0-C90174EA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6572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D701D-DBF9-4BCA-8035-12825B15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6038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add_bonus(score, bonus):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new_score = score + bonus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new_score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final_score = add_bonus(10, 5)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0ADD1-E9E9-4175-81A1-5EF0731A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Trace the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B7E58-B939-4D94-8588-C724F0D1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304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arguments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10 and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parameters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score and bonus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return value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628886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06CA8-D6EE-422B-A79F-CB271BEC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BCEF9-EEFE-4A14-8F2F-7C74D5A1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Functions can contain loops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7A37C-894C-4E2D-AF5E-D4416D31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One function can own the complete totaling job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DFFB1-A7FD-4CEC-B6CF-4F8F16B0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6F817-DB71-4C10-9FEF-A38B406C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7334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6AB4A-4F7E-4272-A9AA-36E971DA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62125"/>
            <a:ext cx="68008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total_scores(scores):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total += score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team_total = total_scores([4, 6, 5])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0956A-6E71-4076-BD13-B49AB191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Explain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2D1CE-241D-4316-B05C-FF2515BE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57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enters?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repeats?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changes?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returns?</a:t>
            </a:r>
          </a:p>
        </p:txBody>
      </p:sp>
    </p:spTree>
    <p:extLst>
      <p:ext uri="{BB962C8B-B14F-4D97-AF65-F5344CB8AC3E}">
        <p14:creationId xmlns:p14="http://schemas.microsoft.com/office/powerpoint/2010/main" val="3411375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7ED6E2-3919-47C9-92FC-09FF5799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9A26C-5D3F-4E31-9D9B-8263AE47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Classes and objects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DB38C-0B80-4CB0-9672-B6D55EA1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 short preview for future lessons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C9408-3024-4891-AFB7-DBCEB7B7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994A4-02B4-4A6C-8EB0-271A03D0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F766E"/>
                </a:solidFill>
              </a:defRPr>
            </a:defPPr>
            <a:lvl1pPr algn="l">
              <a:defRPr sz="1425" b="1">
                <a:solidFill>
                  <a:srgbClr val="0F766E"/>
                </a:solidFill>
              </a:defRPr>
            </a:lvl1pPr>
            <a:lvl2pPr algn="l">
              <a:defRPr sz="1425" b="1">
                <a:solidFill>
                  <a:srgbClr val="0F766E"/>
                </a:solidFill>
              </a:defRPr>
            </a:lvl2pPr>
            <a:lvl3pPr algn="l">
              <a:defRPr sz="1425" b="1">
                <a:solidFill>
                  <a:srgbClr val="0F766E"/>
                </a:solidFill>
              </a:defRPr>
            </a:lvl3pPr>
            <a:lvl4pPr algn="l">
              <a:defRPr sz="1425" b="1">
                <a:solidFill>
                  <a:srgbClr val="0F766E"/>
                </a:solidFill>
              </a:defRPr>
            </a:lvl4pPr>
            <a:lvl5pPr algn="l">
              <a:defRPr sz="1425" b="1">
                <a:solidFill>
                  <a:srgbClr val="0F766E"/>
                </a:solidFill>
              </a:defRPr>
            </a:lvl5pPr>
            <a:lvl6pPr algn="l">
              <a:defRPr sz="1425" b="1">
                <a:solidFill>
                  <a:srgbClr val="0F766E"/>
                </a:solidFill>
              </a:defRPr>
            </a:lvl6pPr>
            <a:lvl7pPr algn="l">
              <a:defRPr sz="1425" b="1">
                <a:solidFill>
                  <a:srgbClr val="0F766E"/>
                </a:solidFill>
              </a:defRPr>
            </a:lvl7pPr>
            <a:lvl8pPr algn="l">
              <a:defRPr sz="1425" b="1">
                <a:solidFill>
                  <a:srgbClr val="0F766E"/>
                </a:solidFill>
              </a:defRPr>
            </a:lvl8pPr>
            <a:lvl9pPr algn="l">
              <a:defRPr sz="14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CLASS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BEF99-0EE3-4028-8F26-CE8CA618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A blueprint that describes shared data and 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DE895-6F28-4E36-B89C-5A353841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F766E"/>
                </a:solidFill>
              </a:defRPr>
            </a:defPPr>
            <a:lvl1pPr algn="l">
              <a:defRPr sz="1425" b="1">
                <a:solidFill>
                  <a:srgbClr val="0F766E"/>
                </a:solidFill>
              </a:defRPr>
            </a:lvl1pPr>
            <a:lvl2pPr algn="l">
              <a:defRPr sz="1425" b="1">
                <a:solidFill>
                  <a:srgbClr val="0F766E"/>
                </a:solidFill>
              </a:defRPr>
            </a:lvl2pPr>
            <a:lvl3pPr algn="l">
              <a:defRPr sz="1425" b="1">
                <a:solidFill>
                  <a:srgbClr val="0F766E"/>
                </a:solidFill>
              </a:defRPr>
            </a:lvl3pPr>
            <a:lvl4pPr algn="l">
              <a:defRPr sz="1425" b="1">
                <a:solidFill>
                  <a:srgbClr val="0F766E"/>
                </a:solidFill>
              </a:defRPr>
            </a:lvl4pPr>
            <a:lvl5pPr algn="l">
              <a:defRPr sz="1425" b="1">
                <a:solidFill>
                  <a:srgbClr val="0F766E"/>
                </a:solidFill>
              </a:defRPr>
            </a:lvl5pPr>
            <a:lvl6pPr algn="l">
              <a:defRPr sz="1425" b="1">
                <a:solidFill>
                  <a:srgbClr val="0F766E"/>
                </a:solidFill>
              </a:defRPr>
            </a:lvl6pPr>
            <a:lvl7pPr algn="l">
              <a:defRPr sz="1425" b="1">
                <a:solidFill>
                  <a:srgbClr val="0F766E"/>
                </a:solidFill>
              </a:defRPr>
            </a:lvl7pPr>
            <a:lvl8pPr algn="l">
              <a:defRPr sz="1425" b="1">
                <a:solidFill>
                  <a:srgbClr val="0F766E"/>
                </a:solidFill>
              </a:defRPr>
            </a:lvl8pPr>
            <a:lvl9pPr algn="l">
              <a:defRPr sz="14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OBJECT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3C442-FE01-4FA5-A334-72B76F92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One independent thing created from the blueprint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01F45-E4EA-4E98-B19A-140A5484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E85D4A"/>
                </a:solidFill>
              </a:defRPr>
            </a:defPPr>
            <a:lvl1pPr algn="l">
              <a:defRPr sz="1425" b="1">
                <a:solidFill>
                  <a:srgbClr val="E85D4A"/>
                </a:solidFill>
              </a:defRPr>
            </a:lvl1pPr>
            <a:lvl2pPr algn="l">
              <a:defRPr sz="1425" b="1">
                <a:solidFill>
                  <a:srgbClr val="E85D4A"/>
                </a:solidFill>
              </a:defRPr>
            </a:lvl2pPr>
            <a:lvl3pPr algn="l">
              <a:defRPr sz="1425" b="1">
                <a:solidFill>
                  <a:srgbClr val="E85D4A"/>
                </a:solidFill>
              </a:defRPr>
            </a:lvl3pPr>
            <a:lvl4pPr algn="l">
              <a:defRPr sz="1425" b="1">
                <a:solidFill>
                  <a:srgbClr val="E85D4A"/>
                </a:solidFill>
              </a:defRPr>
            </a:lvl4pPr>
            <a:lvl5pPr algn="l">
              <a:defRPr sz="1425" b="1">
                <a:solidFill>
                  <a:srgbClr val="E85D4A"/>
                </a:solidFill>
              </a:defRPr>
            </a:lvl5pPr>
            <a:lvl6pPr algn="l">
              <a:defRPr sz="1425" b="1">
                <a:solidFill>
                  <a:srgbClr val="E85D4A"/>
                </a:solidFill>
              </a:defRPr>
            </a:lvl6pPr>
            <a:lvl7pPr algn="l">
              <a:defRPr sz="1425" b="1">
                <a:solidFill>
                  <a:srgbClr val="E85D4A"/>
                </a:solidFill>
              </a:defRPr>
            </a:lvl7pPr>
            <a:lvl8pPr algn="l">
              <a:defRPr sz="1425" b="1">
                <a:solidFill>
                  <a:srgbClr val="E85D4A"/>
                </a:solidFill>
              </a:defRPr>
            </a:lvl8pPr>
            <a:lvl9pPr algn="l">
              <a:defRPr sz="14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85D4A"/>
                </a:solidFill>
              </a:defRPr>
            </a:pPr>
            <a:r>
              <a:rPr sz="1425" b="1">
                <a:solidFill>
                  <a:srgbClr val="E85D4A"/>
                </a:solidFill>
              </a:rPr>
              <a:t>ATTRIBUTES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AD607-97D5-4F6F-B5EB-F2350438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Values stored on an object, such as name or health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F2781-920F-40FB-BF25-47987FE9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E85D4A"/>
                </a:solidFill>
              </a:defRPr>
            </a:defPPr>
            <a:lvl1pPr algn="l">
              <a:defRPr sz="1425" b="1">
                <a:solidFill>
                  <a:srgbClr val="E85D4A"/>
                </a:solidFill>
              </a:defRPr>
            </a:lvl1pPr>
            <a:lvl2pPr algn="l">
              <a:defRPr sz="1425" b="1">
                <a:solidFill>
                  <a:srgbClr val="E85D4A"/>
                </a:solidFill>
              </a:defRPr>
            </a:lvl2pPr>
            <a:lvl3pPr algn="l">
              <a:defRPr sz="1425" b="1">
                <a:solidFill>
                  <a:srgbClr val="E85D4A"/>
                </a:solidFill>
              </a:defRPr>
            </a:lvl3pPr>
            <a:lvl4pPr algn="l">
              <a:defRPr sz="1425" b="1">
                <a:solidFill>
                  <a:srgbClr val="E85D4A"/>
                </a:solidFill>
              </a:defRPr>
            </a:lvl4pPr>
            <a:lvl5pPr algn="l">
              <a:defRPr sz="1425" b="1">
                <a:solidFill>
                  <a:srgbClr val="E85D4A"/>
                </a:solidFill>
              </a:defRPr>
            </a:lvl5pPr>
            <a:lvl6pPr algn="l">
              <a:defRPr sz="1425" b="1">
                <a:solidFill>
                  <a:srgbClr val="E85D4A"/>
                </a:solidFill>
              </a:defRPr>
            </a:lvl6pPr>
            <a:lvl7pPr algn="l">
              <a:defRPr sz="1425" b="1">
                <a:solidFill>
                  <a:srgbClr val="E85D4A"/>
                </a:solidFill>
              </a:defRPr>
            </a:lvl7pPr>
            <a:lvl8pPr algn="l">
              <a:defRPr sz="1425" b="1">
                <a:solidFill>
                  <a:srgbClr val="E85D4A"/>
                </a:solidFill>
              </a:defRPr>
            </a:lvl8pPr>
            <a:lvl9pPr algn="l">
              <a:defRPr sz="14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85D4A"/>
                </a:solidFill>
              </a:defRPr>
            </a:pPr>
            <a:r>
              <a:rPr sz="1425" b="1">
                <a:solidFill>
                  <a:srgbClr val="E85D4A"/>
                </a:solidFill>
              </a:rPr>
              <a:t>METHODS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45DC0-8FE3-4D9F-9F2E-166C4CBA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Actions an object can perform, such as jump or take damage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8CCB1-9A49-456A-969B-332AF77F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71A33"/>
                </a:solidFill>
              </a:defRPr>
            </a:defPPr>
            <a:lvl1pPr algn="ctr">
              <a:defRPr sz="1875" b="1">
                <a:solidFill>
                  <a:srgbClr val="071A33"/>
                </a:solidFill>
              </a:defRPr>
            </a:lvl1pPr>
            <a:lvl2pPr algn="ctr">
              <a:defRPr sz="1875" b="1">
                <a:solidFill>
                  <a:srgbClr val="071A33"/>
                </a:solidFill>
              </a:defRPr>
            </a:lvl2pPr>
            <a:lvl3pPr algn="ctr">
              <a:defRPr sz="1875" b="1">
                <a:solidFill>
                  <a:srgbClr val="071A33"/>
                </a:solidFill>
              </a:defRPr>
            </a:lvl3pPr>
            <a:lvl4pPr algn="ctr">
              <a:defRPr sz="1875" b="1">
                <a:solidFill>
                  <a:srgbClr val="071A33"/>
                </a:solidFill>
              </a:defRPr>
            </a:lvl4pPr>
            <a:lvl5pPr algn="ctr">
              <a:defRPr sz="1875" b="1">
                <a:solidFill>
                  <a:srgbClr val="071A33"/>
                </a:solidFill>
              </a:defRPr>
            </a:lvl5pPr>
            <a:lvl6pPr algn="ctr">
              <a:defRPr sz="1875" b="1">
                <a:solidFill>
                  <a:srgbClr val="071A33"/>
                </a:solidFill>
              </a:defRPr>
            </a:lvl6pPr>
            <a:lvl7pPr algn="ctr">
              <a:defRPr sz="1875" b="1">
                <a:solidFill>
                  <a:srgbClr val="071A33"/>
                </a:solidFill>
              </a:defRPr>
            </a:lvl7pPr>
            <a:lvl8pPr algn="ctr">
              <a:defRPr sz="1875" b="1">
                <a:solidFill>
                  <a:srgbClr val="071A33"/>
                </a:solidFill>
              </a:defRPr>
            </a:lvl8pPr>
            <a:lvl9pPr algn="ctr">
              <a:defRPr sz="1875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71A33"/>
                </a:solidFill>
              </a:defRPr>
            </a:pPr>
            <a:r>
              <a:rPr sz="1875" b="1">
                <a:solidFill>
                  <a:srgbClr val="071A33"/>
                </a:solidFill>
              </a:rPr>
              <a:t>Classes organize concepts you already know. They still use variables, conditions, loops, and functions.</a:t>
            </a:r>
          </a:p>
        </p:txBody>
      </p:sp>
    </p:spTree>
    <p:extLst>
      <p:ext uri="{BB962C8B-B14F-4D97-AF65-F5344CB8AC3E}">
        <p14:creationId xmlns:p14="http://schemas.microsoft.com/office/powerpoint/2010/main" val="5347405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74D54-4E83-4865-8BC4-89D52CDD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7687B-5D7C-4531-9569-6FDE8CE3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A Player blueprint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24639-0ED5-41B8-8172-BE15D61D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__init__ gives each new object its starting attributes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42B93-DDC2-4D18-A24A-B05BC2C1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CE804-59D7-43AC-9829-2E9BF6EF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42C28-2AB8-42F9-A61A-BF56B1DE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63246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class Player: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def __init__(self, name):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self.name = name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self.health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def take_damage(self):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self.health -=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68948-A612-468F-BEA3-7C1159AE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Read it aloud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06E0E-4DD7-4CB2-89AC-710A7622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23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self means this object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name and health are attributes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take_damage is a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No coding assignment today</a:t>
            </a:r>
          </a:p>
        </p:txBody>
      </p:sp>
    </p:spTree>
    <p:extLst>
      <p:ext uri="{BB962C8B-B14F-4D97-AF65-F5344CB8AC3E}">
        <p14:creationId xmlns:p14="http://schemas.microsoft.com/office/powerpoint/2010/main" val="16290731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CEE45-A50D-45F3-8529-8E6E0B59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74BAA-0B8B-4B4C-80A4-375E4521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Objects keep independent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71091-B283-4138-B06F-79615427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same class can create many game characters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30692-3AAA-44D2-A0F8-ACD72C77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7AAB2-D3BC-4F90-8A8C-550CFCDF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477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3D0BD-2467-4129-BA83-FC54F0E2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9436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mario = Player("Mario")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luigi = Player("Luigi")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mario.take_damage()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print(mario.health)  # 2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print(luigi.health)  #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65ACC-7B8F-4110-B603-E389E33F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Why engineers care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219A8-28A1-435A-A185-48C396A7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3429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The class defines the shared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Each object keeps its own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Use classes when a program manages many related things with the same kinds of actions.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31443-098C-4EDC-98ED-2CC37AD1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D4ED8"/>
                </a:solidFill>
              </a:defRPr>
            </a:defPPr>
            <a:lvl1pPr algn="ctr">
              <a:defRPr sz="1725" b="1">
                <a:solidFill>
                  <a:srgbClr val="1D4ED8"/>
                </a:solidFill>
              </a:defRPr>
            </a:lvl1pPr>
            <a:lvl2pPr algn="ctr">
              <a:defRPr sz="1725" b="1">
                <a:solidFill>
                  <a:srgbClr val="1D4ED8"/>
                </a:solidFill>
              </a:defRPr>
            </a:lvl2pPr>
            <a:lvl3pPr algn="ctr">
              <a:defRPr sz="1725" b="1">
                <a:solidFill>
                  <a:srgbClr val="1D4ED8"/>
                </a:solidFill>
              </a:defRPr>
            </a:lvl3pPr>
            <a:lvl4pPr algn="ctr">
              <a:defRPr sz="1725" b="1">
                <a:solidFill>
                  <a:srgbClr val="1D4ED8"/>
                </a:solidFill>
              </a:defRPr>
            </a:lvl4pPr>
            <a:lvl5pPr algn="ctr">
              <a:defRPr sz="1725" b="1">
                <a:solidFill>
                  <a:srgbClr val="1D4ED8"/>
                </a:solidFill>
              </a:defRPr>
            </a:lvl5pPr>
            <a:lvl6pPr algn="ctr">
              <a:defRPr sz="1725" b="1">
                <a:solidFill>
                  <a:srgbClr val="1D4ED8"/>
                </a:solidFill>
              </a:defRPr>
            </a:lvl6pPr>
            <a:lvl7pPr algn="ctr">
              <a:defRPr sz="1725" b="1">
                <a:solidFill>
                  <a:srgbClr val="1D4ED8"/>
                </a:solidFill>
              </a:defRPr>
            </a:lvl7pPr>
            <a:lvl8pPr algn="ctr">
              <a:defRPr sz="1725" b="1">
                <a:solidFill>
                  <a:srgbClr val="1D4ED8"/>
                </a:solidFill>
              </a:defRPr>
            </a:lvl8pPr>
            <a:lvl9pPr algn="ctr">
              <a:defRPr sz="1725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D4ED8"/>
                </a:solidFill>
              </a:defRPr>
            </a:pPr>
            <a:r>
              <a:rPr sz="1725" b="1">
                <a:solidFill>
                  <a:srgbClr val="1D4ED8"/>
                </a:solidFill>
              </a:rPr>
              <a:t>For now, recognize the pattern. We will build classes after the foundations feel comfortable.</a:t>
            </a:r>
          </a:p>
        </p:txBody>
      </p:sp>
    </p:spTree>
    <p:extLst>
      <p:ext uri="{BB962C8B-B14F-4D97-AF65-F5344CB8AC3E}">
        <p14:creationId xmlns:p14="http://schemas.microsoft.com/office/powerpoint/2010/main" val="322465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DEFFC-24E6-47E6-925D-E3C84C9E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5C280-5DEC-461D-BF21-8C5B09A6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Peer debug routine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3C95B-3D80-47F8-B50C-D383F48E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reviewer explains before touching the keyboard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EDE0A-1D46-43B5-ACBF-C79477D7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0B819-76D1-4E0F-B01A-7E836ADE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38AF2-C989-4106-A962-285E76CF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240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Developer states the expected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061C5-1DF2-458E-BE82-DCA332EF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A2160-CD9C-4818-8B31-DFA5EB62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Reviewer traces one test case on 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FBEFA-6C53-4051-9647-4A4D5EBD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A6D12-FB11-4773-B1E0-CA5294FA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Pair runs the same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10F40-67B5-46DA-AFC1-43CA8821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FCFCD-DFE1-46F6-AA68-32D0CBB2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386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Reviewer names the first unexpected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6E2D0-FC8D-479A-8B87-87C09769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3D778-2160-45E4-B5A3-CD431DDD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768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Developer changes one line and retests</a:t>
            </a:r>
          </a:p>
        </p:txBody>
      </p:sp>
    </p:spTree>
    <p:extLst>
      <p:ext uri="{BB962C8B-B14F-4D97-AF65-F5344CB8AC3E}">
        <p14:creationId xmlns:p14="http://schemas.microsoft.com/office/powerpoint/2010/main" val="10480296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588A4-E7FA-49F2-8DB8-392CC850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A5211-C427-4365-A10E-76DCC5EB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D2C89-72CF-428B-884B-87DD272B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Write complete sentences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45A68-D322-4B9B-AD8D-4F1E2DFA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D060F-92FB-463C-BB14-80CE8720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859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92F20-BAB1-4460-A4A8-E195156C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What does a loop variable hold?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C4A9F-5D7F-4627-9F4F-C0352828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25466-5569-4FC5-82FD-A256A681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How does an accumulator change?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7A13E-25E5-4021-9435-1344E240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9A559-C979-4801-B9C1-76D17956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When would you choose while instead of for?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B705E-F08D-47FF-81FD-6582EB9B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0F5DB-B240-4EA9-82D4-7E6563A4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005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How can a function use a loop?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ABB10-2201-4911-866F-67C5A42B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ECBEA-B317-4DE8-BE4C-AA86B7C8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387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What is the difference between a class and an object?</a:t>
            </a:r>
          </a:p>
        </p:txBody>
      </p:sp>
    </p:spTree>
    <p:extLst>
      <p:ext uri="{BB962C8B-B14F-4D97-AF65-F5344CB8AC3E}">
        <p14:creationId xmlns:p14="http://schemas.microsoft.com/office/powerpoint/2010/main" val="851783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2026-10-31T05:59:37.4120000Z</dcterms:created>
  <dcterms:modified xsi:type="dcterms:W3CDTF">2026-10-31T05:59:37.4120000Z</dcterms:modified>
</coreProperties>
</file>