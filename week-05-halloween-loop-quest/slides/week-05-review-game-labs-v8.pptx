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d24011be945e6" /><Relationship Type="http://schemas.openxmlformats.org/officeDocument/2006/relationships/extended-properties" Target="/docProps/app.xml" Id="R98b9639d74da4f3f" /><Relationship Type="http://schemas.openxmlformats.org/officeDocument/2006/relationships/officeDocument" Target="/ppt/presentation.xml" Id="R51e74e1745074c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4cca07fea45a7"/>
  </p:sldMasterIdLst>
  <p:notesMasterIdLst>
    <p:notesMasterId xmlns:r="http://schemas.openxmlformats.org/officeDocument/2006/relationships" r:id="Raeec1a057748461c"/>
  </p:notesMasterIdLst>
  <p:sldIdLst>
    <p:sldId xmlns:r="http://schemas.openxmlformats.org/officeDocument/2006/relationships" id="256" r:id="R8473d675c3ad4b61"/>
    <p:sldId xmlns:r="http://schemas.openxmlformats.org/officeDocument/2006/relationships" id="257" r:id="Rbd815a175eb4488c"/>
    <p:sldId xmlns:r="http://schemas.openxmlformats.org/officeDocument/2006/relationships" id="258" r:id="Raabb15b8d5454a8f"/>
    <p:sldId xmlns:r="http://schemas.openxmlformats.org/officeDocument/2006/relationships" id="259" r:id="R1cd4e0aa1daf495c"/>
    <p:sldId xmlns:r="http://schemas.openxmlformats.org/officeDocument/2006/relationships" id="260" r:id="R05762cf1735a4395"/>
    <p:sldId xmlns:r="http://schemas.openxmlformats.org/officeDocument/2006/relationships" id="261" r:id="Rc2c5a412e2214b24"/>
    <p:sldId xmlns:r="http://schemas.openxmlformats.org/officeDocument/2006/relationships" id="262" r:id="R4c7cc89e0d7248d1"/>
    <p:sldId xmlns:r="http://schemas.openxmlformats.org/officeDocument/2006/relationships" id="263" r:id="R24affa4d13c94f4b"/>
    <p:sldId xmlns:r="http://schemas.openxmlformats.org/officeDocument/2006/relationships" id="264" r:id="Ra4f2f757c8f04b3d"/>
    <p:sldId xmlns:r="http://schemas.openxmlformats.org/officeDocument/2006/relationships" id="265" r:id="Rca8b53eba2a2499f"/>
    <p:sldId xmlns:r="http://schemas.openxmlformats.org/officeDocument/2006/relationships" id="266" r:id="R1ff6791fffc14468"/>
    <p:sldId xmlns:r="http://schemas.openxmlformats.org/officeDocument/2006/relationships" id="267" r:id="R806be28882a441ba"/>
    <p:sldId xmlns:r="http://schemas.openxmlformats.org/officeDocument/2006/relationships" id="268" r:id="R86a9480e83464699"/>
    <p:sldId xmlns:r="http://schemas.openxmlformats.org/officeDocument/2006/relationships" id="269" r:id="R17e1a53105ac403c"/>
    <p:sldId xmlns:r="http://schemas.openxmlformats.org/officeDocument/2006/relationships" id="270" r:id="Re8d3669ad53c48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b267113d2447f4" /><Relationship Type="http://schemas.openxmlformats.org/officeDocument/2006/relationships/slideMaster" Target="/ppt/slideMasters/slideMaster1.xml" Id="Rfa54cca07fea45a7" /><Relationship Type="http://schemas.openxmlformats.org/officeDocument/2006/relationships/notesMaster" Target="/ppt/notesMasters/notesMaster1.xml" Id="Raeec1a057748461c" /><Relationship Type="http://schemas.openxmlformats.org/officeDocument/2006/relationships/presProps" Target="/ppt/presProps.xml" Id="Re51ae554c6fc40dc" /><Relationship Type="http://schemas.openxmlformats.org/officeDocument/2006/relationships/tableStyles" Target="/ppt/tableStyles.xml" Id="Re23e83e1c3874caf" /><Relationship Type="http://schemas.openxmlformats.org/officeDocument/2006/relationships/slide" Target="/ppt/slides/slide1.xml" Id="R8473d675c3ad4b61" /><Relationship Type="http://schemas.openxmlformats.org/officeDocument/2006/relationships/slide" Target="/ppt/slides/slide2.xml" Id="Rbd815a175eb4488c" /><Relationship Type="http://schemas.openxmlformats.org/officeDocument/2006/relationships/slide" Target="/ppt/slides/slide3.xml" Id="Raabb15b8d5454a8f" /><Relationship Type="http://schemas.openxmlformats.org/officeDocument/2006/relationships/slide" Target="/ppt/slides/slide4.xml" Id="R1cd4e0aa1daf495c" /><Relationship Type="http://schemas.openxmlformats.org/officeDocument/2006/relationships/slide" Target="/ppt/slides/slide5.xml" Id="R05762cf1735a4395" /><Relationship Type="http://schemas.openxmlformats.org/officeDocument/2006/relationships/slide" Target="/ppt/slides/slide6.xml" Id="Rc2c5a412e2214b24" /><Relationship Type="http://schemas.openxmlformats.org/officeDocument/2006/relationships/slide" Target="/ppt/slides/slide7.xml" Id="R4c7cc89e0d7248d1" /><Relationship Type="http://schemas.openxmlformats.org/officeDocument/2006/relationships/slide" Target="/ppt/slides/slide8.xml" Id="R24affa4d13c94f4b" /><Relationship Type="http://schemas.openxmlformats.org/officeDocument/2006/relationships/slide" Target="/ppt/slides/slide9.xml" Id="Ra4f2f757c8f04b3d" /><Relationship Type="http://schemas.openxmlformats.org/officeDocument/2006/relationships/slide" Target="/ppt/slides/slide10.xml" Id="Rca8b53eba2a2499f" /><Relationship Type="http://schemas.openxmlformats.org/officeDocument/2006/relationships/slide" Target="/ppt/slides/slide11.xml" Id="R1ff6791fffc14468" /><Relationship Type="http://schemas.openxmlformats.org/officeDocument/2006/relationships/slide" Target="/ppt/slides/slide12.xml" Id="R806be28882a441ba" /><Relationship Type="http://schemas.openxmlformats.org/officeDocument/2006/relationships/slide" Target="/ppt/slides/slide13.xml" Id="R86a9480e83464699" /><Relationship Type="http://schemas.openxmlformats.org/officeDocument/2006/relationships/slide" Target="/ppt/slides/slide14.xml" Id="R17e1a53105ac403c" /><Relationship Type="http://schemas.openxmlformats.org/officeDocument/2006/relationships/slide" Target="/ppt/slides/slide15.xml" Id="Re8d3669ad53c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451cf2e8c4a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4cbe326c844bb" /><Relationship Type="http://schemas.openxmlformats.org/officeDocument/2006/relationships/notesMaster" Target="/ppt/notesMasters/notesMaster1.xml" Id="R80a1ede512db4a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1af3676c94875" /><Relationship Type="http://schemas.openxmlformats.org/officeDocument/2006/relationships/notesMaster" Target="/ppt/notesMasters/notesMaster1.xml" Id="Ra9531f70f913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a9f176af1489c" /><Relationship Type="http://schemas.openxmlformats.org/officeDocument/2006/relationships/notesMaster" Target="/ppt/notesMasters/notesMaster1.xml" Id="Re37bdb16372b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57416dbce4336" /><Relationship Type="http://schemas.openxmlformats.org/officeDocument/2006/relationships/notesMaster" Target="/ppt/notesMasters/notesMaster1.xml" Id="Re1c6256c678347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0a025ebaac4f8c" /><Relationship Type="http://schemas.openxmlformats.org/officeDocument/2006/relationships/notesMaster" Target="/ppt/notesMasters/notesMaster1.xml" Id="R1789de4e055e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a148a30f7b4d2e" /><Relationship Type="http://schemas.openxmlformats.org/officeDocument/2006/relationships/notesMaster" Target="/ppt/notesMasters/notesMaster1.xml" Id="Raa361e0e2fa941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225e116164007" /><Relationship Type="http://schemas.openxmlformats.org/officeDocument/2006/relationships/notesMaster" Target="/ppt/notesMasters/notesMaster1.xml" Id="Rbe25d77210b143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195f47c3504335" /><Relationship Type="http://schemas.openxmlformats.org/officeDocument/2006/relationships/notesMaster" Target="/ppt/notesMasters/notesMaster1.xml" Id="Raf20c59af4c8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1e4b5ce313471d" /><Relationship Type="http://schemas.openxmlformats.org/officeDocument/2006/relationships/notesMaster" Target="/ppt/notesMasters/notesMaster1.xml" Id="R36915b7c09db47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7bb9d9112d40b1" /><Relationship Type="http://schemas.openxmlformats.org/officeDocument/2006/relationships/notesMaster" Target="/ppt/notesMasters/notesMaster1.xml" Id="R4668f87ba9ea41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26fdbff8594e3c" /><Relationship Type="http://schemas.openxmlformats.org/officeDocument/2006/relationships/notesMaster" Target="/ppt/notesMasters/notesMaster1.xml" Id="R5e6963703b8246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c7585722124ba0" /><Relationship Type="http://schemas.openxmlformats.org/officeDocument/2006/relationships/notesMaster" Target="/ppt/notesMasters/notesMaster1.xml" Id="Rd84340390fb242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9d08205df54d99" /><Relationship Type="http://schemas.openxmlformats.org/officeDocument/2006/relationships/notesMaster" Target="/ppt/notesMasters/notesMaster1.xml" Id="R9bf3f86f672745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2c5e96e9fb4e14" /><Relationship Type="http://schemas.openxmlformats.org/officeDocument/2006/relationships/notesMaster" Target="/ppt/notesMasters/notesMaster1.xml" Id="R9460d9065d524b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ff759ff1ab4a1c" /><Relationship Type="http://schemas.openxmlformats.org/officeDocument/2006/relationships/notesMaster" Target="/ppt/notesMasters/notesMaster1.xml" Id="R97b09751e15541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657229d4c46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24d56f83c44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c5835776746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042f7870a47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59fc91ba346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4ccc3bbed49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638A2B-2EAA-491B-8DEF-A813DE0C11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95DC8A-EAAD-4A9F-B89A-4AC66B39B4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B558BA-95AF-439D-9148-DE34EF95D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0592D0-9E61-4973-9741-58295BAF7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9B7F66-B3D0-4F8D-91E7-0A8C3F061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B1DC9EB-A335-44F5-91D7-E6FD4FBCF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FEE143-C990-4391-BC5B-6DB5D9032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CC0C89-0DA3-4BA6-8F7A-ED65C7E9F9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834513-CB0E-40AF-8367-147886168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65B8EB-D76F-4672-BB5B-F96ABCEBE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f71bb9325f4be0" /><Relationship Type="http://schemas.openxmlformats.org/officeDocument/2006/relationships/slideLayout" Target="/ppt/slideLayouts/slideLayout1.xml" Id="R2060f70981374102" /><Relationship Type="http://schemas.openxmlformats.org/officeDocument/2006/relationships/slideLayout" Target="/ppt/slideLayouts/slideLayout2.xml" Id="Raca241bcbba14032" /><Relationship Type="http://schemas.openxmlformats.org/officeDocument/2006/relationships/slideLayout" Target="/ppt/slideLayouts/slideLayout3.xml" Id="Re65fac0895ec47c7" /><Relationship Type="http://schemas.openxmlformats.org/officeDocument/2006/relationships/slideLayout" Target="/ppt/slideLayouts/slideLayout4.xml" Id="R84a2f38c40744a80" /><Relationship Type="http://schemas.openxmlformats.org/officeDocument/2006/relationships/slideLayout" Target="/ppt/slideLayouts/slideLayout5.xml" Id="R5c5ccfdd15b54f7a" /><Relationship Type="http://schemas.openxmlformats.org/officeDocument/2006/relationships/slideLayout" Target="/ppt/slideLayouts/slideLayout6.xml" Id="Rc01f48a191bb41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0f70981374102"/>
    <p:sldLayoutId xmlns:r="http://schemas.openxmlformats.org/officeDocument/2006/relationships" id="2147483650" r:id="Raca241bcbba14032"/>
    <p:sldLayoutId xmlns:r="http://schemas.openxmlformats.org/officeDocument/2006/relationships" id="2147483651" r:id="Re65fac0895ec47c7"/>
    <p:sldLayoutId xmlns:r="http://schemas.openxmlformats.org/officeDocument/2006/relationships" id="2147483652" r:id="R84a2f38c40744a80"/>
    <p:sldLayoutId xmlns:r="http://schemas.openxmlformats.org/officeDocument/2006/relationships" id="2147483653" r:id="R5c5ccfdd15b54f7a"/>
    <p:sldLayoutId xmlns:r="http://schemas.openxmlformats.org/officeDocument/2006/relationships" id="2147483654" r:id="Rc01f48a191bb41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3b9ee69114316" /><Relationship Type="http://schemas.openxmlformats.org/officeDocument/2006/relationships/notesSlide" Target="/ppt/notesSlides/notesSlide1.xml" Id="Rb18f7639c72845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0aa331bec41b5" /><Relationship Type="http://schemas.openxmlformats.org/officeDocument/2006/relationships/notesSlide" Target="/ppt/notesSlides/notesSlide2.xml" Id="R5c4d7eb37a6146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55f120c6940d3" /><Relationship Type="http://schemas.openxmlformats.org/officeDocument/2006/relationships/notesSlide" Target="/ppt/notesSlides/notesSlide3.xml" Id="R10e4f81b74204f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36d88044248da" /><Relationship Type="http://schemas.openxmlformats.org/officeDocument/2006/relationships/notesSlide" Target="/ppt/notesSlides/notesSlide4.xml" Id="Recc0d10e8dc644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ff7f4015640ce" /><Relationship Type="http://schemas.openxmlformats.org/officeDocument/2006/relationships/notesSlide" Target="/ppt/notesSlides/notesSlide5.xml" Id="R9fc79422dafc4b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337ebf7a74b7c" /><Relationship Type="http://schemas.openxmlformats.org/officeDocument/2006/relationships/notesSlide" Target="/ppt/notesSlides/notesSlide6.xml" Id="Rde9e7dadeef1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f6a76a54a492e" /><Relationship Type="http://schemas.openxmlformats.org/officeDocument/2006/relationships/notesSlide" Target="/ppt/notesSlides/notesSlide7.xml" Id="R56f0ec0ca67140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ecc7fcc9e4cd7" /><Relationship Type="http://schemas.openxmlformats.org/officeDocument/2006/relationships/notesSlide" Target="/ppt/notesSlides/notesSlide8.xml" Id="Rcbe31219ceb840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9a9ae14ec4347" /><Relationship Type="http://schemas.openxmlformats.org/officeDocument/2006/relationships/notesSlide" Target="/ppt/notesSlides/notesSlide9.xml" Id="Recac5a01631340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977d578ec4e73" /><Relationship Type="http://schemas.openxmlformats.org/officeDocument/2006/relationships/notesSlide" Target="/ppt/notesSlides/notesSlide10.xml" Id="Rfc3047303b1746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fb4bc4618450b" /><Relationship Type="http://schemas.openxmlformats.org/officeDocument/2006/relationships/notesSlide" Target="/ppt/notesSlides/notesSlide11.xml" Id="R7d25507c8d1b4e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f0e59426d46f4" /><Relationship Type="http://schemas.openxmlformats.org/officeDocument/2006/relationships/notesSlide" Target="/ppt/notesSlides/notesSlide12.xml" Id="Rb5fefdaa44a84b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66ee094e24a9f" /><Relationship Type="http://schemas.openxmlformats.org/officeDocument/2006/relationships/notesSlide" Target="/ppt/notesSlides/notesSlide13.xml" Id="R68a631479f7c42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b6a7e45ec48da" /><Relationship Type="http://schemas.openxmlformats.org/officeDocument/2006/relationships/notesSlide" Target="/ppt/notesSlides/notesSlide14.xml" Id="R5ce646b5a0d04d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8ac6991429476e" /><Relationship Type="http://schemas.openxmlformats.org/officeDocument/2006/relationships/notesSlide" Target="/ppt/notesSlides/notesSlide15.xml" Id="R100b01371181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51F9F-F416-4CDA-A7AC-77923AF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318A4-69A7-4CDF-BEC3-2E5E19D7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Python Foundations for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AF97D-0781-410F-BC28-A477A10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review before the team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9DAB8-D992-40DF-8FAA-6D43370B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5: Mario review and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2038371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F2633-BEDD-4C23-8C9C-C0AF952A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65508-1CA1-4979-86C9-BC0CCDC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100E7-0360-4994-8A8D-ED5F89D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70F02-510A-4B60-B9AB-D2030AD0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518B-BACB-4DD0-ACF9-DFD28FDF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34D11-AB3D-4829-986B-BFDEDB8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5A861-EE0A-4ABE-BEBD-6920B131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ACFE5-AF7D-44CF-AA73-4DA29B03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9:15–9:22  Fast engineering concept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FA017-DE42-4AC1-A9FD-E436015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3AD7-14E9-44D3-A5C0-DA72E6C7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9:22–9:40  Mario Python review 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5E352-1C50-4877-A337-21A52D94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FF5D2-CF5C-4C9D-92C7-F0727810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9:40–10:25  Super Mario Debug Quest in Module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B92D-0915-47A7-A114-181D6E7B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2FD66-FE68-47E3-B4B8-071389E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F94F0-4FD0-4D8C-B65E-203667FB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2FC6C-6724-4F4A-A8F9-15320C0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CDCAD-EEBD-44B4-B23C-FEBB6C3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69247-927F-4E0B-9811-A7E12E33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333A4-06A8-4E61-B508-80EC756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4F335-3517-450A-BCDF-0B1A248C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5086534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32FAB-8241-40B2-A17E-CDD23951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67E88-BCF4-4ED1-B7A1-0954DCC4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is a software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5A800-7BB9-4A86-96D6-2E5BB015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game action depends on the same foundations engineers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EA029-24C2-40ED-894D-E4585CC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4F581-C056-4DE2-897A-2665362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58710-1027-4D71-B2C6-C773A030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Store Mario’s lives, coins, speed, and power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AC2CD-0E0D-4E46-A060-8C9D934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9410C-1452-4841-9C79-8E158554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Keep enemies, questions, platforms, and collected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D5C83-A514-471C-AB58-037BE020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D0F59-357C-4CDE-9220-3A45E24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Choose what happens after a collision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2BEE2-8ED4-42D7-A628-C4E33521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LOOPS +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D25D0-BB7C-44B2-8765-62086AC0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Update the world repeatedly and reuse reliable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ACC66-7283-415D-AA48-E23714E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33"/>
                </a:solidFill>
              </a:defRPr>
            </a:defPPr>
            <a:lvl1pPr algn="ctr">
              <a:defRPr sz="2100" b="1">
                <a:solidFill>
                  <a:srgbClr val="071A33"/>
                </a:solidFill>
              </a:defRPr>
            </a:lvl1pPr>
            <a:lvl2pPr algn="ctr">
              <a:defRPr sz="2100" b="1">
                <a:solidFill>
                  <a:srgbClr val="071A33"/>
                </a:solidFill>
              </a:defRPr>
            </a:lvl2pPr>
            <a:lvl3pPr algn="ctr">
              <a:defRPr sz="2100" b="1">
                <a:solidFill>
                  <a:srgbClr val="071A33"/>
                </a:solidFill>
              </a:defRPr>
            </a:lvl3pPr>
            <a:lvl4pPr algn="ctr">
              <a:defRPr sz="2100" b="1">
                <a:solidFill>
                  <a:srgbClr val="071A33"/>
                </a:solidFill>
              </a:defRPr>
            </a:lvl4pPr>
            <a:lvl5pPr algn="ctr">
              <a:defRPr sz="2100" b="1">
                <a:solidFill>
                  <a:srgbClr val="071A33"/>
                </a:solidFill>
              </a:defRPr>
            </a:lvl5pPr>
            <a:lvl6pPr algn="ctr">
              <a:defRPr sz="2100" b="1">
                <a:solidFill>
                  <a:srgbClr val="071A33"/>
                </a:solidFill>
              </a:defRPr>
            </a:lvl6pPr>
            <a:lvl7pPr algn="ctr">
              <a:defRPr sz="2100" b="1">
                <a:solidFill>
                  <a:srgbClr val="071A33"/>
                </a:solidFill>
              </a:defRPr>
            </a:lvl7pPr>
            <a:lvl8pPr algn="ctr">
              <a:defRPr sz="2100" b="1">
                <a:solidFill>
                  <a:srgbClr val="071A33"/>
                </a:solidFill>
              </a:defRPr>
            </a:lvl8pPr>
            <a:lvl9pPr algn="ctr">
              <a:defRPr sz="21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Engineering starts by turning a real situation into data, rules, repetition, and reusable jobs.</a:t>
            </a:r>
          </a:p>
        </p:txBody>
      </p:sp>
    </p:spTree>
    <p:extLst>
      <p:ext uri="{BB962C8B-B14F-4D97-AF65-F5344CB8AC3E}">
        <p14:creationId xmlns:p14="http://schemas.microsoft.com/office/powerpoint/2010/main" val="2117018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32CA1-6024-4067-AD42-36EF1FD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43167-2AF8-4890-A35E-67F999E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Engineers debug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35D70-2BE3-4BC9-AD14-A21F91B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failure shows which assumption or value needs another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64973-1963-483A-A394-800674F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A4C69-04C9-4BBF-9A11-5224E3D8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A88A0-E2AB-43AC-835D-BBC3DFB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Predict the result before running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A9E7E-EB98-41A1-9F36-12D2D7D5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636EC-CB3C-448C-B194-DDF29133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Run one test and read the actual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EECC0-F8E0-48D3-A84C-BF514D3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05AB5-4F7A-41DC-9EFC-05046E8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Find the first value that differs from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16452-7138-43B2-9C38-7E78F68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BF834-568D-4A4D-A796-DC81F79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14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Change one thing, then run the same test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F781A-3E25-4A12-9F6E-3C606627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The Mario labs use failure animations because engineers learn by testing and repairing systems.</a:t>
            </a:r>
          </a:p>
        </p:txBody>
      </p:sp>
    </p:spTree>
    <p:extLst>
      <p:ext uri="{BB962C8B-B14F-4D97-AF65-F5344CB8AC3E}">
        <p14:creationId xmlns:p14="http://schemas.microsoft.com/office/powerpoint/2010/main" val="809142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E99A9-B650-407C-87CA-66F451A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051FA-D366-4CE5-B617-F1847BC6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Python review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8A152-2E1A-4D75-8C6E-8944A4DF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Use the game to identify which concepts need practice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94B1E-C652-44B3-8EAB-FDEFF347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2F92B-E8B4-455D-B3BF-B091D01D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CF620-745C-4EA6-A9E3-F239E192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3811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We play together on the projector as one 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88EA1-F6D6-4F5C-91D2-0A50B0D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7D2E5-0596-4D90-9804-BB5FDCA2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One student controls the answer while everyone votes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13B1D-8D9F-4C39-9763-91F0B74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68040-3033-4198-839A-C99AF02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Vote before the 20-second timer 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11EEB-FF5E-475C-BB8B-40CA462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D4C36-D5A5-48B7-9B50-4D252DD1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Name the concept after every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8A84F-6192-46FD-8FA7-EC50D74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C2298-7E12-4C99-96BE-624C04A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Rotate the controller after each Python world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AFD37-A879-4706-8CB5-B3DFDFEE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85D4A"/>
                </a:solidFill>
              </a:defRPr>
            </a:defPPr>
            <a:lvl1pPr algn="ctr">
              <a:defRPr sz="1950" b="1">
                <a:solidFill>
                  <a:srgbClr val="E85D4A"/>
                </a:solidFill>
              </a:defRPr>
            </a:lvl1pPr>
            <a:lvl2pPr algn="ctr">
              <a:defRPr sz="1950" b="1">
                <a:solidFill>
                  <a:srgbClr val="E85D4A"/>
                </a:solidFill>
              </a:defRPr>
            </a:lvl2pPr>
            <a:lvl3pPr algn="ctr">
              <a:defRPr sz="1950" b="1">
                <a:solidFill>
                  <a:srgbClr val="E85D4A"/>
                </a:solidFill>
              </a:defRPr>
            </a:lvl3pPr>
            <a:lvl4pPr algn="ctr">
              <a:defRPr sz="1950" b="1">
                <a:solidFill>
                  <a:srgbClr val="E85D4A"/>
                </a:solidFill>
              </a:defRPr>
            </a:lvl4pPr>
            <a:lvl5pPr algn="ctr">
              <a:defRPr sz="1950" b="1">
                <a:solidFill>
                  <a:srgbClr val="E85D4A"/>
                </a:solidFill>
              </a:defRPr>
            </a:lvl5pPr>
            <a:lvl6pPr algn="ctr">
              <a:defRPr sz="1950" b="1">
                <a:solidFill>
                  <a:srgbClr val="E85D4A"/>
                </a:solidFill>
              </a:defRPr>
            </a:lvl6pPr>
            <a:lvl7pPr algn="ctr">
              <a:defRPr sz="1950" b="1">
                <a:solidFill>
                  <a:srgbClr val="E85D4A"/>
                </a:solidFill>
              </a:defRPr>
            </a:lvl7pPr>
            <a:lvl8pPr algn="ctr">
              <a:defRPr sz="1950" b="1">
                <a:solidFill>
                  <a:srgbClr val="E85D4A"/>
                </a:solidFill>
              </a:defRPr>
            </a:lvl8pPr>
            <a:lvl9pPr algn="ctr">
              <a:defRPr sz="19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85D4A"/>
                </a:solidFill>
              </a:defRPr>
            </a:pPr>
            <a:r>
              <a:rPr sz="1950" b="1">
                <a:solidFill>
                  <a:srgbClr val="E85D4A"/>
                </a:solidFill>
              </a:rPr>
              <a:t>After the final gate, form teams of 3 or 4 for Module 1.</a:t>
            </a:r>
          </a:p>
        </p:txBody>
      </p:sp>
    </p:spTree>
    <p:extLst>
      <p:ext uri="{BB962C8B-B14F-4D97-AF65-F5344CB8AC3E}">
        <p14:creationId xmlns:p14="http://schemas.microsoft.com/office/powerpoint/2010/main" val="21227864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6C8D1-3105-4A8D-8E93-0A050111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E61FD-C4B5-4BAE-9E14-567B92A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108FF-63E8-4A37-AB9C-C963C197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whole-class Mario game leads into the first team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DD7CE-AC5A-4DCA-9EE6-794B11BE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01748-BDFA-4D44-8FC8-90199CA9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B86A1-E0F6-4AC2-91F0-8296E2E1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Form a team of 3 or 4 after the review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F4971-6A65-4F37-9E89-D7C61405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ACFB0-4DBD-449B-88A7-4BADADD5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Module 1 from the Week 5 GitHub 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2E2C2-1A04-46C7-8C1F-BF4763A5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41595-9D38-42B2-A567-4E65608F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ED730-CA0E-468C-8DC2-1169960C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B665B-A3BC-4A88-AC17-E616D25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E603E-A1A8-405E-B657-C56ADC96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36490-F912-4F77-BB87-2EE3A79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DE3C6-D17F-4182-B5A3-C88B4C2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378139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C6045-AF88-4D39-90EA-1DB5FDE6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245F0-A392-47D2-A53E-0C6BBCB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Debug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DDA1-D997-4933-93FA-328C989D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continues the same concepts and team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24F7A-33E4-4C78-AF05-2757190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00055-5545-4234-AFE3-6E33D65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6D7B3-8877-4A3E-998C-0E81595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Work in the team you formed after the class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E5EED-2980-4876-AA65-DCFB7EBE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5B5E7-947C-4C26-8534-8C0F530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Driver, Navigator, Predictor, and Debugger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53EA5-3196-4940-B027-3DB5950F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DBC91-5B1D-4DDD-987B-007C924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Run each broken mission once and watch Mario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3CC0-8D4A-4CFA-8146-4A38C1E4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69848-FAAE-4870-9F2E-916FA578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Use the tips to repair variables, lists, and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45A80-7250-4699-8907-CDE1B4C7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4128E-2A30-44D0-90A4-93EDA63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81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Finish with the Mario versus Bowser coding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85B52-A8E3-437A-95EC-06BB4828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003658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E40D8-333E-4E16-979A-F6187B12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0332F-372E-49F9-8831-68D815B3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476B0-329A-4F78-9F7C-1C95EFA2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919FB-36E8-4471-932D-B99508D6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A17D0-35AB-4AF3-8F6F-0CAA423E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204595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C2CE8-0FD5-4342-AAB3-D4E6F07E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13DA7-B920-47D4-938D-3BFFA140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866E3-F0F7-4F4A-9C2F-CB8AC0F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36634-AACB-4D5E-9457-42220B9C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779BF-1ED7-4694-B539-217F259E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7A2C3-68D3-42DE-B29E-D9503F72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83A83-4CF3-4390-9525-3055DFB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BB04E-0BF1-4CA8-B786-61344419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86758-565C-4CD2-806C-651CD503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793D7-FCE2-4BC5-8AC4-DFC43D2A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25AE2-E6B7-4D61-950B-34500101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0DE04-19E3-4A36-B3E8-8DE6F9C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9026F-4EEA-47DB-A696-0E512D5A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EC8B1-7B5E-4AEC-8CD9-3F3C2A77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01E08-32C5-4457-A811-4D74AE7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86D8E-CDCB-4A10-8FD4-9F01B173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55917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93EEE-60F8-43FE-A36F-81F41026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7D16C-C422-4CC3-9768-6F27B41B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92661-8F65-4A57-8162-158A362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B7390-0129-4113-982C-15AAD3C8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273C7-4EDA-4FE0-8EFA-122932A4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6280-5B1E-45F3-8651-4374336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0DE18-EE67-45F6-8E8B-055B99F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59EB-99DF-4966-86DA-CA9F61D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21731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79AA3-4970-4C7F-994F-0C4BA12E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4DF42-EEA9-41CE-AC0D-3DB7E64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4F824-9D73-4602-B66F-0C8FDE9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42004-3F78-4B67-9CF1-F6498A5D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AD47-CD66-4910-B28C-6027C04A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353351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BB0A7-EFE0-416B-86AE-983350C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6EE1A-2F35-4EAD-81DE-1D2B5D50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2FCE5-5C5D-4864-AF93-9B751CB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207EA-5AA8-4F07-ABD4-CE82E1B4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CBD59-E315-4903-85CE-E909D87D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E06F0-5408-454A-9B33-4657BE84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4F76E-8A1E-47F1-A34D-CC2B716B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9E73-7343-4ED3-AA31-92D02C8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25198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3838E-555E-45BE-9078-5A65B52A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B23DD-183A-455E-8E91-2170A80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F6CC1-AD04-4729-A169-BF48132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6BCE4-21B8-4968-98F4-3838872B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9401D-B4FF-4FF4-A398-608921F7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4D11D-4ADA-4233-8B39-5EF8C76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9633D-3073-460A-A9E4-A69B4FF1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0D2E4-8A7C-4CF5-B6DC-CF4FC6F1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1826118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3A63A-B287-492B-9B74-7E66285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8CC67-3793-41EB-9A71-DC055428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70B97-D7B7-4D58-8350-264548E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16723-3DAF-4936-8D18-50B7323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F4DD3-8FAB-4FCE-959B-6EA5322C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C1C6-2BDE-4388-82E3-E1F84F30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8B9C9-E321-4630-B260-A7AD852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D8A0F-A6EB-4E4E-9AFB-85530FB7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6B972-2829-4F1B-A2E9-FFF3251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33E41-DC1C-4FA5-8FD8-D5A7F23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FEFBD-8E61-4861-AD0D-11F05ADC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7D6C-1DEF-4E84-B023-8FB7304B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8E05-3C36-4B91-8D5C-577F74AF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CA4AE-EAE0-4941-822F-43891CDD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15986718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5D61A-47C6-4D3F-8589-0CF4B9FF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7F1E1-4C9A-44B3-A487-E8780CE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85347-003E-41C8-ACBB-E1B17C25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F4851-AF3C-4095-9052-112273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1B39E-6A20-47FE-B5C0-473DB93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1AC65-0992-4856-8A4B-0EBF9B2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D4097-465A-45E0-A380-16477D8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AB72E-F840-4BA4-9AFF-E7CA795A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3B299-2093-4A1F-930D-37FF12C1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729FC-66A6-47B7-9CF8-7D41DE5D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DA0E8-44E9-4271-923C-76EB174F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B8540-A9FD-4EC4-969A-78077A43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473AE-DC12-4F50-BF74-5FDE02A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A2B1-237C-4AB0-95B7-1485F70D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322533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2026-10-31T05:04:08.3240000Z</dcterms:created>
  <dcterms:modified xsi:type="dcterms:W3CDTF">2026-10-31T05:04:08.3240000Z</dcterms:modified>
</coreProperties>
</file>