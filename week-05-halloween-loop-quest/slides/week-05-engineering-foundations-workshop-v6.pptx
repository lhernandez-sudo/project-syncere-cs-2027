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e787dc72344cda" /><Relationship Type="http://schemas.openxmlformats.org/officeDocument/2006/relationships/extended-properties" Target="/docProps/app.xml" Id="R8918eaf1a4914dcc" /><Relationship Type="http://schemas.openxmlformats.org/officeDocument/2006/relationships/officeDocument" Target="/ppt/presentation.xml" Id="R721e9388f80148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f2a048002b4402"/>
  </p:sldMasterIdLst>
  <p:notesMasterIdLst>
    <p:notesMasterId xmlns:r="http://schemas.openxmlformats.org/officeDocument/2006/relationships" r:id="R71c26e1ec8c84a7e"/>
  </p:notesMasterIdLst>
  <p:sldIdLst>
    <p:sldId xmlns:r="http://schemas.openxmlformats.org/officeDocument/2006/relationships" id="256" r:id="R7a68160823c24565"/>
    <p:sldId xmlns:r="http://schemas.openxmlformats.org/officeDocument/2006/relationships" id="257" r:id="R8578177f6503477f"/>
    <p:sldId xmlns:r="http://schemas.openxmlformats.org/officeDocument/2006/relationships" id="258" r:id="Re58d9a624c7a4911"/>
    <p:sldId xmlns:r="http://schemas.openxmlformats.org/officeDocument/2006/relationships" id="259" r:id="Rde421c8916f44614"/>
    <p:sldId xmlns:r="http://schemas.openxmlformats.org/officeDocument/2006/relationships" id="260" r:id="Ra2426297fa6e4757"/>
    <p:sldId xmlns:r="http://schemas.openxmlformats.org/officeDocument/2006/relationships" id="261" r:id="R5f88fedc4f0f49a6"/>
    <p:sldId xmlns:r="http://schemas.openxmlformats.org/officeDocument/2006/relationships" id="262" r:id="R9c6667fdc6c04fa3"/>
    <p:sldId xmlns:r="http://schemas.openxmlformats.org/officeDocument/2006/relationships" id="263" r:id="Re292116f44ff4d46"/>
    <p:sldId xmlns:r="http://schemas.openxmlformats.org/officeDocument/2006/relationships" id="264" r:id="R45c8b67c155f41ec"/>
    <p:sldId xmlns:r="http://schemas.openxmlformats.org/officeDocument/2006/relationships" id="265" r:id="R82df97b920f54fef"/>
    <p:sldId xmlns:r="http://schemas.openxmlformats.org/officeDocument/2006/relationships" id="266" r:id="R6906263004124f42"/>
    <p:sldId xmlns:r="http://schemas.openxmlformats.org/officeDocument/2006/relationships" id="267" r:id="Re342f426bd364a07"/>
    <p:sldId xmlns:r="http://schemas.openxmlformats.org/officeDocument/2006/relationships" id="268" r:id="Rf1ee35a70cb34f9a"/>
    <p:sldId xmlns:r="http://schemas.openxmlformats.org/officeDocument/2006/relationships" id="269" r:id="Rc61a2855f51c472d"/>
    <p:sldId xmlns:r="http://schemas.openxmlformats.org/officeDocument/2006/relationships" id="270" r:id="R930eea21df424328"/>
    <p:sldId xmlns:r="http://schemas.openxmlformats.org/officeDocument/2006/relationships" id="271" r:id="R0871df98081d4b2b"/>
    <p:sldId xmlns:r="http://schemas.openxmlformats.org/officeDocument/2006/relationships" id="272" r:id="R88c09361be3a46cf"/>
    <p:sldId xmlns:r="http://schemas.openxmlformats.org/officeDocument/2006/relationships" id="273" r:id="R7a76f312aac84481"/>
    <p:sldId xmlns:r="http://schemas.openxmlformats.org/officeDocument/2006/relationships" id="274" r:id="Rb2a43c5a4ab84173"/>
    <p:sldId xmlns:r="http://schemas.openxmlformats.org/officeDocument/2006/relationships" id="275" r:id="R163634648bbf4a7d"/>
    <p:sldId xmlns:r="http://schemas.openxmlformats.org/officeDocument/2006/relationships" id="276" r:id="R841d5c663f1d4c8a"/>
    <p:sldId xmlns:r="http://schemas.openxmlformats.org/officeDocument/2006/relationships" id="277" r:id="Rb1dcb76725894572"/>
    <p:sldId xmlns:r="http://schemas.openxmlformats.org/officeDocument/2006/relationships" id="278" r:id="R2f7ac75a86ad43f0"/>
    <p:sldId xmlns:r="http://schemas.openxmlformats.org/officeDocument/2006/relationships" id="279" r:id="R75b17757bb9e4f62"/>
    <p:sldId xmlns:r="http://schemas.openxmlformats.org/officeDocument/2006/relationships" id="280" r:id="R3ed0df84ea444356"/>
    <p:sldId xmlns:r="http://schemas.openxmlformats.org/officeDocument/2006/relationships" id="281" r:id="R5733570e9d6348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4b374a632c4121" /><Relationship Type="http://schemas.openxmlformats.org/officeDocument/2006/relationships/slideMaster" Target="/ppt/slideMasters/slideMaster1.xml" Id="R18f2a048002b4402" /><Relationship Type="http://schemas.openxmlformats.org/officeDocument/2006/relationships/notesMaster" Target="/ppt/notesMasters/notesMaster1.xml" Id="R71c26e1ec8c84a7e" /><Relationship Type="http://schemas.openxmlformats.org/officeDocument/2006/relationships/presProps" Target="/ppt/presProps.xml" Id="R5e840910cf1c4956" /><Relationship Type="http://schemas.openxmlformats.org/officeDocument/2006/relationships/tableStyles" Target="/ppt/tableStyles.xml" Id="R171d9aa39a2c4b53" /><Relationship Type="http://schemas.openxmlformats.org/officeDocument/2006/relationships/slide" Target="/ppt/slides/slide1.xml" Id="R7a68160823c24565" /><Relationship Type="http://schemas.openxmlformats.org/officeDocument/2006/relationships/slide" Target="/ppt/slides/slide2.xml" Id="R8578177f6503477f" /><Relationship Type="http://schemas.openxmlformats.org/officeDocument/2006/relationships/slide" Target="/ppt/slides/slide3.xml" Id="Re58d9a624c7a4911" /><Relationship Type="http://schemas.openxmlformats.org/officeDocument/2006/relationships/slide" Target="/ppt/slides/slide4.xml" Id="Rde421c8916f44614" /><Relationship Type="http://schemas.openxmlformats.org/officeDocument/2006/relationships/slide" Target="/ppt/slides/slide5.xml" Id="Ra2426297fa6e4757" /><Relationship Type="http://schemas.openxmlformats.org/officeDocument/2006/relationships/slide" Target="/ppt/slides/slide6.xml" Id="R5f88fedc4f0f49a6" /><Relationship Type="http://schemas.openxmlformats.org/officeDocument/2006/relationships/slide" Target="/ppt/slides/slide7.xml" Id="R9c6667fdc6c04fa3" /><Relationship Type="http://schemas.openxmlformats.org/officeDocument/2006/relationships/slide" Target="/ppt/slides/slide8.xml" Id="Re292116f44ff4d46" /><Relationship Type="http://schemas.openxmlformats.org/officeDocument/2006/relationships/slide" Target="/ppt/slides/slide9.xml" Id="R45c8b67c155f41ec" /><Relationship Type="http://schemas.openxmlformats.org/officeDocument/2006/relationships/slide" Target="/ppt/slides/slide10.xml" Id="R82df97b920f54fef" /><Relationship Type="http://schemas.openxmlformats.org/officeDocument/2006/relationships/slide" Target="/ppt/slides/slide11.xml" Id="R6906263004124f42" /><Relationship Type="http://schemas.openxmlformats.org/officeDocument/2006/relationships/slide" Target="/ppt/slides/slide12.xml" Id="Re342f426bd364a07" /><Relationship Type="http://schemas.openxmlformats.org/officeDocument/2006/relationships/slide" Target="/ppt/slides/slide13.xml" Id="Rf1ee35a70cb34f9a" /><Relationship Type="http://schemas.openxmlformats.org/officeDocument/2006/relationships/slide" Target="/ppt/slides/slide14.xml" Id="Rc61a2855f51c472d" /><Relationship Type="http://schemas.openxmlformats.org/officeDocument/2006/relationships/slide" Target="/ppt/slides/slide15.xml" Id="R930eea21df424328" /><Relationship Type="http://schemas.openxmlformats.org/officeDocument/2006/relationships/slide" Target="/ppt/slides/slide16.xml" Id="R0871df98081d4b2b" /><Relationship Type="http://schemas.openxmlformats.org/officeDocument/2006/relationships/slide" Target="/ppt/slides/slide17.xml" Id="R88c09361be3a46cf" /><Relationship Type="http://schemas.openxmlformats.org/officeDocument/2006/relationships/slide" Target="/ppt/slides/slide18.xml" Id="R7a76f312aac84481" /><Relationship Type="http://schemas.openxmlformats.org/officeDocument/2006/relationships/slide" Target="/ppt/slides/slide19.xml" Id="Rb2a43c5a4ab84173" /><Relationship Type="http://schemas.openxmlformats.org/officeDocument/2006/relationships/slide" Target="/ppt/slides/slide20.xml" Id="R163634648bbf4a7d" /><Relationship Type="http://schemas.openxmlformats.org/officeDocument/2006/relationships/slide" Target="/ppt/slides/slide21.xml" Id="R841d5c663f1d4c8a" /><Relationship Type="http://schemas.openxmlformats.org/officeDocument/2006/relationships/slide" Target="/ppt/slides/slide22.xml" Id="Rb1dcb76725894572" /><Relationship Type="http://schemas.openxmlformats.org/officeDocument/2006/relationships/slide" Target="/ppt/slides/slide23.xml" Id="R2f7ac75a86ad43f0" /><Relationship Type="http://schemas.openxmlformats.org/officeDocument/2006/relationships/slide" Target="/ppt/slides/slide24.xml" Id="R75b17757bb9e4f62" /><Relationship Type="http://schemas.openxmlformats.org/officeDocument/2006/relationships/slide" Target="/ppt/slides/slide25.xml" Id="R3ed0df84ea444356" /><Relationship Type="http://schemas.openxmlformats.org/officeDocument/2006/relationships/slide" Target="/ppt/slides/slide26.xml" Id="R5733570e9d6348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8d6e7af2ee48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9429cf03384a8e" /><Relationship Type="http://schemas.openxmlformats.org/officeDocument/2006/relationships/notesMaster" Target="/ppt/notesMasters/notesMaster1.xml" Id="R2f9956bb2bff43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642c73bb7244ae" /><Relationship Type="http://schemas.openxmlformats.org/officeDocument/2006/relationships/notesMaster" Target="/ppt/notesMasters/notesMaster1.xml" Id="Re562d42e58b147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ff6fc69d3143cc" /><Relationship Type="http://schemas.openxmlformats.org/officeDocument/2006/relationships/notesMaster" Target="/ppt/notesMasters/notesMaster1.xml" Id="R93d0a4761f834e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6f48c0c16948b7" /><Relationship Type="http://schemas.openxmlformats.org/officeDocument/2006/relationships/notesMaster" Target="/ppt/notesMasters/notesMaster1.xml" Id="R0bcdf806f1014b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57f2bc70d44b35" /><Relationship Type="http://schemas.openxmlformats.org/officeDocument/2006/relationships/notesMaster" Target="/ppt/notesMasters/notesMaster1.xml" Id="R83eeb2a6bb754d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0fb4f5699346ab" /><Relationship Type="http://schemas.openxmlformats.org/officeDocument/2006/relationships/notesMaster" Target="/ppt/notesMasters/notesMaster1.xml" Id="Rd116eec62f5b42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a218b1d2a744b7" /><Relationship Type="http://schemas.openxmlformats.org/officeDocument/2006/relationships/notesMaster" Target="/ppt/notesMasters/notesMaster1.xml" Id="Rf9d1420be60d40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53ead28fce48ef" /><Relationship Type="http://schemas.openxmlformats.org/officeDocument/2006/relationships/notesMaster" Target="/ppt/notesMasters/notesMaster1.xml" Id="Rdb65e262b5564a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dd60105de64e26" /><Relationship Type="http://schemas.openxmlformats.org/officeDocument/2006/relationships/notesMaster" Target="/ppt/notesMasters/notesMaster1.xml" Id="R8d7ff9a2a55748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a6b93368724960" /><Relationship Type="http://schemas.openxmlformats.org/officeDocument/2006/relationships/notesMaster" Target="/ppt/notesMasters/notesMaster1.xml" Id="Refeb860320b04f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8a531b624b41d3" /><Relationship Type="http://schemas.openxmlformats.org/officeDocument/2006/relationships/notesMaster" Target="/ppt/notesMasters/notesMaster1.xml" Id="Rd5ede5db344644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ae06888e134bda" /><Relationship Type="http://schemas.openxmlformats.org/officeDocument/2006/relationships/notesMaster" Target="/ppt/notesMasters/notesMaster1.xml" Id="R27125b58900d4d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f4a700b4cd4df5" /><Relationship Type="http://schemas.openxmlformats.org/officeDocument/2006/relationships/notesMaster" Target="/ppt/notesMasters/notesMaster1.xml" Id="R1359321382494ef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9305c6cfb074b49" /><Relationship Type="http://schemas.openxmlformats.org/officeDocument/2006/relationships/notesMaster" Target="/ppt/notesMasters/notesMaster1.xml" Id="R43a8f4ca62b544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f5ed0308bc426e" /><Relationship Type="http://schemas.openxmlformats.org/officeDocument/2006/relationships/notesMaster" Target="/ppt/notesMasters/notesMaster1.xml" Id="Rf15910caf4d84a3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febf285cf95493c" /><Relationship Type="http://schemas.openxmlformats.org/officeDocument/2006/relationships/notesMaster" Target="/ppt/notesMasters/notesMaster1.xml" Id="R73792ad6a9a1424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e69972578a9477f" /><Relationship Type="http://schemas.openxmlformats.org/officeDocument/2006/relationships/notesMaster" Target="/ppt/notesMasters/notesMaster1.xml" Id="R8b7c03852db94f6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dae9f75cd3a4b7f" /><Relationship Type="http://schemas.openxmlformats.org/officeDocument/2006/relationships/notesMaster" Target="/ppt/notesMasters/notesMaster1.xml" Id="R12ed59adafeb490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66bd9044bca4f14" /><Relationship Type="http://schemas.openxmlformats.org/officeDocument/2006/relationships/notesMaster" Target="/ppt/notesMasters/notesMaster1.xml" Id="R2a874776025a4b1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20567fe6f4d4995" /><Relationship Type="http://schemas.openxmlformats.org/officeDocument/2006/relationships/notesMaster" Target="/ppt/notesMasters/notesMaster1.xml" Id="R68235c52e671429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e2bbaba1c544eb9" /><Relationship Type="http://schemas.openxmlformats.org/officeDocument/2006/relationships/notesMaster" Target="/ppt/notesMasters/notesMaster1.xml" Id="R8d3d1c3c3489464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dd45bfab8c74d5e" /><Relationship Type="http://schemas.openxmlformats.org/officeDocument/2006/relationships/notesMaster" Target="/ppt/notesMasters/notesMaster1.xml" Id="R66f9d9b361a249e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a41a5a0ccbb4248" /><Relationship Type="http://schemas.openxmlformats.org/officeDocument/2006/relationships/notesMaster" Target="/ppt/notesMasters/notesMaster1.xml" Id="Ra4374133807f4f7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6a5138a34fb47a7" /><Relationship Type="http://schemas.openxmlformats.org/officeDocument/2006/relationships/notesMaster" Target="/ppt/notesMasters/notesMaster1.xml" Id="Raeea53dff9e14ce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afe2ee3348c403e" /><Relationship Type="http://schemas.openxmlformats.org/officeDocument/2006/relationships/notesMaster" Target="/ppt/notesMasters/notesMaster1.xml" Id="Rc19c1f47328c423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90d6d6618c447de" /><Relationship Type="http://schemas.openxmlformats.org/officeDocument/2006/relationships/notesMaster" Target="/ppt/notesMasters/notesMaster1.xml" Id="R375c22da27a34c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4fe9f3f83642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bf482ae62041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d068100c9f4cf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b74a74d0154f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53ab20ce514d1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0d635208d043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592C06-B065-4990-BBDD-CCA7D556E1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3B81106-0D21-4E25-9B28-BCD6C74965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9CB7300-915F-4594-84F6-2778170842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7A5C80-D869-4DD9-9F74-7B364C7A6A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15F2DAF-D556-4226-ABED-E16D683408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0F2E2E6-663F-463D-917D-9684176438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E44256-C1FE-4D2D-962A-F4953A31A8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C378B26-2E9E-4F76-AC8B-BFAF10D6B8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DC6613-5582-4069-BDE9-BCF398D122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3BD471-29B8-4147-8682-98BE21ED4F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568d767a9f4758" /><Relationship Type="http://schemas.openxmlformats.org/officeDocument/2006/relationships/slideLayout" Target="/ppt/slideLayouts/slideLayout1.xml" Id="Rafde9347563c40d2" /><Relationship Type="http://schemas.openxmlformats.org/officeDocument/2006/relationships/slideLayout" Target="/ppt/slideLayouts/slideLayout2.xml" Id="Rcba23e2aa42643a0" /><Relationship Type="http://schemas.openxmlformats.org/officeDocument/2006/relationships/slideLayout" Target="/ppt/slideLayouts/slideLayout3.xml" Id="Ref5947ae848a46a2" /><Relationship Type="http://schemas.openxmlformats.org/officeDocument/2006/relationships/slideLayout" Target="/ppt/slideLayouts/slideLayout4.xml" Id="Rce5b0e1c9b4748cb" /><Relationship Type="http://schemas.openxmlformats.org/officeDocument/2006/relationships/slideLayout" Target="/ppt/slideLayouts/slideLayout5.xml" Id="Re8863552863f4258" /><Relationship Type="http://schemas.openxmlformats.org/officeDocument/2006/relationships/slideLayout" Target="/ppt/slideLayouts/slideLayout6.xml" Id="Rcb8801608da743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de9347563c40d2"/>
    <p:sldLayoutId xmlns:r="http://schemas.openxmlformats.org/officeDocument/2006/relationships" id="2147483650" r:id="Rcba23e2aa42643a0"/>
    <p:sldLayoutId xmlns:r="http://schemas.openxmlformats.org/officeDocument/2006/relationships" id="2147483651" r:id="Ref5947ae848a46a2"/>
    <p:sldLayoutId xmlns:r="http://schemas.openxmlformats.org/officeDocument/2006/relationships" id="2147483652" r:id="Rce5b0e1c9b4748cb"/>
    <p:sldLayoutId xmlns:r="http://schemas.openxmlformats.org/officeDocument/2006/relationships" id="2147483653" r:id="Re8863552863f4258"/>
    <p:sldLayoutId xmlns:r="http://schemas.openxmlformats.org/officeDocument/2006/relationships" id="2147483654" r:id="Rcb8801608da743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9b9a7eb93844c6" /><Relationship Type="http://schemas.openxmlformats.org/officeDocument/2006/relationships/notesSlide" Target="/ppt/notesSlides/notesSlide1.xml" Id="Rd72512c89f1347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00b49308cb4f7d" /><Relationship Type="http://schemas.openxmlformats.org/officeDocument/2006/relationships/notesSlide" Target="/ppt/notesSlides/notesSlide2.xml" Id="R2445b66ea38243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4fd7267b614ad2" /><Relationship Type="http://schemas.openxmlformats.org/officeDocument/2006/relationships/notesSlide" Target="/ppt/notesSlides/notesSlide3.xml" Id="Rad20d8a502424c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7f7d3b0f01497b" /><Relationship Type="http://schemas.openxmlformats.org/officeDocument/2006/relationships/notesSlide" Target="/ppt/notesSlides/notesSlide4.xml" Id="Raf3343510cc047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af62deb3cf4925" /><Relationship Type="http://schemas.openxmlformats.org/officeDocument/2006/relationships/notesSlide" Target="/ppt/notesSlides/notesSlide5.xml" Id="Rd8aa3c8b791048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270ebb19e840ab" /><Relationship Type="http://schemas.openxmlformats.org/officeDocument/2006/relationships/notesSlide" Target="/ppt/notesSlides/notesSlide6.xml" Id="Rb9bdf8654b3b4d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d619246471407a" /><Relationship Type="http://schemas.openxmlformats.org/officeDocument/2006/relationships/notesSlide" Target="/ppt/notesSlides/notesSlide7.xml" Id="Rb024725d659d48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9ddd7aebf64272" /><Relationship Type="http://schemas.openxmlformats.org/officeDocument/2006/relationships/notesSlide" Target="/ppt/notesSlides/notesSlide8.xml" Id="R2c623e88199641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967eb0e33a4ad0" /><Relationship Type="http://schemas.openxmlformats.org/officeDocument/2006/relationships/notesSlide" Target="/ppt/notesSlides/notesSlide9.xml" Id="Ra0f41b74cccc43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da7bec86c54397" /><Relationship Type="http://schemas.openxmlformats.org/officeDocument/2006/relationships/notesSlide" Target="/ppt/notesSlides/notesSlide10.xml" Id="Rec0c1d9b3cea4f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2fe64533c14159" /><Relationship Type="http://schemas.openxmlformats.org/officeDocument/2006/relationships/notesSlide" Target="/ppt/notesSlides/notesSlide11.xml" Id="Rb59ac71b37b147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d955df02454bcf" /><Relationship Type="http://schemas.openxmlformats.org/officeDocument/2006/relationships/notesSlide" Target="/ppt/notesSlides/notesSlide12.xml" Id="Rfcb08933a0b04e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ff311305cb4b7f" /><Relationship Type="http://schemas.openxmlformats.org/officeDocument/2006/relationships/notesSlide" Target="/ppt/notesSlides/notesSlide13.xml" Id="Rff3cab1f1add40c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23e2032dbb4a5d" /><Relationship Type="http://schemas.openxmlformats.org/officeDocument/2006/relationships/notesSlide" Target="/ppt/notesSlides/notesSlide14.xml" Id="R207b5600133f4f5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9e0bd00cb64b3f" /><Relationship Type="http://schemas.openxmlformats.org/officeDocument/2006/relationships/notesSlide" Target="/ppt/notesSlides/notesSlide15.xml" Id="R4d6985cc5376491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995c6d39e945ed" /><Relationship Type="http://schemas.openxmlformats.org/officeDocument/2006/relationships/notesSlide" Target="/ppt/notesSlides/notesSlide16.xml" Id="R401d3f71b4374c0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9fc4335ed6420a" /><Relationship Type="http://schemas.openxmlformats.org/officeDocument/2006/relationships/notesSlide" Target="/ppt/notesSlides/notesSlide17.xml" Id="R9bcf1d5dc67444b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1a21e627cf4f75" /><Relationship Type="http://schemas.openxmlformats.org/officeDocument/2006/relationships/notesSlide" Target="/ppt/notesSlides/notesSlide18.xml" Id="Rf5909e6f724a469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9d187cf7ca435c" /><Relationship Type="http://schemas.openxmlformats.org/officeDocument/2006/relationships/notesSlide" Target="/ppt/notesSlides/notesSlide19.xml" Id="R723bc421806d4d0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1b7bd710b641b4" /><Relationship Type="http://schemas.openxmlformats.org/officeDocument/2006/relationships/notesSlide" Target="/ppt/notesSlides/notesSlide20.xml" Id="R3cd1fce3bf57409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700c9293424a7c" /><Relationship Type="http://schemas.openxmlformats.org/officeDocument/2006/relationships/notesSlide" Target="/ppt/notesSlides/notesSlide21.xml" Id="R5b3f47903d6a472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6efbc4a0344ec6" /><Relationship Type="http://schemas.openxmlformats.org/officeDocument/2006/relationships/notesSlide" Target="/ppt/notesSlides/notesSlide22.xml" Id="R524b499dbffb4c2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bc0416fd6241bc" /><Relationship Type="http://schemas.openxmlformats.org/officeDocument/2006/relationships/notesSlide" Target="/ppt/notesSlides/notesSlide23.xml" Id="Rc641474c5e65482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36094a6dbb4e06" /><Relationship Type="http://schemas.openxmlformats.org/officeDocument/2006/relationships/notesSlide" Target="/ppt/notesSlides/notesSlide24.xml" Id="R5af57cdf395d4b3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898430239e4965" /><Relationship Type="http://schemas.openxmlformats.org/officeDocument/2006/relationships/notesSlide" Target="/ppt/notesSlides/notesSlide25.xml" Id="R0c205ebe76ac4f5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8d53db902d414f" /><Relationship Type="http://schemas.openxmlformats.org/officeDocument/2006/relationships/notesSlide" Target="/ppt/notesSlides/notesSlide26.xml" Id="R15db692359f744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6231B-1DA7-4DBB-B214-0ADFCD10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AC599-7FDE-47C9-8A4D-CA3B102B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</a:defRPr>
            </a:defPPr>
            <a:lvl1pPr algn="l">
              <a:defRPr sz="3750" b="1">
                <a:solidFill>
                  <a:srgbClr val="FFFFFF"/>
                </a:solidFill>
              </a:defRPr>
            </a:lvl1pPr>
            <a:lvl2pPr algn="l">
              <a:defRPr sz="3750" b="1">
                <a:solidFill>
                  <a:srgbClr val="FFFFFF"/>
                </a:solidFill>
              </a:defRPr>
            </a:lvl2pPr>
            <a:lvl3pPr algn="l">
              <a:defRPr sz="3750" b="1">
                <a:solidFill>
                  <a:srgbClr val="FFFFFF"/>
                </a:solidFill>
              </a:defRPr>
            </a:lvl3pPr>
            <a:lvl4pPr algn="l">
              <a:defRPr sz="3750" b="1">
                <a:solidFill>
                  <a:srgbClr val="FFFFFF"/>
                </a:solidFill>
              </a:defRPr>
            </a:lvl4pPr>
            <a:lvl5pPr algn="l">
              <a:defRPr sz="3750" b="1">
                <a:solidFill>
                  <a:srgbClr val="FFFFFF"/>
                </a:solidFill>
              </a:defRPr>
            </a:lvl5pPr>
            <a:lvl6pPr algn="l">
              <a:defRPr sz="3750" b="1">
                <a:solidFill>
                  <a:srgbClr val="FFFFFF"/>
                </a:solidFill>
              </a:defRPr>
            </a:lvl6pPr>
            <a:lvl7pPr algn="l">
              <a:defRPr sz="3750" b="1">
                <a:solidFill>
                  <a:srgbClr val="FFFFFF"/>
                </a:solidFill>
              </a:defRPr>
            </a:lvl7pPr>
            <a:lvl8pPr algn="l">
              <a:defRPr sz="3750" b="1">
                <a:solidFill>
                  <a:srgbClr val="FFFFFF"/>
                </a:solidFill>
              </a:defRPr>
            </a:lvl8pPr>
            <a:lvl9pPr algn="l">
              <a:defRPr sz="37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Python Foundations for Engineers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7CB06-04ED-4B88-98BD-2F829AEF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B8D7F0"/>
                </a:solidFill>
              </a:defRPr>
            </a:defPPr>
            <a:lvl1pPr algn="l">
              <a:defRPr sz="2100" b="0">
                <a:solidFill>
                  <a:srgbClr val="B8D7F0"/>
                </a:solidFill>
              </a:defRPr>
            </a:lvl1pPr>
            <a:lvl2pPr algn="l">
              <a:defRPr sz="2100" b="0">
                <a:solidFill>
                  <a:srgbClr val="B8D7F0"/>
                </a:solidFill>
              </a:defRPr>
            </a:lvl2pPr>
            <a:lvl3pPr algn="l">
              <a:defRPr sz="2100" b="0">
                <a:solidFill>
                  <a:srgbClr val="B8D7F0"/>
                </a:solidFill>
              </a:defRPr>
            </a:lvl3pPr>
            <a:lvl4pPr algn="l">
              <a:defRPr sz="2100" b="0">
                <a:solidFill>
                  <a:srgbClr val="B8D7F0"/>
                </a:solidFill>
              </a:defRPr>
            </a:lvl4pPr>
            <a:lvl5pPr algn="l">
              <a:defRPr sz="2100" b="0">
                <a:solidFill>
                  <a:srgbClr val="B8D7F0"/>
                </a:solidFill>
              </a:defRPr>
            </a:lvl5pPr>
            <a:lvl6pPr algn="l">
              <a:defRPr sz="2100" b="0">
                <a:solidFill>
                  <a:srgbClr val="B8D7F0"/>
                </a:solidFill>
              </a:defRPr>
            </a:lvl6pPr>
            <a:lvl7pPr algn="l">
              <a:defRPr sz="2100" b="0">
                <a:solidFill>
                  <a:srgbClr val="B8D7F0"/>
                </a:solidFill>
              </a:defRPr>
            </a:lvl7pPr>
            <a:lvl8pPr algn="l">
              <a:defRPr sz="2100" b="0">
                <a:solidFill>
                  <a:srgbClr val="B8D7F0"/>
                </a:solidFill>
              </a:defRPr>
            </a:lvl8pPr>
            <a:lvl9pPr algn="l">
              <a:defRPr sz="2100" b="0">
                <a:solidFill>
                  <a:srgbClr val="B8D7F0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B8D7F0"/>
                </a:solidFill>
              </a:defRPr>
            </a:pPr>
            <a:r>
              <a:rPr sz="2100" b="0">
                <a:solidFill>
                  <a:srgbClr val="B8D7F0"/>
                </a:solidFill>
              </a:rPr>
              <a:t>Beginner review before the team labs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9A942-A0DF-456D-B37E-2D54D426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D9E8F5"/>
                </a:solidFill>
              </a:defRPr>
            </a:defPPr>
            <a:lvl1pPr algn="l">
              <a:defRPr sz="1500" b="0">
                <a:solidFill>
                  <a:srgbClr val="D9E8F5"/>
                </a:solidFill>
              </a:defRPr>
            </a:lvl1pPr>
            <a:lvl2pPr algn="l">
              <a:defRPr sz="1500" b="0">
                <a:solidFill>
                  <a:srgbClr val="D9E8F5"/>
                </a:solidFill>
              </a:defRPr>
            </a:lvl2pPr>
            <a:lvl3pPr algn="l">
              <a:defRPr sz="1500" b="0">
                <a:solidFill>
                  <a:srgbClr val="D9E8F5"/>
                </a:solidFill>
              </a:defRPr>
            </a:lvl3pPr>
            <a:lvl4pPr algn="l">
              <a:defRPr sz="1500" b="0">
                <a:solidFill>
                  <a:srgbClr val="D9E8F5"/>
                </a:solidFill>
              </a:defRPr>
            </a:lvl4pPr>
            <a:lvl5pPr algn="l">
              <a:defRPr sz="1500" b="0">
                <a:solidFill>
                  <a:srgbClr val="D9E8F5"/>
                </a:solidFill>
              </a:defRPr>
            </a:lvl5pPr>
            <a:lvl6pPr algn="l">
              <a:defRPr sz="1500" b="0">
                <a:solidFill>
                  <a:srgbClr val="D9E8F5"/>
                </a:solidFill>
              </a:defRPr>
            </a:lvl6pPr>
            <a:lvl7pPr algn="l">
              <a:defRPr sz="1500" b="0">
                <a:solidFill>
                  <a:srgbClr val="D9E8F5"/>
                </a:solidFill>
              </a:defRPr>
            </a:lvl7pPr>
            <a:lvl8pPr algn="l">
              <a:defRPr sz="1500" b="0">
                <a:solidFill>
                  <a:srgbClr val="D9E8F5"/>
                </a:solidFill>
              </a:defRPr>
            </a:lvl8pPr>
            <a:lvl9pPr algn="l">
              <a:defRPr sz="1500" b="0">
                <a:solidFill>
                  <a:srgbClr val="D9E8F5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9E8F5"/>
                </a:solidFill>
              </a:defRPr>
            </a:pPr>
            <a:r>
              <a:rPr sz="1500" b="0">
                <a:solidFill>
                  <a:srgbClr val="D9E8F5"/>
                </a:solidFill>
              </a:rPr>
              <a:t>Week 5: Mario review and three guided Colab labs</a:t>
            </a:r>
          </a:p>
        </p:txBody>
      </p:sp>
    </p:spTree>
    <p:extLst>
      <p:ext uri="{BB962C8B-B14F-4D97-AF65-F5344CB8AC3E}">
        <p14:creationId xmlns:p14="http://schemas.microsoft.com/office/powerpoint/2010/main" val="5050775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05EF25-FCAB-4979-9746-9A3D3E71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1BA1A-77D9-4764-839F-1B2F4DC6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Today’s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13ADF-B76A-4FB9-8743-8ED4F57B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Class ends at 1:00 PM — the first 15 minutes are for arrival and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86C41-9422-4109-A8AC-C4E16D0D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125EC-8898-479A-8F51-DF81BBE6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DEA8B-D2F0-417F-905E-1D15F024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5730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9:00–9:15  Arrive, sign in, open the browser, and get settled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BE7B4-6593-4182-86DB-9458F39F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DB943-7CD8-4596-91C5-CFA1F749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478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9:15–9:35  Mario review and class voting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801810-3201-42D2-96F0-8D95CD00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A7A0C-493A-4C05-A0C6-6BABB907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9:35–10:25  Super Mario Team Quest in Module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A8725-6454-46BA-AE43-4AA68BC3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62CD7-0907-48E1-AE8F-60786D60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10:00  Coin Rush photo showcase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F9B3C-EEE3-4B43-8045-A4FDCB86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D53A0-4C33-4167-A02E-D1773FA4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10:25–10:35  Break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98644B-98F8-4D0A-B61E-81796C60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CB048B-8497-4682-AFE3-48C40341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10:35–11:20  Module 2: Arcade Loop Trainer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1B4009-3765-4B65-A922-8E6EDE60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B0E377-ED69-44C3-ACAF-EF1BAAE6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11:20–11:30  Break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98F5A8-5C51-4247-88E4-27A0AE10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842EA1-42C5-42C2-9023-B5F182F6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911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11:30–1:00  Module 3, boss challenge, peer debugging, and exit</a:t>
            </a:r>
          </a:p>
        </p:txBody>
      </p:sp>
    </p:spTree>
    <p:extLst>
      <p:ext uri="{BB962C8B-B14F-4D97-AF65-F5344CB8AC3E}">
        <p14:creationId xmlns:p14="http://schemas.microsoft.com/office/powerpoint/2010/main" val="19695929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8F54B-7ED1-43C5-972C-6EE8BF4D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52C8F-D5C1-4179-83CF-24966821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Google Colab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F6D55-DD08-44E9-A6E3-652C983F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GitHub supplies the class notebook. Google Drive stores your copy.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390E6-1A8B-4A6A-A14D-F8500CC7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59660-CB0A-48AA-A738-EA98B6A0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32C89-CE50-4BF8-8C3C-9987F974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2875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Open the module link from the Week 5 GitHub README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A7895-7CED-46A7-93F6-4DB10036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BDC97-0B9F-4231-9F7D-D32B8D49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Sign into the Google account you will use for class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E6D4A-27A4-4A65-A32E-ABC85F3A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5B28F-8F98-472E-8390-F242C7F9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1465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Choose File, then Save a copy in Drive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A949F-FE6E-45FE-8B58-3593C161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9348F-4205-46AE-B531-6DFCF7EA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Rename the copy with your name and module number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3062C-FC83-4989-B590-BEEA274E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7CE98-8E35-4ECC-ADCD-BAB73421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Complete the lesson only in your saved Drive copy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40DCFB-B100-4112-9D0E-3EA82F35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1042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E85D4A"/>
                </a:solidFill>
              </a:defRPr>
            </a:defPPr>
            <a:lvl1pPr algn="l">
              <a:defRPr sz="1575" b="1">
                <a:solidFill>
                  <a:srgbClr val="E85D4A"/>
                </a:solidFill>
              </a:defRPr>
            </a:lvl1pPr>
            <a:lvl2pPr algn="l">
              <a:defRPr sz="1575" b="1">
                <a:solidFill>
                  <a:srgbClr val="E85D4A"/>
                </a:solidFill>
              </a:defRPr>
            </a:lvl2pPr>
            <a:lvl3pPr algn="l">
              <a:defRPr sz="1575" b="1">
                <a:solidFill>
                  <a:srgbClr val="E85D4A"/>
                </a:solidFill>
              </a:defRPr>
            </a:lvl3pPr>
            <a:lvl4pPr algn="l">
              <a:defRPr sz="1575" b="1">
                <a:solidFill>
                  <a:srgbClr val="E85D4A"/>
                </a:solidFill>
              </a:defRPr>
            </a:lvl4pPr>
            <a:lvl5pPr algn="l">
              <a:defRPr sz="1575" b="1">
                <a:solidFill>
                  <a:srgbClr val="E85D4A"/>
                </a:solidFill>
              </a:defRPr>
            </a:lvl5pPr>
            <a:lvl6pPr algn="l">
              <a:defRPr sz="1575" b="1">
                <a:solidFill>
                  <a:srgbClr val="E85D4A"/>
                </a:solidFill>
              </a:defRPr>
            </a:lvl6pPr>
            <a:lvl7pPr algn="l">
              <a:defRPr sz="1575" b="1">
                <a:solidFill>
                  <a:srgbClr val="E85D4A"/>
                </a:solidFill>
              </a:defRPr>
            </a:lvl7pPr>
            <a:lvl8pPr algn="l">
              <a:defRPr sz="1575" b="1">
                <a:solidFill>
                  <a:srgbClr val="E85D4A"/>
                </a:solidFill>
              </a:defRPr>
            </a:lvl8pPr>
            <a:lvl9pPr algn="l">
              <a:defRPr sz="157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E85D4A"/>
                </a:solidFill>
              </a:defRPr>
            </a:pPr>
            <a:r>
              <a:rPr sz="1575" b="1">
                <a:solidFill>
                  <a:srgbClr val="E85D4A"/>
                </a:solidFill>
              </a:rPr>
              <a:t>git pull updates a repository on a local computer. You do not need it for today’s Colab lesson.</a:t>
            </a:r>
          </a:p>
        </p:txBody>
      </p:sp>
    </p:spTree>
    <p:extLst>
      <p:ext uri="{BB962C8B-B14F-4D97-AF65-F5344CB8AC3E}">
        <p14:creationId xmlns:p14="http://schemas.microsoft.com/office/powerpoint/2010/main" val="13715751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E2643-E844-4717-8851-BC381A33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0BEF1-55CE-4117-8025-C23B1153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Mario is a software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D2CC4-DF4C-4884-B69B-32F85537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Every game action depends on the same foundations engineers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3F6CE-B7E8-44F8-897B-237D7EEF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72A18-64EE-4889-B31F-7572DB73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0F766E"/>
                </a:solidFill>
              </a:defRPr>
            </a:defPPr>
            <a:lvl1pPr algn="l">
              <a:defRPr sz="1425" b="1">
                <a:solidFill>
                  <a:srgbClr val="0F766E"/>
                </a:solidFill>
              </a:defRPr>
            </a:lvl1pPr>
            <a:lvl2pPr algn="l">
              <a:defRPr sz="1425" b="1">
                <a:solidFill>
                  <a:srgbClr val="0F766E"/>
                </a:solidFill>
              </a:defRPr>
            </a:lvl2pPr>
            <a:lvl3pPr algn="l">
              <a:defRPr sz="1425" b="1">
                <a:solidFill>
                  <a:srgbClr val="0F766E"/>
                </a:solidFill>
              </a:defRPr>
            </a:lvl3pPr>
            <a:lvl4pPr algn="l">
              <a:defRPr sz="1425" b="1">
                <a:solidFill>
                  <a:srgbClr val="0F766E"/>
                </a:solidFill>
              </a:defRPr>
            </a:lvl4pPr>
            <a:lvl5pPr algn="l">
              <a:defRPr sz="1425" b="1">
                <a:solidFill>
                  <a:srgbClr val="0F766E"/>
                </a:solidFill>
              </a:defRPr>
            </a:lvl5pPr>
            <a:lvl6pPr algn="l">
              <a:defRPr sz="1425" b="1">
                <a:solidFill>
                  <a:srgbClr val="0F766E"/>
                </a:solidFill>
              </a:defRPr>
            </a:lvl6pPr>
            <a:lvl7pPr algn="l">
              <a:defRPr sz="1425" b="1">
                <a:solidFill>
                  <a:srgbClr val="0F766E"/>
                </a:solidFill>
              </a:defRPr>
            </a:lvl7pPr>
            <a:lvl8pPr algn="l">
              <a:defRPr sz="1425" b="1">
                <a:solidFill>
                  <a:srgbClr val="0F766E"/>
                </a:solidFill>
              </a:defRPr>
            </a:lvl8pPr>
            <a:lvl9pPr algn="l">
              <a:defRPr sz="14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VARIABLES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58E86-B63E-4885-ABBC-9960D32E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2033"/>
                </a:solidFill>
              </a:defRPr>
            </a:defPPr>
            <a:lvl1pPr algn="l">
              <a:defRPr sz="1950" b="1">
                <a:solidFill>
                  <a:srgbClr val="122033"/>
                </a:solidFill>
              </a:defRPr>
            </a:lvl1pPr>
            <a:lvl2pPr algn="l">
              <a:defRPr sz="1950" b="1">
                <a:solidFill>
                  <a:srgbClr val="122033"/>
                </a:solidFill>
              </a:defRPr>
            </a:lvl2pPr>
            <a:lvl3pPr algn="l">
              <a:defRPr sz="1950" b="1">
                <a:solidFill>
                  <a:srgbClr val="122033"/>
                </a:solidFill>
              </a:defRPr>
            </a:lvl3pPr>
            <a:lvl4pPr algn="l">
              <a:defRPr sz="1950" b="1">
                <a:solidFill>
                  <a:srgbClr val="122033"/>
                </a:solidFill>
              </a:defRPr>
            </a:lvl4pPr>
            <a:lvl5pPr algn="l">
              <a:defRPr sz="1950" b="1">
                <a:solidFill>
                  <a:srgbClr val="122033"/>
                </a:solidFill>
              </a:defRPr>
            </a:lvl5pPr>
            <a:lvl6pPr algn="l">
              <a:defRPr sz="1950" b="1">
                <a:solidFill>
                  <a:srgbClr val="122033"/>
                </a:solidFill>
              </a:defRPr>
            </a:lvl6pPr>
            <a:lvl7pPr algn="l">
              <a:defRPr sz="1950" b="1">
                <a:solidFill>
                  <a:srgbClr val="122033"/>
                </a:solidFill>
              </a:defRPr>
            </a:lvl7pPr>
            <a:lvl8pPr algn="l">
              <a:defRPr sz="1950" b="1">
                <a:solidFill>
                  <a:srgbClr val="122033"/>
                </a:solidFill>
              </a:defRPr>
            </a:lvl8pPr>
            <a:lvl9pPr algn="l">
              <a:defRPr sz="195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2033"/>
                </a:solidFill>
              </a:defRPr>
            </a:pPr>
            <a:r>
              <a:rPr sz="1950" b="1">
                <a:solidFill>
                  <a:srgbClr val="122033"/>
                </a:solidFill>
              </a:rPr>
              <a:t>Store Mario’s lives, coins, speed, and power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53A6D-80F4-480D-8D0C-B01E475D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0F766E"/>
                </a:solidFill>
              </a:defRPr>
            </a:defPPr>
            <a:lvl1pPr algn="l">
              <a:defRPr sz="1425" b="1">
                <a:solidFill>
                  <a:srgbClr val="0F766E"/>
                </a:solidFill>
              </a:defRPr>
            </a:lvl1pPr>
            <a:lvl2pPr algn="l">
              <a:defRPr sz="1425" b="1">
                <a:solidFill>
                  <a:srgbClr val="0F766E"/>
                </a:solidFill>
              </a:defRPr>
            </a:lvl2pPr>
            <a:lvl3pPr algn="l">
              <a:defRPr sz="1425" b="1">
                <a:solidFill>
                  <a:srgbClr val="0F766E"/>
                </a:solidFill>
              </a:defRPr>
            </a:lvl3pPr>
            <a:lvl4pPr algn="l">
              <a:defRPr sz="1425" b="1">
                <a:solidFill>
                  <a:srgbClr val="0F766E"/>
                </a:solidFill>
              </a:defRPr>
            </a:lvl4pPr>
            <a:lvl5pPr algn="l">
              <a:defRPr sz="1425" b="1">
                <a:solidFill>
                  <a:srgbClr val="0F766E"/>
                </a:solidFill>
              </a:defRPr>
            </a:lvl5pPr>
            <a:lvl6pPr algn="l">
              <a:defRPr sz="1425" b="1">
                <a:solidFill>
                  <a:srgbClr val="0F766E"/>
                </a:solidFill>
              </a:defRPr>
            </a:lvl6pPr>
            <a:lvl7pPr algn="l">
              <a:defRPr sz="1425" b="1">
                <a:solidFill>
                  <a:srgbClr val="0F766E"/>
                </a:solidFill>
              </a:defRPr>
            </a:lvl7pPr>
            <a:lvl8pPr algn="l">
              <a:defRPr sz="1425" b="1">
                <a:solidFill>
                  <a:srgbClr val="0F766E"/>
                </a:solidFill>
              </a:defRPr>
            </a:lvl8pPr>
            <a:lvl9pPr algn="l">
              <a:defRPr sz="14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LISTS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2459E-516E-4D18-B8DE-FF171ECB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2033"/>
                </a:solidFill>
              </a:defRPr>
            </a:defPPr>
            <a:lvl1pPr algn="l">
              <a:defRPr sz="1950" b="1">
                <a:solidFill>
                  <a:srgbClr val="122033"/>
                </a:solidFill>
              </a:defRPr>
            </a:lvl1pPr>
            <a:lvl2pPr algn="l">
              <a:defRPr sz="1950" b="1">
                <a:solidFill>
                  <a:srgbClr val="122033"/>
                </a:solidFill>
              </a:defRPr>
            </a:lvl2pPr>
            <a:lvl3pPr algn="l">
              <a:defRPr sz="1950" b="1">
                <a:solidFill>
                  <a:srgbClr val="122033"/>
                </a:solidFill>
              </a:defRPr>
            </a:lvl3pPr>
            <a:lvl4pPr algn="l">
              <a:defRPr sz="1950" b="1">
                <a:solidFill>
                  <a:srgbClr val="122033"/>
                </a:solidFill>
              </a:defRPr>
            </a:lvl4pPr>
            <a:lvl5pPr algn="l">
              <a:defRPr sz="1950" b="1">
                <a:solidFill>
                  <a:srgbClr val="122033"/>
                </a:solidFill>
              </a:defRPr>
            </a:lvl5pPr>
            <a:lvl6pPr algn="l">
              <a:defRPr sz="1950" b="1">
                <a:solidFill>
                  <a:srgbClr val="122033"/>
                </a:solidFill>
              </a:defRPr>
            </a:lvl6pPr>
            <a:lvl7pPr algn="l">
              <a:defRPr sz="1950" b="1">
                <a:solidFill>
                  <a:srgbClr val="122033"/>
                </a:solidFill>
              </a:defRPr>
            </a:lvl7pPr>
            <a:lvl8pPr algn="l">
              <a:defRPr sz="1950" b="1">
                <a:solidFill>
                  <a:srgbClr val="122033"/>
                </a:solidFill>
              </a:defRPr>
            </a:lvl8pPr>
            <a:lvl9pPr algn="l">
              <a:defRPr sz="195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2033"/>
                </a:solidFill>
              </a:defRPr>
            </a:pPr>
            <a:r>
              <a:rPr sz="1950" b="1">
                <a:solidFill>
                  <a:srgbClr val="122033"/>
                </a:solidFill>
              </a:rPr>
              <a:t>Keep enemies, questions, platforms, and collected items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FAB05-D294-41EA-B158-9EF7DAE2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E85D4A"/>
                </a:solidFill>
              </a:defRPr>
            </a:defPPr>
            <a:lvl1pPr algn="l">
              <a:defRPr sz="1425" b="1">
                <a:solidFill>
                  <a:srgbClr val="E85D4A"/>
                </a:solidFill>
              </a:defRPr>
            </a:lvl1pPr>
            <a:lvl2pPr algn="l">
              <a:defRPr sz="1425" b="1">
                <a:solidFill>
                  <a:srgbClr val="E85D4A"/>
                </a:solidFill>
              </a:defRPr>
            </a:lvl2pPr>
            <a:lvl3pPr algn="l">
              <a:defRPr sz="1425" b="1">
                <a:solidFill>
                  <a:srgbClr val="E85D4A"/>
                </a:solidFill>
              </a:defRPr>
            </a:lvl3pPr>
            <a:lvl4pPr algn="l">
              <a:defRPr sz="1425" b="1">
                <a:solidFill>
                  <a:srgbClr val="E85D4A"/>
                </a:solidFill>
              </a:defRPr>
            </a:lvl4pPr>
            <a:lvl5pPr algn="l">
              <a:defRPr sz="1425" b="1">
                <a:solidFill>
                  <a:srgbClr val="E85D4A"/>
                </a:solidFill>
              </a:defRPr>
            </a:lvl5pPr>
            <a:lvl6pPr algn="l">
              <a:defRPr sz="1425" b="1">
                <a:solidFill>
                  <a:srgbClr val="E85D4A"/>
                </a:solidFill>
              </a:defRPr>
            </a:lvl6pPr>
            <a:lvl7pPr algn="l">
              <a:defRPr sz="1425" b="1">
                <a:solidFill>
                  <a:srgbClr val="E85D4A"/>
                </a:solidFill>
              </a:defRPr>
            </a:lvl7pPr>
            <a:lvl8pPr algn="l">
              <a:defRPr sz="1425" b="1">
                <a:solidFill>
                  <a:srgbClr val="E85D4A"/>
                </a:solidFill>
              </a:defRPr>
            </a:lvl8pPr>
            <a:lvl9pPr algn="l">
              <a:defRPr sz="142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85D4A"/>
                </a:solidFill>
              </a:defRPr>
            </a:pPr>
            <a:r>
              <a:rPr sz="1425" b="1">
                <a:solidFill>
                  <a:srgbClr val="E85D4A"/>
                </a:solidFill>
              </a:rPr>
              <a:t>CONDITIONS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A3E77-9B38-4949-BCD8-56618F0B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2033"/>
                </a:solidFill>
              </a:defRPr>
            </a:defPPr>
            <a:lvl1pPr algn="l">
              <a:defRPr sz="1950" b="1">
                <a:solidFill>
                  <a:srgbClr val="122033"/>
                </a:solidFill>
              </a:defRPr>
            </a:lvl1pPr>
            <a:lvl2pPr algn="l">
              <a:defRPr sz="1950" b="1">
                <a:solidFill>
                  <a:srgbClr val="122033"/>
                </a:solidFill>
              </a:defRPr>
            </a:lvl2pPr>
            <a:lvl3pPr algn="l">
              <a:defRPr sz="1950" b="1">
                <a:solidFill>
                  <a:srgbClr val="122033"/>
                </a:solidFill>
              </a:defRPr>
            </a:lvl3pPr>
            <a:lvl4pPr algn="l">
              <a:defRPr sz="1950" b="1">
                <a:solidFill>
                  <a:srgbClr val="122033"/>
                </a:solidFill>
              </a:defRPr>
            </a:lvl4pPr>
            <a:lvl5pPr algn="l">
              <a:defRPr sz="1950" b="1">
                <a:solidFill>
                  <a:srgbClr val="122033"/>
                </a:solidFill>
              </a:defRPr>
            </a:lvl5pPr>
            <a:lvl6pPr algn="l">
              <a:defRPr sz="1950" b="1">
                <a:solidFill>
                  <a:srgbClr val="122033"/>
                </a:solidFill>
              </a:defRPr>
            </a:lvl6pPr>
            <a:lvl7pPr algn="l">
              <a:defRPr sz="1950" b="1">
                <a:solidFill>
                  <a:srgbClr val="122033"/>
                </a:solidFill>
              </a:defRPr>
            </a:lvl7pPr>
            <a:lvl8pPr algn="l">
              <a:defRPr sz="1950" b="1">
                <a:solidFill>
                  <a:srgbClr val="122033"/>
                </a:solidFill>
              </a:defRPr>
            </a:lvl8pPr>
            <a:lvl9pPr algn="l">
              <a:defRPr sz="195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2033"/>
                </a:solidFill>
              </a:defRPr>
            </a:pPr>
            <a:r>
              <a:rPr sz="1950" b="1">
                <a:solidFill>
                  <a:srgbClr val="122033"/>
                </a:solidFill>
              </a:rPr>
              <a:t>Choose what happens after a collision or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71AA5D-027E-457F-A48B-C6CB0D03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67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E85D4A"/>
                </a:solidFill>
              </a:defRPr>
            </a:defPPr>
            <a:lvl1pPr algn="l">
              <a:defRPr sz="1425" b="1">
                <a:solidFill>
                  <a:srgbClr val="E85D4A"/>
                </a:solidFill>
              </a:defRPr>
            </a:lvl1pPr>
            <a:lvl2pPr algn="l">
              <a:defRPr sz="1425" b="1">
                <a:solidFill>
                  <a:srgbClr val="E85D4A"/>
                </a:solidFill>
              </a:defRPr>
            </a:lvl2pPr>
            <a:lvl3pPr algn="l">
              <a:defRPr sz="1425" b="1">
                <a:solidFill>
                  <a:srgbClr val="E85D4A"/>
                </a:solidFill>
              </a:defRPr>
            </a:lvl3pPr>
            <a:lvl4pPr algn="l">
              <a:defRPr sz="1425" b="1">
                <a:solidFill>
                  <a:srgbClr val="E85D4A"/>
                </a:solidFill>
              </a:defRPr>
            </a:lvl4pPr>
            <a:lvl5pPr algn="l">
              <a:defRPr sz="1425" b="1">
                <a:solidFill>
                  <a:srgbClr val="E85D4A"/>
                </a:solidFill>
              </a:defRPr>
            </a:lvl5pPr>
            <a:lvl6pPr algn="l">
              <a:defRPr sz="1425" b="1">
                <a:solidFill>
                  <a:srgbClr val="E85D4A"/>
                </a:solidFill>
              </a:defRPr>
            </a:lvl6pPr>
            <a:lvl7pPr algn="l">
              <a:defRPr sz="1425" b="1">
                <a:solidFill>
                  <a:srgbClr val="E85D4A"/>
                </a:solidFill>
              </a:defRPr>
            </a:lvl7pPr>
            <a:lvl8pPr algn="l">
              <a:defRPr sz="1425" b="1">
                <a:solidFill>
                  <a:srgbClr val="E85D4A"/>
                </a:solidFill>
              </a:defRPr>
            </a:lvl8pPr>
            <a:lvl9pPr algn="l">
              <a:defRPr sz="142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85D4A"/>
                </a:solidFill>
              </a:defRPr>
            </a:pPr>
            <a:r>
              <a:rPr sz="1425" b="1">
                <a:solidFill>
                  <a:srgbClr val="E85D4A"/>
                </a:solidFill>
              </a:rPr>
              <a:t>LOOPS + FUNCTIONS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31B120-8473-4842-ADD2-651FDA04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2033"/>
                </a:solidFill>
              </a:defRPr>
            </a:defPPr>
            <a:lvl1pPr algn="l">
              <a:defRPr sz="1950" b="1">
                <a:solidFill>
                  <a:srgbClr val="122033"/>
                </a:solidFill>
              </a:defRPr>
            </a:lvl1pPr>
            <a:lvl2pPr algn="l">
              <a:defRPr sz="1950" b="1">
                <a:solidFill>
                  <a:srgbClr val="122033"/>
                </a:solidFill>
              </a:defRPr>
            </a:lvl2pPr>
            <a:lvl3pPr algn="l">
              <a:defRPr sz="1950" b="1">
                <a:solidFill>
                  <a:srgbClr val="122033"/>
                </a:solidFill>
              </a:defRPr>
            </a:lvl3pPr>
            <a:lvl4pPr algn="l">
              <a:defRPr sz="1950" b="1">
                <a:solidFill>
                  <a:srgbClr val="122033"/>
                </a:solidFill>
              </a:defRPr>
            </a:lvl4pPr>
            <a:lvl5pPr algn="l">
              <a:defRPr sz="1950" b="1">
                <a:solidFill>
                  <a:srgbClr val="122033"/>
                </a:solidFill>
              </a:defRPr>
            </a:lvl5pPr>
            <a:lvl6pPr algn="l">
              <a:defRPr sz="1950" b="1">
                <a:solidFill>
                  <a:srgbClr val="122033"/>
                </a:solidFill>
              </a:defRPr>
            </a:lvl6pPr>
            <a:lvl7pPr algn="l">
              <a:defRPr sz="1950" b="1">
                <a:solidFill>
                  <a:srgbClr val="122033"/>
                </a:solidFill>
              </a:defRPr>
            </a:lvl7pPr>
            <a:lvl8pPr algn="l">
              <a:defRPr sz="1950" b="1">
                <a:solidFill>
                  <a:srgbClr val="122033"/>
                </a:solidFill>
              </a:defRPr>
            </a:lvl8pPr>
            <a:lvl9pPr algn="l">
              <a:defRPr sz="195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2033"/>
                </a:solidFill>
              </a:defRPr>
            </a:pPr>
            <a:r>
              <a:rPr sz="1950" b="1">
                <a:solidFill>
                  <a:srgbClr val="122033"/>
                </a:solidFill>
              </a:rPr>
              <a:t>Update the world repeatedly and reuse reliable 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62488F-4260-4AF5-B598-B0852849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071A33"/>
                </a:solidFill>
              </a:defRPr>
            </a:defPPr>
            <a:lvl1pPr algn="ctr">
              <a:defRPr sz="2100" b="1">
                <a:solidFill>
                  <a:srgbClr val="071A33"/>
                </a:solidFill>
              </a:defRPr>
            </a:lvl1pPr>
            <a:lvl2pPr algn="ctr">
              <a:defRPr sz="2100" b="1">
                <a:solidFill>
                  <a:srgbClr val="071A33"/>
                </a:solidFill>
              </a:defRPr>
            </a:lvl2pPr>
            <a:lvl3pPr algn="ctr">
              <a:defRPr sz="2100" b="1">
                <a:solidFill>
                  <a:srgbClr val="071A33"/>
                </a:solidFill>
              </a:defRPr>
            </a:lvl3pPr>
            <a:lvl4pPr algn="ctr">
              <a:defRPr sz="2100" b="1">
                <a:solidFill>
                  <a:srgbClr val="071A33"/>
                </a:solidFill>
              </a:defRPr>
            </a:lvl4pPr>
            <a:lvl5pPr algn="ctr">
              <a:defRPr sz="2100" b="1">
                <a:solidFill>
                  <a:srgbClr val="071A33"/>
                </a:solidFill>
              </a:defRPr>
            </a:lvl5pPr>
            <a:lvl6pPr algn="ctr">
              <a:defRPr sz="2100" b="1">
                <a:solidFill>
                  <a:srgbClr val="071A33"/>
                </a:solidFill>
              </a:defRPr>
            </a:lvl6pPr>
            <a:lvl7pPr algn="ctr">
              <a:defRPr sz="2100" b="1">
                <a:solidFill>
                  <a:srgbClr val="071A33"/>
                </a:solidFill>
              </a:defRPr>
            </a:lvl7pPr>
            <a:lvl8pPr algn="ctr">
              <a:defRPr sz="2100" b="1">
                <a:solidFill>
                  <a:srgbClr val="071A33"/>
                </a:solidFill>
              </a:defRPr>
            </a:lvl8pPr>
            <a:lvl9pPr algn="ctr">
              <a:defRPr sz="210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71A33"/>
                </a:solidFill>
              </a:defRPr>
            </a:pPr>
            <a:r>
              <a:rPr sz="2100" b="1">
                <a:solidFill>
                  <a:srgbClr val="071A33"/>
                </a:solidFill>
              </a:rPr>
              <a:t>Engineering starts by turning a real situation into data, rules, repetition, and reusable jobs.</a:t>
            </a:r>
          </a:p>
        </p:txBody>
      </p:sp>
    </p:spTree>
    <p:extLst>
      <p:ext uri="{BB962C8B-B14F-4D97-AF65-F5344CB8AC3E}">
        <p14:creationId xmlns:p14="http://schemas.microsoft.com/office/powerpoint/2010/main" val="1577803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64EEA-FEC3-4E08-93EA-E0CF479C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3711C-BF37-4A91-AB7D-8077DC79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Variables and lists model a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FDEA1-ED02-46AC-9CED-0E5FE848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Engineers name the information a program must remember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14555-62A8-4D2B-B6E0-4499F557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44D70-6528-48DC-B435-D6847173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810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7D6C7-141B-4246-86BC-90FCAF79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52768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player = "Mario"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lives = 3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coins = 12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power_ups = ["mushroom", "leaf"]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E6876-87F2-4EC1-9475-12F29556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811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Why engineers need them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E52A5-7CB5-4146-89A1-706EE4BB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4000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A delivery app stores drivers and orders.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A robot stores sensor readings.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A game stores players and inventory.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0015F-6128-4578-B523-6E5102C8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E85D4A"/>
                </a:solidFill>
              </a:defRPr>
            </a:defPPr>
            <a:lvl1pPr algn="ctr">
              <a:defRPr sz="2025" b="1">
                <a:solidFill>
                  <a:srgbClr val="E85D4A"/>
                </a:solidFill>
              </a:defRPr>
            </a:lvl1pPr>
            <a:lvl2pPr algn="ctr">
              <a:defRPr sz="2025" b="1">
                <a:solidFill>
                  <a:srgbClr val="E85D4A"/>
                </a:solidFill>
              </a:defRPr>
            </a:lvl2pPr>
            <a:lvl3pPr algn="ctr">
              <a:defRPr sz="2025" b="1">
                <a:solidFill>
                  <a:srgbClr val="E85D4A"/>
                </a:solidFill>
              </a:defRPr>
            </a:lvl3pPr>
            <a:lvl4pPr algn="ctr">
              <a:defRPr sz="2025" b="1">
                <a:solidFill>
                  <a:srgbClr val="E85D4A"/>
                </a:solidFill>
              </a:defRPr>
            </a:lvl4pPr>
            <a:lvl5pPr algn="ctr">
              <a:defRPr sz="2025" b="1">
                <a:solidFill>
                  <a:srgbClr val="E85D4A"/>
                </a:solidFill>
              </a:defRPr>
            </a:lvl5pPr>
            <a:lvl6pPr algn="ctr">
              <a:defRPr sz="2025" b="1">
                <a:solidFill>
                  <a:srgbClr val="E85D4A"/>
                </a:solidFill>
              </a:defRPr>
            </a:lvl6pPr>
            <a:lvl7pPr algn="ctr">
              <a:defRPr sz="2025" b="1">
                <a:solidFill>
                  <a:srgbClr val="E85D4A"/>
                </a:solidFill>
              </a:defRPr>
            </a:lvl7pPr>
            <a:lvl8pPr algn="ctr">
              <a:defRPr sz="2025" b="1">
                <a:solidFill>
                  <a:srgbClr val="E85D4A"/>
                </a:solidFill>
              </a:defRPr>
            </a:lvl8pPr>
            <a:lvl9pPr algn="ctr">
              <a:defRPr sz="202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E85D4A"/>
                </a:solidFill>
              </a:defRPr>
            </a:pPr>
            <a:r>
              <a:rPr sz="2025" b="1">
                <a:solidFill>
                  <a:srgbClr val="E85D4A"/>
                </a:solidFill>
              </a:rPr>
              <a:t>Quick check: Which name stores one value? Which name stores several values?</a:t>
            </a:r>
          </a:p>
        </p:txBody>
      </p:sp>
    </p:spTree>
    <p:extLst>
      <p:ext uri="{BB962C8B-B14F-4D97-AF65-F5344CB8AC3E}">
        <p14:creationId xmlns:p14="http://schemas.microsoft.com/office/powerpoint/2010/main" val="17669922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8F01E-D376-4DCC-9B9D-917F2560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8B433-D7C4-4F72-9115-0110A7CB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Conditions encode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234FE-76F9-4B34-A2E8-09530E86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Engineers turn requirements and safety rules into True or False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1A585-C2D4-4EED-83A4-7B43F6CF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B9983-FED0-4222-9677-E2CA3B0D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81025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AF10B-0FDF-4CE2-8C6D-1B2C805A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52768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door_closed = True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person_nearby = True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if door_closed and person_nearby: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stop_motor()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F1B0D-8987-48D1-B701-26EF056E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811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Why engineers need them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5F795-4C5F-499B-BE02-5276F056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4095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Games choose whether Mario takes damage.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Websites decide whether a login is valid.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Machines stop when a safety rule becomes true.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B7617-BBE5-4397-9A6A-8B631CE8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E85D4A"/>
                </a:solidFill>
              </a:defRPr>
            </a:defPPr>
            <a:lvl1pPr algn="ctr">
              <a:defRPr sz="1950" b="1">
                <a:solidFill>
                  <a:srgbClr val="E85D4A"/>
                </a:solidFill>
              </a:defRPr>
            </a:lvl1pPr>
            <a:lvl2pPr algn="ctr">
              <a:defRPr sz="1950" b="1">
                <a:solidFill>
                  <a:srgbClr val="E85D4A"/>
                </a:solidFill>
              </a:defRPr>
            </a:lvl2pPr>
            <a:lvl3pPr algn="ctr">
              <a:defRPr sz="1950" b="1">
                <a:solidFill>
                  <a:srgbClr val="E85D4A"/>
                </a:solidFill>
              </a:defRPr>
            </a:lvl3pPr>
            <a:lvl4pPr algn="ctr">
              <a:defRPr sz="1950" b="1">
                <a:solidFill>
                  <a:srgbClr val="E85D4A"/>
                </a:solidFill>
              </a:defRPr>
            </a:lvl4pPr>
            <a:lvl5pPr algn="ctr">
              <a:defRPr sz="1950" b="1">
                <a:solidFill>
                  <a:srgbClr val="E85D4A"/>
                </a:solidFill>
              </a:defRPr>
            </a:lvl5pPr>
            <a:lvl6pPr algn="ctr">
              <a:defRPr sz="1950" b="1">
                <a:solidFill>
                  <a:srgbClr val="E85D4A"/>
                </a:solidFill>
              </a:defRPr>
            </a:lvl6pPr>
            <a:lvl7pPr algn="ctr">
              <a:defRPr sz="1950" b="1">
                <a:solidFill>
                  <a:srgbClr val="E85D4A"/>
                </a:solidFill>
              </a:defRPr>
            </a:lvl7pPr>
            <a:lvl8pPr algn="ctr">
              <a:defRPr sz="1950" b="1">
                <a:solidFill>
                  <a:srgbClr val="E85D4A"/>
                </a:solidFill>
              </a:defRPr>
            </a:lvl8pPr>
            <a:lvl9pPr algn="ctr">
              <a:defRPr sz="195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E85D4A"/>
                </a:solidFill>
              </a:defRPr>
            </a:pPr>
            <a:r>
              <a:rPr sz="1950" b="1">
                <a:solidFill>
                  <a:srgbClr val="E85D4A"/>
                </a:solidFill>
              </a:rPr>
              <a:t>Engineering question: What could go wrong if the condition checks the wrong value?</a:t>
            </a:r>
          </a:p>
        </p:txBody>
      </p:sp>
    </p:spTree>
    <p:extLst>
      <p:ext uri="{BB962C8B-B14F-4D97-AF65-F5344CB8AC3E}">
        <p14:creationId xmlns:p14="http://schemas.microsoft.com/office/powerpoint/2010/main" val="19403955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7909B-F9A8-451B-8EA4-FE6991C3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5A8E6-0DD5-4B0B-A5C5-E38AC1A0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Loops make work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55CF6-4895-4BE7-A47E-FDAFD0AB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Engineers describe one correct action, then repeat it across the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2E837-8CF9-478F-8048-B2E3AAC8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9D945-BB4D-4089-8207-8A950DA3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905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682F7-5361-4E8B-8901-C9F56641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53721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temperatures = [72, 75, 91, 68]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temperature in temperatures: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if temperature &gt; 90: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    print("ALERT")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5203F-8E41-49CC-A34E-D775A3E6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192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E85D4A"/>
                </a:solidFill>
              </a:defRPr>
            </a:defPPr>
            <a:lvl1pPr algn="l">
              <a:defRPr sz="1725" b="1">
                <a:solidFill>
                  <a:srgbClr val="E85D4A"/>
                </a:solidFill>
              </a:defRPr>
            </a:lvl1pPr>
            <a:lvl2pPr algn="l">
              <a:defRPr sz="1725" b="1">
                <a:solidFill>
                  <a:srgbClr val="E85D4A"/>
                </a:solidFill>
              </a:defRPr>
            </a:lvl2pPr>
            <a:lvl3pPr algn="l">
              <a:defRPr sz="1725" b="1">
                <a:solidFill>
                  <a:srgbClr val="E85D4A"/>
                </a:solidFill>
              </a:defRPr>
            </a:lvl3pPr>
            <a:lvl4pPr algn="l">
              <a:defRPr sz="1725" b="1">
                <a:solidFill>
                  <a:srgbClr val="E85D4A"/>
                </a:solidFill>
              </a:defRPr>
            </a:lvl4pPr>
            <a:lvl5pPr algn="l">
              <a:defRPr sz="1725" b="1">
                <a:solidFill>
                  <a:srgbClr val="E85D4A"/>
                </a:solidFill>
              </a:defRPr>
            </a:lvl5pPr>
            <a:lvl6pPr algn="l">
              <a:defRPr sz="1725" b="1">
                <a:solidFill>
                  <a:srgbClr val="E85D4A"/>
                </a:solidFill>
              </a:defRPr>
            </a:lvl6pPr>
            <a:lvl7pPr algn="l">
              <a:defRPr sz="1725" b="1">
                <a:solidFill>
                  <a:srgbClr val="E85D4A"/>
                </a:solidFill>
              </a:defRPr>
            </a:lvl7pPr>
            <a:lvl8pPr algn="l">
              <a:defRPr sz="1725" b="1">
                <a:solidFill>
                  <a:srgbClr val="E85D4A"/>
                </a:solidFill>
              </a:defRPr>
            </a:lvl8pPr>
            <a:lvl9pPr algn="l">
              <a:defRPr sz="172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85D4A"/>
                </a:solidFill>
              </a:defRPr>
            </a:pPr>
            <a:r>
              <a:rPr sz="1725" b="1">
                <a:solidFill>
                  <a:srgbClr val="E85D4A"/>
                </a:solidFill>
              </a:rPr>
              <a:t>Without a 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EBAB8-1B93-43EC-B1A8-E585E533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193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Copy the same code for every sensor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BF622-947D-4330-9C52-2BADC5D6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670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With a loop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E31E4-4334-44E1-8DC0-4CD1B1E1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6710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22033"/>
                </a:solidFill>
              </a:defRPr>
            </a:defPPr>
            <a:lvl1pPr algn="l">
              <a:defRPr sz="1875" b="1">
                <a:solidFill>
                  <a:srgbClr val="122033"/>
                </a:solidFill>
              </a:defRPr>
            </a:lvl1pPr>
            <a:lvl2pPr algn="l">
              <a:defRPr sz="1875" b="1">
                <a:solidFill>
                  <a:srgbClr val="122033"/>
                </a:solidFill>
              </a:defRPr>
            </a:lvl2pPr>
            <a:lvl3pPr algn="l">
              <a:defRPr sz="1875" b="1">
                <a:solidFill>
                  <a:srgbClr val="122033"/>
                </a:solidFill>
              </a:defRPr>
            </a:lvl3pPr>
            <a:lvl4pPr algn="l">
              <a:defRPr sz="1875" b="1">
                <a:solidFill>
                  <a:srgbClr val="122033"/>
                </a:solidFill>
              </a:defRPr>
            </a:lvl4pPr>
            <a:lvl5pPr algn="l">
              <a:defRPr sz="1875" b="1">
                <a:solidFill>
                  <a:srgbClr val="122033"/>
                </a:solidFill>
              </a:defRPr>
            </a:lvl5pPr>
            <a:lvl6pPr algn="l">
              <a:defRPr sz="1875" b="1">
                <a:solidFill>
                  <a:srgbClr val="122033"/>
                </a:solidFill>
              </a:defRPr>
            </a:lvl6pPr>
            <a:lvl7pPr algn="l">
              <a:defRPr sz="1875" b="1">
                <a:solidFill>
                  <a:srgbClr val="122033"/>
                </a:solidFill>
              </a:defRPr>
            </a:lvl7pPr>
            <a:lvl8pPr algn="l">
              <a:defRPr sz="1875" b="1">
                <a:solidFill>
                  <a:srgbClr val="122033"/>
                </a:solidFill>
              </a:defRPr>
            </a:lvl8pPr>
            <a:lvl9pPr algn="l">
              <a:defRPr sz="1875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2033"/>
                </a:solidFill>
              </a:defRPr>
            </a:pPr>
            <a:r>
              <a:rPr sz="1875" b="1">
                <a:solidFill>
                  <a:srgbClr val="122033"/>
                </a:solidFill>
              </a:rPr>
              <a:t>One tested block can process four sensors or four million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3D4D4-A828-4BDB-93FA-113F1ECB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071A33"/>
                </a:solidFill>
              </a:defRPr>
            </a:defPPr>
            <a:lvl1pPr algn="ctr">
              <a:defRPr sz="2025" b="1">
                <a:solidFill>
                  <a:srgbClr val="071A33"/>
                </a:solidFill>
              </a:defRPr>
            </a:lvl1pPr>
            <a:lvl2pPr algn="ctr">
              <a:defRPr sz="2025" b="1">
                <a:solidFill>
                  <a:srgbClr val="071A33"/>
                </a:solidFill>
              </a:defRPr>
            </a:lvl2pPr>
            <a:lvl3pPr algn="ctr">
              <a:defRPr sz="2025" b="1">
                <a:solidFill>
                  <a:srgbClr val="071A33"/>
                </a:solidFill>
              </a:defRPr>
            </a:lvl3pPr>
            <a:lvl4pPr algn="ctr">
              <a:defRPr sz="2025" b="1">
                <a:solidFill>
                  <a:srgbClr val="071A33"/>
                </a:solidFill>
              </a:defRPr>
            </a:lvl4pPr>
            <a:lvl5pPr algn="ctr">
              <a:defRPr sz="2025" b="1">
                <a:solidFill>
                  <a:srgbClr val="071A33"/>
                </a:solidFill>
              </a:defRPr>
            </a:lvl5pPr>
            <a:lvl6pPr algn="ctr">
              <a:defRPr sz="2025" b="1">
                <a:solidFill>
                  <a:srgbClr val="071A33"/>
                </a:solidFill>
              </a:defRPr>
            </a:lvl6pPr>
            <a:lvl7pPr algn="ctr">
              <a:defRPr sz="2025" b="1">
                <a:solidFill>
                  <a:srgbClr val="071A33"/>
                </a:solidFill>
              </a:defRPr>
            </a:lvl7pPr>
            <a:lvl8pPr algn="ctr">
              <a:defRPr sz="2025" b="1">
                <a:solidFill>
                  <a:srgbClr val="071A33"/>
                </a:solidFill>
              </a:defRPr>
            </a:lvl8pPr>
            <a:lvl9pPr algn="ctr">
              <a:defRPr sz="2025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71A33"/>
                </a:solidFill>
              </a:defRPr>
            </a:pPr>
            <a:r>
              <a:rPr sz="2025" b="1">
                <a:solidFill>
                  <a:srgbClr val="071A33"/>
                </a:solidFill>
              </a:rPr>
              <a:t>Quick check: What changes during each iteration?</a:t>
            </a:r>
          </a:p>
        </p:txBody>
      </p:sp>
    </p:spTree>
    <p:extLst>
      <p:ext uri="{BB962C8B-B14F-4D97-AF65-F5344CB8AC3E}">
        <p14:creationId xmlns:p14="http://schemas.microsoft.com/office/powerpoint/2010/main" val="13391218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FC093-400F-4B99-80A1-78FF34B0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CF038-D082-484B-AD0D-5817A11F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Functions make code reusable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3C92B-A77D-489C-88C7-72F77E23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Engineers give a reliable job a name so teammates can call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55633-C264-4635-8BF3-3BD3C1F6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8FA3C-993D-4310-89B2-9A271F4F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953125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C706E-A614-4B80-A153-4F7310D3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54197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def calculate_total(prices):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total = 0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for price in prices: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    total += price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return total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B59FF-B320-4625-A29C-943DCB0A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621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Why engineers need them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C1929-DFEA-4ABF-9C0E-80E26FAC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3905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A function can be tested once.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Teammates can reuse it without rewriting the steps.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A clear name explains the job the code performs.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F1FD3-2074-4886-8C73-6CCE2565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E85D4A"/>
                </a:solidFill>
              </a:defRPr>
            </a:defPPr>
            <a:lvl1pPr algn="ctr">
              <a:defRPr sz="2025" b="1">
                <a:solidFill>
                  <a:srgbClr val="E85D4A"/>
                </a:solidFill>
              </a:defRPr>
            </a:lvl1pPr>
            <a:lvl2pPr algn="ctr">
              <a:defRPr sz="2025" b="1">
                <a:solidFill>
                  <a:srgbClr val="E85D4A"/>
                </a:solidFill>
              </a:defRPr>
            </a:lvl2pPr>
            <a:lvl3pPr algn="ctr">
              <a:defRPr sz="2025" b="1">
                <a:solidFill>
                  <a:srgbClr val="E85D4A"/>
                </a:solidFill>
              </a:defRPr>
            </a:lvl3pPr>
            <a:lvl4pPr algn="ctr">
              <a:defRPr sz="2025" b="1">
                <a:solidFill>
                  <a:srgbClr val="E85D4A"/>
                </a:solidFill>
              </a:defRPr>
            </a:lvl4pPr>
            <a:lvl5pPr algn="ctr">
              <a:defRPr sz="2025" b="1">
                <a:solidFill>
                  <a:srgbClr val="E85D4A"/>
                </a:solidFill>
              </a:defRPr>
            </a:lvl5pPr>
            <a:lvl6pPr algn="ctr">
              <a:defRPr sz="2025" b="1">
                <a:solidFill>
                  <a:srgbClr val="E85D4A"/>
                </a:solidFill>
              </a:defRPr>
            </a:lvl6pPr>
            <a:lvl7pPr algn="ctr">
              <a:defRPr sz="2025" b="1">
                <a:solidFill>
                  <a:srgbClr val="E85D4A"/>
                </a:solidFill>
              </a:defRPr>
            </a:lvl7pPr>
            <a:lvl8pPr algn="ctr">
              <a:defRPr sz="2025" b="1">
                <a:solidFill>
                  <a:srgbClr val="E85D4A"/>
                </a:solidFill>
              </a:defRPr>
            </a:lvl8pPr>
            <a:lvl9pPr algn="ctr">
              <a:defRPr sz="202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E85D4A"/>
                </a:solidFill>
              </a:defRPr>
            </a:pPr>
            <a:r>
              <a:rPr sz="2025" b="1">
                <a:solidFill>
                  <a:srgbClr val="E85D4A"/>
                </a:solidFill>
              </a:rPr>
              <a:t>Trace it: What enters the function? What repeats? What returns?</a:t>
            </a:r>
          </a:p>
        </p:txBody>
      </p:sp>
    </p:spTree>
    <p:extLst>
      <p:ext uri="{BB962C8B-B14F-4D97-AF65-F5344CB8AC3E}">
        <p14:creationId xmlns:p14="http://schemas.microsoft.com/office/powerpoint/2010/main" val="17805375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B7A2B3-01F5-4239-82D5-A69C4726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9A02C-4125-46B1-9CDD-9E5F464C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Engineers debug with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99C8E-0410-49B9-86C9-7894D040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A failure shows which assumption or value needs another look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41105-511A-48CA-B559-73DDCDB9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C1FCB-706E-4034-BB0C-2771F839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625" b="1">
                <a:solidFill>
                  <a:srgbClr val="0F766E"/>
                </a:solidFill>
              </a:defRPr>
            </a:defPPr>
            <a:lvl1pPr algn="ctr">
              <a:defRPr sz="2625" b="1">
                <a:solidFill>
                  <a:srgbClr val="0F766E"/>
                </a:solidFill>
              </a:defRPr>
            </a:lvl1pPr>
            <a:lvl2pPr algn="ctr">
              <a:defRPr sz="2625" b="1">
                <a:solidFill>
                  <a:srgbClr val="0F766E"/>
                </a:solidFill>
              </a:defRPr>
            </a:lvl2pPr>
            <a:lvl3pPr algn="ctr">
              <a:defRPr sz="2625" b="1">
                <a:solidFill>
                  <a:srgbClr val="0F766E"/>
                </a:solidFill>
              </a:defRPr>
            </a:lvl3pPr>
            <a:lvl4pPr algn="ctr">
              <a:defRPr sz="2625" b="1">
                <a:solidFill>
                  <a:srgbClr val="0F766E"/>
                </a:solidFill>
              </a:defRPr>
            </a:lvl4pPr>
            <a:lvl5pPr algn="ctr">
              <a:defRPr sz="2625" b="1">
                <a:solidFill>
                  <a:srgbClr val="0F766E"/>
                </a:solidFill>
              </a:defRPr>
            </a:lvl5pPr>
            <a:lvl6pPr algn="ctr">
              <a:defRPr sz="2625" b="1">
                <a:solidFill>
                  <a:srgbClr val="0F766E"/>
                </a:solidFill>
              </a:defRPr>
            </a:lvl6pPr>
            <a:lvl7pPr algn="ctr">
              <a:defRPr sz="2625" b="1">
                <a:solidFill>
                  <a:srgbClr val="0F766E"/>
                </a:solidFill>
              </a:defRPr>
            </a:lvl7pPr>
            <a:lvl8pPr algn="ctr">
              <a:defRPr sz="2625" b="1">
                <a:solidFill>
                  <a:srgbClr val="0F766E"/>
                </a:solidFill>
              </a:defRPr>
            </a:lvl8pPr>
            <a:lvl9pPr algn="ctr">
              <a:defRPr sz="26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F766E"/>
                </a:solidFill>
              </a:defRPr>
            </a:pPr>
            <a:r>
              <a:rPr sz="2625" b="1">
                <a:solidFill>
                  <a:srgbClr val="0F766E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5B800-FF11-4727-8A8E-34E2BAB9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002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22033"/>
                </a:solidFill>
              </a:defRPr>
            </a:defPPr>
            <a:lvl1pPr algn="l">
              <a:defRPr sz="2175" b="1">
                <a:solidFill>
                  <a:srgbClr val="122033"/>
                </a:solidFill>
              </a:defRPr>
            </a:lvl1pPr>
            <a:lvl2pPr algn="l">
              <a:defRPr sz="2175" b="1">
                <a:solidFill>
                  <a:srgbClr val="122033"/>
                </a:solidFill>
              </a:defRPr>
            </a:lvl2pPr>
            <a:lvl3pPr algn="l">
              <a:defRPr sz="2175" b="1">
                <a:solidFill>
                  <a:srgbClr val="122033"/>
                </a:solidFill>
              </a:defRPr>
            </a:lvl3pPr>
            <a:lvl4pPr algn="l">
              <a:defRPr sz="2175" b="1">
                <a:solidFill>
                  <a:srgbClr val="122033"/>
                </a:solidFill>
              </a:defRPr>
            </a:lvl4pPr>
            <a:lvl5pPr algn="l">
              <a:defRPr sz="2175" b="1">
                <a:solidFill>
                  <a:srgbClr val="122033"/>
                </a:solidFill>
              </a:defRPr>
            </a:lvl5pPr>
            <a:lvl6pPr algn="l">
              <a:defRPr sz="2175" b="1">
                <a:solidFill>
                  <a:srgbClr val="122033"/>
                </a:solidFill>
              </a:defRPr>
            </a:lvl6pPr>
            <a:lvl7pPr algn="l">
              <a:defRPr sz="2175" b="1">
                <a:solidFill>
                  <a:srgbClr val="122033"/>
                </a:solidFill>
              </a:defRPr>
            </a:lvl7pPr>
            <a:lvl8pPr algn="l">
              <a:defRPr sz="2175" b="1">
                <a:solidFill>
                  <a:srgbClr val="122033"/>
                </a:solidFill>
              </a:defRPr>
            </a:lvl8pPr>
            <a:lvl9pPr algn="l">
              <a:defRPr sz="2175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22033"/>
                </a:solidFill>
              </a:defRPr>
            </a:pPr>
            <a:r>
              <a:rPr sz="2175" b="1">
                <a:solidFill>
                  <a:srgbClr val="122033"/>
                </a:solidFill>
              </a:rPr>
              <a:t>Predict the result before running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F856F-0F0F-48B0-AB96-F818B9A3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625" b="1">
                <a:solidFill>
                  <a:srgbClr val="0F766E"/>
                </a:solidFill>
              </a:defRPr>
            </a:defPPr>
            <a:lvl1pPr algn="ctr">
              <a:defRPr sz="2625" b="1">
                <a:solidFill>
                  <a:srgbClr val="0F766E"/>
                </a:solidFill>
              </a:defRPr>
            </a:lvl1pPr>
            <a:lvl2pPr algn="ctr">
              <a:defRPr sz="2625" b="1">
                <a:solidFill>
                  <a:srgbClr val="0F766E"/>
                </a:solidFill>
              </a:defRPr>
            </a:lvl2pPr>
            <a:lvl3pPr algn="ctr">
              <a:defRPr sz="2625" b="1">
                <a:solidFill>
                  <a:srgbClr val="0F766E"/>
                </a:solidFill>
              </a:defRPr>
            </a:lvl3pPr>
            <a:lvl4pPr algn="ctr">
              <a:defRPr sz="2625" b="1">
                <a:solidFill>
                  <a:srgbClr val="0F766E"/>
                </a:solidFill>
              </a:defRPr>
            </a:lvl4pPr>
            <a:lvl5pPr algn="ctr">
              <a:defRPr sz="2625" b="1">
                <a:solidFill>
                  <a:srgbClr val="0F766E"/>
                </a:solidFill>
              </a:defRPr>
            </a:lvl5pPr>
            <a:lvl6pPr algn="ctr">
              <a:defRPr sz="2625" b="1">
                <a:solidFill>
                  <a:srgbClr val="0F766E"/>
                </a:solidFill>
              </a:defRPr>
            </a:lvl6pPr>
            <a:lvl7pPr algn="ctr">
              <a:defRPr sz="2625" b="1">
                <a:solidFill>
                  <a:srgbClr val="0F766E"/>
                </a:solidFill>
              </a:defRPr>
            </a:lvl7pPr>
            <a:lvl8pPr algn="ctr">
              <a:defRPr sz="2625" b="1">
                <a:solidFill>
                  <a:srgbClr val="0F766E"/>
                </a:solidFill>
              </a:defRPr>
            </a:lvl8pPr>
            <a:lvl9pPr algn="ctr">
              <a:defRPr sz="26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F766E"/>
                </a:solidFill>
              </a:defRPr>
            </a:pPr>
            <a:r>
              <a:rPr sz="2625" b="1">
                <a:solidFill>
                  <a:srgbClr val="0F766E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F9AF6-40C4-40B8-BCF7-67B1E0C6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05075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22033"/>
                </a:solidFill>
              </a:defRPr>
            </a:defPPr>
            <a:lvl1pPr algn="l">
              <a:defRPr sz="2175" b="1">
                <a:solidFill>
                  <a:srgbClr val="122033"/>
                </a:solidFill>
              </a:defRPr>
            </a:lvl1pPr>
            <a:lvl2pPr algn="l">
              <a:defRPr sz="2175" b="1">
                <a:solidFill>
                  <a:srgbClr val="122033"/>
                </a:solidFill>
              </a:defRPr>
            </a:lvl2pPr>
            <a:lvl3pPr algn="l">
              <a:defRPr sz="2175" b="1">
                <a:solidFill>
                  <a:srgbClr val="122033"/>
                </a:solidFill>
              </a:defRPr>
            </a:lvl3pPr>
            <a:lvl4pPr algn="l">
              <a:defRPr sz="2175" b="1">
                <a:solidFill>
                  <a:srgbClr val="122033"/>
                </a:solidFill>
              </a:defRPr>
            </a:lvl4pPr>
            <a:lvl5pPr algn="l">
              <a:defRPr sz="2175" b="1">
                <a:solidFill>
                  <a:srgbClr val="122033"/>
                </a:solidFill>
              </a:defRPr>
            </a:lvl5pPr>
            <a:lvl6pPr algn="l">
              <a:defRPr sz="2175" b="1">
                <a:solidFill>
                  <a:srgbClr val="122033"/>
                </a:solidFill>
              </a:defRPr>
            </a:lvl6pPr>
            <a:lvl7pPr algn="l">
              <a:defRPr sz="2175" b="1">
                <a:solidFill>
                  <a:srgbClr val="122033"/>
                </a:solidFill>
              </a:defRPr>
            </a:lvl7pPr>
            <a:lvl8pPr algn="l">
              <a:defRPr sz="2175" b="1">
                <a:solidFill>
                  <a:srgbClr val="122033"/>
                </a:solidFill>
              </a:defRPr>
            </a:lvl8pPr>
            <a:lvl9pPr algn="l">
              <a:defRPr sz="2175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22033"/>
                </a:solidFill>
              </a:defRPr>
            </a:pPr>
            <a:r>
              <a:rPr sz="2175" b="1">
                <a:solidFill>
                  <a:srgbClr val="122033"/>
                </a:solidFill>
              </a:rPr>
              <a:t>Run one test and read the actual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004A0-23F1-4A33-9595-ED893E5D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625" b="1">
                <a:solidFill>
                  <a:srgbClr val="0F766E"/>
                </a:solidFill>
              </a:defRPr>
            </a:defPPr>
            <a:lvl1pPr algn="ctr">
              <a:defRPr sz="2625" b="1">
                <a:solidFill>
                  <a:srgbClr val="0F766E"/>
                </a:solidFill>
              </a:defRPr>
            </a:lvl1pPr>
            <a:lvl2pPr algn="ctr">
              <a:defRPr sz="2625" b="1">
                <a:solidFill>
                  <a:srgbClr val="0F766E"/>
                </a:solidFill>
              </a:defRPr>
            </a:lvl2pPr>
            <a:lvl3pPr algn="ctr">
              <a:defRPr sz="2625" b="1">
                <a:solidFill>
                  <a:srgbClr val="0F766E"/>
                </a:solidFill>
              </a:defRPr>
            </a:lvl3pPr>
            <a:lvl4pPr algn="ctr">
              <a:defRPr sz="2625" b="1">
                <a:solidFill>
                  <a:srgbClr val="0F766E"/>
                </a:solidFill>
              </a:defRPr>
            </a:lvl4pPr>
            <a:lvl5pPr algn="ctr">
              <a:defRPr sz="2625" b="1">
                <a:solidFill>
                  <a:srgbClr val="0F766E"/>
                </a:solidFill>
              </a:defRPr>
            </a:lvl5pPr>
            <a:lvl6pPr algn="ctr">
              <a:defRPr sz="2625" b="1">
                <a:solidFill>
                  <a:srgbClr val="0F766E"/>
                </a:solidFill>
              </a:defRPr>
            </a:lvl6pPr>
            <a:lvl7pPr algn="ctr">
              <a:defRPr sz="2625" b="1">
                <a:solidFill>
                  <a:srgbClr val="0F766E"/>
                </a:solidFill>
              </a:defRPr>
            </a:lvl7pPr>
            <a:lvl8pPr algn="ctr">
              <a:defRPr sz="2625" b="1">
                <a:solidFill>
                  <a:srgbClr val="0F766E"/>
                </a:solidFill>
              </a:defRPr>
            </a:lvl8pPr>
            <a:lvl9pPr algn="ctr">
              <a:defRPr sz="26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F766E"/>
                </a:solidFill>
              </a:defRPr>
            </a:pPr>
            <a:r>
              <a:rPr sz="2625" b="1">
                <a:solidFill>
                  <a:srgbClr val="0F766E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D2FD2-F814-4319-9FE6-0DF6C453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09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22033"/>
                </a:solidFill>
              </a:defRPr>
            </a:defPPr>
            <a:lvl1pPr algn="l">
              <a:defRPr sz="2175" b="1">
                <a:solidFill>
                  <a:srgbClr val="122033"/>
                </a:solidFill>
              </a:defRPr>
            </a:lvl1pPr>
            <a:lvl2pPr algn="l">
              <a:defRPr sz="2175" b="1">
                <a:solidFill>
                  <a:srgbClr val="122033"/>
                </a:solidFill>
              </a:defRPr>
            </a:lvl2pPr>
            <a:lvl3pPr algn="l">
              <a:defRPr sz="2175" b="1">
                <a:solidFill>
                  <a:srgbClr val="122033"/>
                </a:solidFill>
              </a:defRPr>
            </a:lvl3pPr>
            <a:lvl4pPr algn="l">
              <a:defRPr sz="2175" b="1">
                <a:solidFill>
                  <a:srgbClr val="122033"/>
                </a:solidFill>
              </a:defRPr>
            </a:lvl4pPr>
            <a:lvl5pPr algn="l">
              <a:defRPr sz="2175" b="1">
                <a:solidFill>
                  <a:srgbClr val="122033"/>
                </a:solidFill>
              </a:defRPr>
            </a:lvl5pPr>
            <a:lvl6pPr algn="l">
              <a:defRPr sz="2175" b="1">
                <a:solidFill>
                  <a:srgbClr val="122033"/>
                </a:solidFill>
              </a:defRPr>
            </a:lvl6pPr>
            <a:lvl7pPr algn="l">
              <a:defRPr sz="2175" b="1">
                <a:solidFill>
                  <a:srgbClr val="122033"/>
                </a:solidFill>
              </a:defRPr>
            </a:lvl7pPr>
            <a:lvl8pPr algn="l">
              <a:defRPr sz="2175" b="1">
                <a:solidFill>
                  <a:srgbClr val="122033"/>
                </a:solidFill>
              </a:defRPr>
            </a:lvl8pPr>
            <a:lvl9pPr algn="l">
              <a:defRPr sz="2175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22033"/>
                </a:solidFill>
              </a:defRPr>
            </a:pPr>
            <a:r>
              <a:rPr sz="2175" b="1">
                <a:solidFill>
                  <a:srgbClr val="122033"/>
                </a:solidFill>
              </a:rPr>
              <a:t>Find the first value that differs from the prediction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DE283-1DE4-4FB6-AB13-578B2E55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625" b="1">
                <a:solidFill>
                  <a:srgbClr val="0F766E"/>
                </a:solidFill>
              </a:defRPr>
            </a:defPPr>
            <a:lvl1pPr algn="ctr">
              <a:defRPr sz="2625" b="1">
                <a:solidFill>
                  <a:srgbClr val="0F766E"/>
                </a:solidFill>
              </a:defRPr>
            </a:lvl1pPr>
            <a:lvl2pPr algn="ctr">
              <a:defRPr sz="2625" b="1">
                <a:solidFill>
                  <a:srgbClr val="0F766E"/>
                </a:solidFill>
              </a:defRPr>
            </a:lvl2pPr>
            <a:lvl3pPr algn="ctr">
              <a:defRPr sz="2625" b="1">
                <a:solidFill>
                  <a:srgbClr val="0F766E"/>
                </a:solidFill>
              </a:defRPr>
            </a:lvl3pPr>
            <a:lvl4pPr algn="ctr">
              <a:defRPr sz="2625" b="1">
                <a:solidFill>
                  <a:srgbClr val="0F766E"/>
                </a:solidFill>
              </a:defRPr>
            </a:lvl4pPr>
            <a:lvl5pPr algn="ctr">
              <a:defRPr sz="2625" b="1">
                <a:solidFill>
                  <a:srgbClr val="0F766E"/>
                </a:solidFill>
              </a:defRPr>
            </a:lvl5pPr>
            <a:lvl6pPr algn="ctr">
              <a:defRPr sz="2625" b="1">
                <a:solidFill>
                  <a:srgbClr val="0F766E"/>
                </a:solidFill>
              </a:defRPr>
            </a:lvl6pPr>
            <a:lvl7pPr algn="ctr">
              <a:defRPr sz="2625" b="1">
                <a:solidFill>
                  <a:srgbClr val="0F766E"/>
                </a:solidFill>
              </a:defRPr>
            </a:lvl7pPr>
            <a:lvl8pPr algn="ctr">
              <a:defRPr sz="2625" b="1">
                <a:solidFill>
                  <a:srgbClr val="0F766E"/>
                </a:solidFill>
              </a:defRPr>
            </a:lvl8pPr>
            <a:lvl9pPr algn="ctr">
              <a:defRPr sz="26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F766E"/>
                </a:solidFill>
              </a:defRPr>
            </a:pPr>
            <a:r>
              <a:rPr sz="2625" b="1">
                <a:solidFill>
                  <a:srgbClr val="0F766E"/>
                </a:solidFill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E56A56-FED9-4FE0-A326-D31400F7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14825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22033"/>
                </a:solidFill>
              </a:defRPr>
            </a:defPPr>
            <a:lvl1pPr algn="l">
              <a:defRPr sz="2175" b="1">
                <a:solidFill>
                  <a:srgbClr val="122033"/>
                </a:solidFill>
              </a:defRPr>
            </a:lvl1pPr>
            <a:lvl2pPr algn="l">
              <a:defRPr sz="2175" b="1">
                <a:solidFill>
                  <a:srgbClr val="122033"/>
                </a:solidFill>
              </a:defRPr>
            </a:lvl2pPr>
            <a:lvl3pPr algn="l">
              <a:defRPr sz="2175" b="1">
                <a:solidFill>
                  <a:srgbClr val="122033"/>
                </a:solidFill>
              </a:defRPr>
            </a:lvl3pPr>
            <a:lvl4pPr algn="l">
              <a:defRPr sz="2175" b="1">
                <a:solidFill>
                  <a:srgbClr val="122033"/>
                </a:solidFill>
              </a:defRPr>
            </a:lvl4pPr>
            <a:lvl5pPr algn="l">
              <a:defRPr sz="2175" b="1">
                <a:solidFill>
                  <a:srgbClr val="122033"/>
                </a:solidFill>
              </a:defRPr>
            </a:lvl5pPr>
            <a:lvl6pPr algn="l">
              <a:defRPr sz="2175" b="1">
                <a:solidFill>
                  <a:srgbClr val="122033"/>
                </a:solidFill>
              </a:defRPr>
            </a:lvl6pPr>
            <a:lvl7pPr algn="l">
              <a:defRPr sz="2175" b="1">
                <a:solidFill>
                  <a:srgbClr val="122033"/>
                </a:solidFill>
              </a:defRPr>
            </a:lvl7pPr>
            <a:lvl8pPr algn="l">
              <a:defRPr sz="2175" b="1">
                <a:solidFill>
                  <a:srgbClr val="122033"/>
                </a:solidFill>
              </a:defRPr>
            </a:lvl8pPr>
            <a:lvl9pPr algn="l">
              <a:defRPr sz="2175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22033"/>
                </a:solidFill>
              </a:defRPr>
            </a:pPr>
            <a:r>
              <a:rPr sz="2175" b="1">
                <a:solidFill>
                  <a:srgbClr val="122033"/>
                </a:solidFill>
              </a:rPr>
              <a:t>Change one thing, then run the same test again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656E2-9C18-4108-B03F-5E4D9DD7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E85D4A"/>
                </a:solidFill>
              </a:defRPr>
            </a:defPPr>
            <a:lvl1pPr algn="ctr">
              <a:defRPr sz="1650" b="1">
                <a:solidFill>
                  <a:srgbClr val="E85D4A"/>
                </a:solidFill>
              </a:defRPr>
            </a:lvl1pPr>
            <a:lvl2pPr algn="ctr">
              <a:defRPr sz="1650" b="1">
                <a:solidFill>
                  <a:srgbClr val="E85D4A"/>
                </a:solidFill>
              </a:defRPr>
            </a:lvl2pPr>
            <a:lvl3pPr algn="ctr">
              <a:defRPr sz="1650" b="1">
                <a:solidFill>
                  <a:srgbClr val="E85D4A"/>
                </a:solidFill>
              </a:defRPr>
            </a:lvl3pPr>
            <a:lvl4pPr algn="ctr">
              <a:defRPr sz="1650" b="1">
                <a:solidFill>
                  <a:srgbClr val="E85D4A"/>
                </a:solidFill>
              </a:defRPr>
            </a:lvl4pPr>
            <a:lvl5pPr algn="ctr">
              <a:defRPr sz="1650" b="1">
                <a:solidFill>
                  <a:srgbClr val="E85D4A"/>
                </a:solidFill>
              </a:defRPr>
            </a:lvl5pPr>
            <a:lvl6pPr algn="ctr">
              <a:defRPr sz="1650" b="1">
                <a:solidFill>
                  <a:srgbClr val="E85D4A"/>
                </a:solidFill>
              </a:defRPr>
            </a:lvl6pPr>
            <a:lvl7pPr algn="ctr">
              <a:defRPr sz="1650" b="1">
                <a:solidFill>
                  <a:srgbClr val="E85D4A"/>
                </a:solidFill>
              </a:defRPr>
            </a:lvl7pPr>
            <a:lvl8pPr algn="ctr">
              <a:defRPr sz="1650" b="1">
                <a:solidFill>
                  <a:srgbClr val="E85D4A"/>
                </a:solidFill>
              </a:defRPr>
            </a:lvl8pPr>
            <a:lvl9pPr algn="ctr">
              <a:defRPr sz="165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E85D4A"/>
                </a:solidFill>
              </a:defRPr>
            </a:pPr>
            <a:r>
              <a:rPr sz="1650" b="1">
                <a:solidFill>
                  <a:srgbClr val="E85D4A"/>
                </a:solidFill>
              </a:rPr>
              <a:t>The Mario labs use failure animations because engineers learn by testing and repairing systems.</a:t>
            </a:r>
          </a:p>
        </p:txBody>
      </p:sp>
    </p:spTree>
    <p:extLst>
      <p:ext uri="{BB962C8B-B14F-4D97-AF65-F5344CB8AC3E}">
        <p14:creationId xmlns:p14="http://schemas.microsoft.com/office/powerpoint/2010/main" val="1764091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B4832-FBDF-4838-B63C-C2ECC5A8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A1D95-76A5-4197-B735-A1A0D2FA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A loop repeats a block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28303-F5A5-42B0-822F-E0D262C1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The computer follows the same steps for several values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7A3F4-C5F1-4B17-B829-53B378B2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C1724-0A50-4A5B-9F3B-0CDA179F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PLAIN ENGLISH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565B9-C4E1-412E-8F2D-FC91FA29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22033"/>
                </a:solidFill>
              </a:defRPr>
            </a:defPPr>
            <a:lvl1pPr algn="l">
              <a:defRPr sz="2400" b="1">
                <a:solidFill>
                  <a:srgbClr val="122033"/>
                </a:solidFill>
              </a:defRPr>
            </a:lvl1pPr>
            <a:lvl2pPr algn="l">
              <a:defRPr sz="2400" b="1">
                <a:solidFill>
                  <a:srgbClr val="122033"/>
                </a:solidFill>
              </a:defRPr>
            </a:lvl2pPr>
            <a:lvl3pPr algn="l">
              <a:defRPr sz="2400" b="1">
                <a:solidFill>
                  <a:srgbClr val="122033"/>
                </a:solidFill>
              </a:defRPr>
            </a:lvl3pPr>
            <a:lvl4pPr algn="l">
              <a:defRPr sz="2400" b="1">
                <a:solidFill>
                  <a:srgbClr val="122033"/>
                </a:solidFill>
              </a:defRPr>
            </a:lvl4pPr>
            <a:lvl5pPr algn="l">
              <a:defRPr sz="2400" b="1">
                <a:solidFill>
                  <a:srgbClr val="122033"/>
                </a:solidFill>
              </a:defRPr>
            </a:lvl5pPr>
            <a:lvl6pPr algn="l">
              <a:defRPr sz="2400" b="1">
                <a:solidFill>
                  <a:srgbClr val="122033"/>
                </a:solidFill>
              </a:defRPr>
            </a:lvl6pPr>
            <a:lvl7pPr algn="l">
              <a:defRPr sz="2400" b="1">
                <a:solidFill>
                  <a:srgbClr val="122033"/>
                </a:solidFill>
              </a:defRPr>
            </a:lvl7pPr>
            <a:lvl8pPr algn="l">
              <a:defRPr sz="2400" b="1">
                <a:solidFill>
                  <a:srgbClr val="122033"/>
                </a:solidFill>
              </a:defRPr>
            </a:lvl8pPr>
            <a:lvl9pPr algn="l">
              <a:defRPr sz="240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22033"/>
                </a:solidFill>
              </a:defRPr>
            </a:pPr>
            <a:r>
              <a:rPr sz="2400" b="1">
                <a:solidFill>
                  <a:srgbClr val="122033"/>
                </a:solidFill>
              </a:rPr>
              <a:t>For each player in the team, print the player’s name.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0520C-E22A-48C1-BFA9-3CCD72F4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PYTHON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F62D7-8162-4479-81ED-F62695A0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8096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DA34E-5242-4D7F-8405-F76B0F43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75628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players = ["Ava", "Noah", "Zion"]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player in players: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print(player)</a:t>
            </a:r>
          </a:p>
        </p:txBody>
      </p:sp>
    </p:spTree>
    <p:extLst>
      <p:ext uri="{BB962C8B-B14F-4D97-AF65-F5344CB8AC3E}">
        <p14:creationId xmlns:p14="http://schemas.microsoft.com/office/powerpoint/2010/main" val="16671874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AFF077-CB69-4EC5-B374-7A9E5E3A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77994-03A4-4870-BDFC-1AD7DA43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Human loop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0AA7F-DF77-400C-ACDA-18AB547C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Three volunteers act as the list, loop variable, and computer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DBE32-F0B4-4435-AC1B-935B640D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CADEC-310E-4FBA-9345-97140AFC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049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89BC8-FC5F-4B55-9A1D-24DE8D02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049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List student points to the next name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9C56B-319C-46CB-9199-1C488EB1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A5A73-FAB7-4253-B537-5466AAA8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Variable student holds that one 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70A28-DADA-4D67-AE30-A1A534B6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E53E2-A24B-4279-8EDB-BCD73E22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Computer student reads the indented instruction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86122-B000-4D18-99B3-12909DD8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570C9-94FE-4E6F-865B-EC090D26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Class counts the iteration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12773-AC97-4105-B142-497C69E5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053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B78AF9-0776-4F70-80F1-281086A8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Repeat until the list has no more items</a:t>
            </a:r>
          </a:p>
        </p:txBody>
      </p:sp>
    </p:spTree>
    <p:extLst>
      <p:ext uri="{BB962C8B-B14F-4D97-AF65-F5344CB8AC3E}">
        <p14:creationId xmlns:p14="http://schemas.microsoft.com/office/powerpoint/2010/main" val="19236370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CBF43-EE41-4356-91FB-07832008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14EFC-D008-4917-AEBE-EF47F85C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Parts of a for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07761-AF6D-4443-AE10-A4857D34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Point to each part before tracing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BEAA0-FAC5-4ACA-B951-1EEF52B3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EC744-FD34-4216-A3AC-A5C0F17D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23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9BBF7-AF23-4D38-9F67-A60FA2E6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05000"/>
            <a:ext cx="67056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enemies = ["slime", "ghost", "dragon"]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enemy in enemies: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print("Battle:", enemy)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4AA74-FFD8-4E75-84FF-474091C8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D4ED8"/>
                </a:solidFill>
              </a:defRPr>
            </a:defPPr>
            <a:lvl1pPr algn="l">
              <a:defRPr sz="1725" b="1">
                <a:solidFill>
                  <a:srgbClr val="1D4ED8"/>
                </a:solidFill>
              </a:defRPr>
            </a:lvl1pPr>
            <a:lvl2pPr algn="l">
              <a:defRPr sz="1725" b="1">
                <a:solidFill>
                  <a:srgbClr val="1D4ED8"/>
                </a:solidFill>
              </a:defRPr>
            </a:lvl2pPr>
            <a:lvl3pPr algn="l">
              <a:defRPr sz="1725" b="1">
                <a:solidFill>
                  <a:srgbClr val="1D4ED8"/>
                </a:solidFill>
              </a:defRPr>
            </a:lvl3pPr>
            <a:lvl4pPr algn="l">
              <a:defRPr sz="1725" b="1">
                <a:solidFill>
                  <a:srgbClr val="1D4ED8"/>
                </a:solidFill>
              </a:defRPr>
            </a:lvl4pPr>
            <a:lvl5pPr algn="l">
              <a:defRPr sz="1725" b="1">
                <a:solidFill>
                  <a:srgbClr val="1D4ED8"/>
                </a:solidFill>
              </a:defRPr>
            </a:lvl5pPr>
            <a:lvl6pPr algn="l">
              <a:defRPr sz="1725" b="1">
                <a:solidFill>
                  <a:srgbClr val="1D4ED8"/>
                </a:solidFill>
              </a:defRPr>
            </a:lvl6pPr>
            <a:lvl7pPr algn="l">
              <a:defRPr sz="1725" b="1">
                <a:solidFill>
                  <a:srgbClr val="1D4ED8"/>
                </a:solidFill>
              </a:defRPr>
            </a:lvl7pPr>
            <a:lvl8pPr algn="l">
              <a:defRPr sz="1725" b="1">
                <a:solidFill>
                  <a:srgbClr val="1D4ED8"/>
                </a:solidFill>
              </a:defRPr>
            </a:lvl8pPr>
            <a:lvl9pPr algn="l">
              <a:defRPr sz="1725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D4ED8"/>
                </a:solidFill>
              </a:defRPr>
            </a:pPr>
            <a:r>
              <a:rPr sz="1725" b="1">
                <a:solidFill>
                  <a:srgbClr val="1D4ED8"/>
                </a:solidFill>
              </a:rPr>
              <a:t>collection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1A109-1816-4B74-B336-1BF62ECF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E85D4A"/>
                </a:solidFill>
              </a:defRPr>
            </a:defPPr>
            <a:lvl1pPr algn="l">
              <a:defRPr sz="1725" b="1">
                <a:solidFill>
                  <a:srgbClr val="E85D4A"/>
                </a:solidFill>
              </a:defRPr>
            </a:lvl1pPr>
            <a:lvl2pPr algn="l">
              <a:defRPr sz="1725" b="1">
                <a:solidFill>
                  <a:srgbClr val="E85D4A"/>
                </a:solidFill>
              </a:defRPr>
            </a:lvl2pPr>
            <a:lvl3pPr algn="l">
              <a:defRPr sz="1725" b="1">
                <a:solidFill>
                  <a:srgbClr val="E85D4A"/>
                </a:solidFill>
              </a:defRPr>
            </a:lvl3pPr>
            <a:lvl4pPr algn="l">
              <a:defRPr sz="1725" b="1">
                <a:solidFill>
                  <a:srgbClr val="E85D4A"/>
                </a:solidFill>
              </a:defRPr>
            </a:lvl4pPr>
            <a:lvl5pPr algn="l">
              <a:defRPr sz="1725" b="1">
                <a:solidFill>
                  <a:srgbClr val="E85D4A"/>
                </a:solidFill>
              </a:defRPr>
            </a:lvl5pPr>
            <a:lvl6pPr algn="l">
              <a:defRPr sz="1725" b="1">
                <a:solidFill>
                  <a:srgbClr val="E85D4A"/>
                </a:solidFill>
              </a:defRPr>
            </a:lvl6pPr>
            <a:lvl7pPr algn="l">
              <a:defRPr sz="1725" b="1">
                <a:solidFill>
                  <a:srgbClr val="E85D4A"/>
                </a:solidFill>
              </a:defRPr>
            </a:lvl7pPr>
            <a:lvl8pPr algn="l">
              <a:defRPr sz="1725" b="1">
                <a:solidFill>
                  <a:srgbClr val="E85D4A"/>
                </a:solidFill>
              </a:defRPr>
            </a:lvl8pPr>
            <a:lvl9pPr algn="l">
              <a:defRPr sz="172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85D4A"/>
                </a:solidFill>
              </a:defRPr>
            </a:pPr>
            <a:r>
              <a:rPr sz="1725" b="1">
                <a:solidFill>
                  <a:srgbClr val="E85D4A"/>
                </a:solidFill>
              </a:rPr>
              <a:t>loop variable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72A38-38FA-4BF8-BDE0-4C6604A8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5803D"/>
                </a:solidFill>
              </a:defRPr>
            </a:defPPr>
            <a:lvl1pPr algn="l">
              <a:defRPr sz="1725" b="1">
                <a:solidFill>
                  <a:srgbClr val="15803D"/>
                </a:solidFill>
              </a:defRPr>
            </a:lvl1pPr>
            <a:lvl2pPr algn="l">
              <a:defRPr sz="1725" b="1">
                <a:solidFill>
                  <a:srgbClr val="15803D"/>
                </a:solidFill>
              </a:defRPr>
            </a:lvl2pPr>
            <a:lvl3pPr algn="l">
              <a:defRPr sz="1725" b="1">
                <a:solidFill>
                  <a:srgbClr val="15803D"/>
                </a:solidFill>
              </a:defRPr>
            </a:lvl3pPr>
            <a:lvl4pPr algn="l">
              <a:defRPr sz="1725" b="1">
                <a:solidFill>
                  <a:srgbClr val="15803D"/>
                </a:solidFill>
              </a:defRPr>
            </a:lvl4pPr>
            <a:lvl5pPr algn="l">
              <a:defRPr sz="1725" b="1">
                <a:solidFill>
                  <a:srgbClr val="15803D"/>
                </a:solidFill>
              </a:defRPr>
            </a:lvl5pPr>
            <a:lvl6pPr algn="l">
              <a:defRPr sz="1725" b="1">
                <a:solidFill>
                  <a:srgbClr val="15803D"/>
                </a:solidFill>
              </a:defRPr>
            </a:lvl6pPr>
            <a:lvl7pPr algn="l">
              <a:defRPr sz="1725" b="1">
                <a:solidFill>
                  <a:srgbClr val="15803D"/>
                </a:solidFill>
              </a:defRPr>
            </a:lvl7pPr>
            <a:lvl8pPr algn="l">
              <a:defRPr sz="1725" b="1">
                <a:solidFill>
                  <a:srgbClr val="15803D"/>
                </a:solidFill>
              </a:defRPr>
            </a:lvl8pPr>
            <a:lvl9pPr algn="l">
              <a:defRPr sz="1725" b="1">
                <a:solidFill>
                  <a:srgbClr val="15803D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5803D"/>
                </a:solidFill>
              </a:defRPr>
            </a:pPr>
            <a:r>
              <a:rPr sz="1725" b="1">
                <a:solidFill>
                  <a:srgbClr val="15803D"/>
                </a:solidFill>
              </a:rPr>
              <a:t>repeated block</a:t>
            </a:r>
          </a:p>
        </p:txBody>
      </p:sp>
    </p:spTree>
    <p:extLst>
      <p:ext uri="{BB962C8B-B14F-4D97-AF65-F5344CB8AC3E}">
        <p14:creationId xmlns:p14="http://schemas.microsoft.com/office/powerpoint/2010/main" val="13484302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796A7-1E4C-4C5D-96CC-416DC918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DFED6-084E-43DE-A7CF-9E0BEFCC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Trace one iteration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DC52C-4AEF-492D-94C8-27683283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Predict the final count before 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38155-F477-42CF-B912-566B90DC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193FC-230B-4D7F-9A82-DE233893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1A980-F43F-4D13-8DFE-344380F6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67056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enemies = ["slime", "ghost", "dragon"]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count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enemy in enemies: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count = count + 1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print(count, enemy)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print("Final:", count)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F1F7B-9CF8-4C31-B894-E186B1C5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19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Trace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63B69-40B0-4942-8263-46A43395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52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Start: count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1: count = ___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2: count = ___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3: count = ___</a:t>
            </a:r>
          </a:p>
        </p:txBody>
      </p:sp>
    </p:spTree>
    <p:extLst>
      <p:ext uri="{BB962C8B-B14F-4D97-AF65-F5344CB8AC3E}">
        <p14:creationId xmlns:p14="http://schemas.microsoft.com/office/powerpoint/2010/main" val="19872490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EC1E9-3916-4C2F-A6AB-D597D544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6AB9F-B2AD-4C76-BEFB-D8693F8B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An accumulator builds a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C0D08-6906-446E-BDDB-82EFB6ED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The variable keeps the total from earlier iterations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DB9F9-49D9-4510-A6A8-C0611B3B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F38F7-F766-4F67-8116-F90E63B8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3AD6D-9E67-45A3-9370-8BF3D497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05000"/>
            <a:ext cx="60388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scores = [4, 6, 5]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total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score in scores: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total = total + 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print(total)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F550F-BC80-43B7-8CE9-D9B7D8C4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71A33"/>
                </a:solidFill>
              </a:defRPr>
            </a:defPPr>
            <a:lvl1pPr algn="ctr">
              <a:defRPr sz="2550" b="1">
                <a:solidFill>
                  <a:srgbClr val="071A33"/>
                </a:solidFill>
              </a:defRPr>
            </a:lvl1pPr>
            <a:lvl2pPr algn="ctr">
              <a:defRPr sz="2550" b="1">
                <a:solidFill>
                  <a:srgbClr val="071A33"/>
                </a:solidFill>
              </a:defRPr>
            </a:lvl2pPr>
            <a:lvl3pPr algn="ctr">
              <a:defRPr sz="2550" b="1">
                <a:solidFill>
                  <a:srgbClr val="071A33"/>
                </a:solidFill>
              </a:defRPr>
            </a:lvl3pPr>
            <a:lvl4pPr algn="ctr">
              <a:defRPr sz="2550" b="1">
                <a:solidFill>
                  <a:srgbClr val="071A33"/>
                </a:solidFill>
              </a:defRPr>
            </a:lvl4pPr>
            <a:lvl5pPr algn="ctr">
              <a:defRPr sz="2550" b="1">
                <a:solidFill>
                  <a:srgbClr val="071A33"/>
                </a:solidFill>
              </a:defRPr>
            </a:lvl5pPr>
            <a:lvl6pPr algn="ctr">
              <a:defRPr sz="2550" b="1">
                <a:solidFill>
                  <a:srgbClr val="071A33"/>
                </a:solidFill>
              </a:defRPr>
            </a:lvl6pPr>
            <a:lvl7pPr algn="ctr">
              <a:defRPr sz="2550" b="1">
                <a:solidFill>
                  <a:srgbClr val="071A33"/>
                </a:solidFill>
              </a:defRPr>
            </a:lvl7pPr>
            <a:lvl8pPr algn="ctr">
              <a:defRPr sz="2550" b="1">
                <a:solidFill>
                  <a:srgbClr val="071A33"/>
                </a:solidFill>
              </a:defRPr>
            </a:lvl8pPr>
            <a:lvl9pPr algn="ctr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79338-0F53-4191-8D8B-AEDCA729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1D4ED8"/>
                </a:solidFill>
              </a:defRPr>
            </a:defPPr>
            <a:lvl1pPr algn="ctr">
              <a:defRPr sz="2550" b="1">
                <a:solidFill>
                  <a:srgbClr val="1D4ED8"/>
                </a:solidFill>
              </a:defRPr>
            </a:lvl1pPr>
            <a:lvl2pPr algn="ctr">
              <a:defRPr sz="2550" b="1">
                <a:solidFill>
                  <a:srgbClr val="1D4ED8"/>
                </a:solidFill>
              </a:defRPr>
            </a:lvl2pPr>
            <a:lvl3pPr algn="ctr">
              <a:defRPr sz="2550" b="1">
                <a:solidFill>
                  <a:srgbClr val="1D4ED8"/>
                </a:solidFill>
              </a:defRPr>
            </a:lvl3pPr>
            <a:lvl4pPr algn="ctr">
              <a:defRPr sz="2550" b="1">
                <a:solidFill>
                  <a:srgbClr val="1D4ED8"/>
                </a:solidFill>
              </a:defRPr>
            </a:lvl4pPr>
            <a:lvl5pPr algn="ctr">
              <a:defRPr sz="2550" b="1">
                <a:solidFill>
                  <a:srgbClr val="1D4ED8"/>
                </a:solidFill>
              </a:defRPr>
            </a:lvl5pPr>
            <a:lvl6pPr algn="ctr">
              <a:defRPr sz="2550" b="1">
                <a:solidFill>
                  <a:srgbClr val="1D4ED8"/>
                </a:solidFill>
              </a:defRPr>
            </a:lvl6pPr>
            <a:lvl7pPr algn="ctr">
              <a:defRPr sz="2550" b="1">
                <a:solidFill>
                  <a:srgbClr val="1D4ED8"/>
                </a:solidFill>
              </a:defRPr>
            </a:lvl7pPr>
            <a:lvl8pPr algn="ctr">
              <a:defRPr sz="2550" b="1">
                <a:solidFill>
                  <a:srgbClr val="1D4ED8"/>
                </a:solidFill>
              </a:defRPr>
            </a:lvl8pPr>
            <a:lvl9pPr algn="ctr">
              <a:defRPr sz="2550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D4ED8"/>
                </a:solidFill>
              </a:defRPr>
            </a:pPr>
            <a:r>
              <a:rPr sz="2550" b="1">
                <a:solidFill>
                  <a:srgbClr val="1D4ED8"/>
                </a:solidFill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2886D-4BFA-4737-AAC8-954C15A1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955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F766E"/>
                </a:solidFill>
              </a:defRPr>
            </a:defPPr>
            <a:lvl1pPr algn="ctr">
              <a:defRPr sz="2550" b="1">
                <a:solidFill>
                  <a:srgbClr val="0F766E"/>
                </a:solidFill>
              </a:defRPr>
            </a:lvl1pPr>
            <a:lvl2pPr algn="ctr">
              <a:defRPr sz="2550" b="1">
                <a:solidFill>
                  <a:srgbClr val="0F766E"/>
                </a:solidFill>
              </a:defRPr>
            </a:lvl2pPr>
            <a:lvl3pPr algn="ctr">
              <a:defRPr sz="2550" b="1">
                <a:solidFill>
                  <a:srgbClr val="0F766E"/>
                </a:solidFill>
              </a:defRPr>
            </a:lvl3pPr>
            <a:lvl4pPr algn="ctr">
              <a:defRPr sz="2550" b="1">
                <a:solidFill>
                  <a:srgbClr val="0F766E"/>
                </a:solidFill>
              </a:defRPr>
            </a:lvl4pPr>
            <a:lvl5pPr algn="ctr">
              <a:defRPr sz="2550" b="1">
                <a:solidFill>
                  <a:srgbClr val="0F766E"/>
                </a:solidFill>
              </a:defRPr>
            </a:lvl5pPr>
            <a:lvl6pPr algn="ctr">
              <a:defRPr sz="2550" b="1">
                <a:solidFill>
                  <a:srgbClr val="0F766E"/>
                </a:solidFill>
              </a:defRPr>
            </a:lvl6pPr>
            <a:lvl7pPr algn="ctr">
              <a:defRPr sz="2550" b="1">
                <a:solidFill>
                  <a:srgbClr val="0F766E"/>
                </a:solidFill>
              </a:defRPr>
            </a:lvl7pPr>
            <a:lvl8pPr algn="ctr">
              <a:defRPr sz="2550" b="1">
                <a:solidFill>
                  <a:srgbClr val="0F766E"/>
                </a:solidFill>
              </a:defRPr>
            </a:lvl8pPr>
            <a:lvl9pPr algn="ctr">
              <a:defRPr sz="25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B4973-6708-4F76-A1DB-86F034CA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15803D"/>
                </a:solidFill>
              </a:defRPr>
            </a:defPPr>
            <a:lvl1pPr algn="ctr">
              <a:defRPr sz="2550" b="1">
                <a:solidFill>
                  <a:srgbClr val="15803D"/>
                </a:solidFill>
              </a:defRPr>
            </a:lvl1pPr>
            <a:lvl2pPr algn="ctr">
              <a:defRPr sz="2550" b="1">
                <a:solidFill>
                  <a:srgbClr val="15803D"/>
                </a:solidFill>
              </a:defRPr>
            </a:lvl2pPr>
            <a:lvl3pPr algn="ctr">
              <a:defRPr sz="2550" b="1">
                <a:solidFill>
                  <a:srgbClr val="15803D"/>
                </a:solidFill>
              </a:defRPr>
            </a:lvl3pPr>
            <a:lvl4pPr algn="ctr">
              <a:defRPr sz="2550" b="1">
                <a:solidFill>
                  <a:srgbClr val="15803D"/>
                </a:solidFill>
              </a:defRPr>
            </a:lvl4pPr>
            <a:lvl5pPr algn="ctr">
              <a:defRPr sz="2550" b="1">
                <a:solidFill>
                  <a:srgbClr val="15803D"/>
                </a:solidFill>
              </a:defRPr>
            </a:lvl5pPr>
            <a:lvl6pPr algn="ctr">
              <a:defRPr sz="2550" b="1">
                <a:solidFill>
                  <a:srgbClr val="15803D"/>
                </a:solidFill>
              </a:defRPr>
            </a:lvl6pPr>
            <a:lvl7pPr algn="ctr">
              <a:defRPr sz="2550" b="1">
                <a:solidFill>
                  <a:srgbClr val="15803D"/>
                </a:solidFill>
              </a:defRPr>
            </a:lvl7pPr>
            <a:lvl8pPr algn="ctr">
              <a:defRPr sz="2550" b="1">
                <a:solidFill>
                  <a:srgbClr val="15803D"/>
                </a:solidFill>
              </a:defRPr>
            </a:lvl8pPr>
            <a:lvl9pPr algn="ctr">
              <a:defRPr sz="2550" b="1">
                <a:solidFill>
                  <a:srgbClr val="15803D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5803D"/>
                </a:solidFill>
              </a:defRPr>
            </a:pPr>
            <a:r>
              <a:rPr sz="2550" b="1">
                <a:solidFill>
                  <a:srgbClr val="15803D"/>
                </a:solidFill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CD019-90E1-4A7B-88A4-6D1ED5FD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72000"/>
            <a:ext cx="361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526174"/>
                </a:solidFill>
              </a:defRPr>
            </a:defPPr>
            <a:lvl1pPr algn="ctr">
              <a:defRPr sz="1725" b="1">
                <a:solidFill>
                  <a:srgbClr val="526174"/>
                </a:solidFill>
              </a:defRPr>
            </a:lvl1pPr>
            <a:lvl2pPr algn="ctr">
              <a:defRPr sz="1725" b="1">
                <a:solidFill>
                  <a:srgbClr val="526174"/>
                </a:solidFill>
              </a:defRPr>
            </a:lvl2pPr>
            <a:lvl3pPr algn="ctr">
              <a:defRPr sz="1725" b="1">
                <a:solidFill>
                  <a:srgbClr val="526174"/>
                </a:solidFill>
              </a:defRPr>
            </a:lvl3pPr>
            <a:lvl4pPr algn="ctr">
              <a:defRPr sz="1725" b="1">
                <a:solidFill>
                  <a:srgbClr val="526174"/>
                </a:solidFill>
              </a:defRPr>
            </a:lvl4pPr>
            <a:lvl5pPr algn="ctr">
              <a:defRPr sz="1725" b="1">
                <a:solidFill>
                  <a:srgbClr val="526174"/>
                </a:solidFill>
              </a:defRPr>
            </a:lvl5pPr>
            <a:lvl6pPr algn="ctr">
              <a:defRPr sz="1725" b="1">
                <a:solidFill>
                  <a:srgbClr val="526174"/>
                </a:solidFill>
              </a:defRPr>
            </a:lvl6pPr>
            <a:lvl7pPr algn="ctr">
              <a:defRPr sz="1725" b="1">
                <a:solidFill>
                  <a:srgbClr val="526174"/>
                </a:solidFill>
              </a:defRPr>
            </a:lvl7pPr>
            <a:lvl8pPr algn="ctr">
              <a:defRPr sz="1725" b="1">
                <a:solidFill>
                  <a:srgbClr val="526174"/>
                </a:solidFill>
              </a:defRPr>
            </a:lvl8pPr>
            <a:lvl9pPr algn="ctr">
              <a:defRPr sz="1725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526174"/>
                </a:solidFill>
              </a:defRPr>
            </a:pPr>
            <a:r>
              <a:rPr sz="1725" b="1">
                <a:solidFill>
                  <a:srgbClr val="526174"/>
                </a:solidFill>
              </a:rPr>
              <a:t>Say each update: old total + current score = new total</a:t>
            </a:r>
          </a:p>
        </p:txBody>
      </p:sp>
    </p:spTree>
    <p:extLst>
      <p:ext uri="{BB962C8B-B14F-4D97-AF65-F5344CB8AC3E}">
        <p14:creationId xmlns:p14="http://schemas.microsoft.com/office/powerpoint/2010/main" val="5446471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4F526-6E4E-4169-80F0-5AB0ECAB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4A1AB-53ED-422F-B3DA-BA021C71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While loops need an exit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CAF3E-2B77-417F-BED3-0EC559F4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Name what stays true and what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74C55-2489-4C39-9E18-F8F0EC0F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2CCDA-8196-4ED4-AFFC-0EC226E4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3817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B8076-7453-4CD9-B6E5-865809A9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58483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energy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while energy &gt; 0: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print(energy)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energy = energy - 1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print("REST")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C4300-E43E-4E9D-AB05-D7F0D7A5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288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F766E"/>
                </a:solidFill>
              </a:defRPr>
            </a:defPPr>
            <a:lvl1pPr algn="l">
              <a:defRPr sz="1650" b="1">
                <a:solidFill>
                  <a:srgbClr val="0F766E"/>
                </a:solidFill>
              </a:defRPr>
            </a:lvl1pPr>
            <a:lvl2pPr algn="l">
              <a:defRPr sz="1650" b="1">
                <a:solidFill>
                  <a:srgbClr val="0F766E"/>
                </a:solidFill>
              </a:defRPr>
            </a:lvl2pPr>
            <a:lvl3pPr algn="l">
              <a:defRPr sz="1650" b="1">
                <a:solidFill>
                  <a:srgbClr val="0F766E"/>
                </a:solidFill>
              </a:defRPr>
            </a:lvl3pPr>
            <a:lvl4pPr algn="l">
              <a:defRPr sz="1650" b="1">
                <a:solidFill>
                  <a:srgbClr val="0F766E"/>
                </a:solidFill>
              </a:defRPr>
            </a:lvl4pPr>
            <a:lvl5pPr algn="l">
              <a:defRPr sz="1650" b="1">
                <a:solidFill>
                  <a:srgbClr val="0F766E"/>
                </a:solidFill>
              </a:defRPr>
            </a:lvl5pPr>
            <a:lvl6pPr algn="l">
              <a:defRPr sz="1650" b="1">
                <a:solidFill>
                  <a:srgbClr val="0F766E"/>
                </a:solidFill>
              </a:defRPr>
            </a:lvl6pPr>
            <a:lvl7pPr algn="l">
              <a:defRPr sz="1650" b="1">
                <a:solidFill>
                  <a:srgbClr val="0F766E"/>
                </a:solidFill>
              </a:defRPr>
            </a:lvl7pPr>
            <a:lvl8pPr algn="l">
              <a:defRPr sz="1650" b="1">
                <a:solidFill>
                  <a:srgbClr val="0F766E"/>
                </a:solidFill>
              </a:defRPr>
            </a:lvl8pPr>
            <a:lvl9pPr algn="l">
              <a:defRPr sz="16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Keeps running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2BF24-8EF0-4C11-988F-C14A5051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479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22033"/>
                </a:solidFill>
              </a:defRPr>
            </a:defPPr>
            <a:lvl1pPr algn="l">
              <a:defRPr sz="2100" b="1">
                <a:solidFill>
                  <a:srgbClr val="122033"/>
                </a:solidFill>
              </a:defRPr>
            </a:lvl1pPr>
            <a:lvl2pPr algn="l">
              <a:defRPr sz="2100" b="1">
                <a:solidFill>
                  <a:srgbClr val="122033"/>
                </a:solidFill>
              </a:defRPr>
            </a:lvl2pPr>
            <a:lvl3pPr algn="l">
              <a:defRPr sz="2100" b="1">
                <a:solidFill>
                  <a:srgbClr val="122033"/>
                </a:solidFill>
              </a:defRPr>
            </a:lvl3pPr>
            <a:lvl4pPr algn="l">
              <a:defRPr sz="2100" b="1">
                <a:solidFill>
                  <a:srgbClr val="122033"/>
                </a:solidFill>
              </a:defRPr>
            </a:lvl4pPr>
            <a:lvl5pPr algn="l">
              <a:defRPr sz="2100" b="1">
                <a:solidFill>
                  <a:srgbClr val="122033"/>
                </a:solidFill>
              </a:defRPr>
            </a:lvl5pPr>
            <a:lvl6pPr algn="l">
              <a:defRPr sz="2100" b="1">
                <a:solidFill>
                  <a:srgbClr val="122033"/>
                </a:solidFill>
              </a:defRPr>
            </a:lvl6pPr>
            <a:lvl7pPr algn="l">
              <a:defRPr sz="2100" b="1">
                <a:solidFill>
                  <a:srgbClr val="122033"/>
                </a:solidFill>
              </a:defRPr>
            </a:lvl7pPr>
            <a:lvl8pPr algn="l">
              <a:defRPr sz="2100" b="1">
                <a:solidFill>
                  <a:srgbClr val="122033"/>
                </a:solidFill>
              </a:defRPr>
            </a:lvl8pPr>
            <a:lvl9pPr algn="l">
              <a:defRPr sz="210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22033"/>
                </a:solidFill>
              </a:defRPr>
            </a:pPr>
            <a:r>
              <a:rPr sz="2100" b="1">
                <a:solidFill>
                  <a:srgbClr val="122033"/>
                </a:solidFill>
              </a:rPr>
              <a:t>energy &gt;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7CE798-5ED9-4AD4-83DA-9B0572D6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242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E85D4A"/>
                </a:solidFill>
              </a:defRPr>
            </a:defPPr>
            <a:lvl1pPr algn="l">
              <a:defRPr sz="1650" b="1">
                <a:solidFill>
                  <a:srgbClr val="E85D4A"/>
                </a:solidFill>
              </a:defRPr>
            </a:lvl1pPr>
            <a:lvl2pPr algn="l">
              <a:defRPr sz="1650" b="1">
                <a:solidFill>
                  <a:srgbClr val="E85D4A"/>
                </a:solidFill>
              </a:defRPr>
            </a:lvl2pPr>
            <a:lvl3pPr algn="l">
              <a:defRPr sz="1650" b="1">
                <a:solidFill>
                  <a:srgbClr val="E85D4A"/>
                </a:solidFill>
              </a:defRPr>
            </a:lvl3pPr>
            <a:lvl4pPr algn="l">
              <a:defRPr sz="1650" b="1">
                <a:solidFill>
                  <a:srgbClr val="E85D4A"/>
                </a:solidFill>
              </a:defRPr>
            </a:lvl4pPr>
            <a:lvl5pPr algn="l">
              <a:defRPr sz="1650" b="1">
                <a:solidFill>
                  <a:srgbClr val="E85D4A"/>
                </a:solidFill>
              </a:defRPr>
            </a:lvl5pPr>
            <a:lvl6pPr algn="l">
              <a:defRPr sz="1650" b="1">
                <a:solidFill>
                  <a:srgbClr val="E85D4A"/>
                </a:solidFill>
              </a:defRPr>
            </a:lvl6pPr>
            <a:lvl7pPr algn="l">
              <a:defRPr sz="1650" b="1">
                <a:solidFill>
                  <a:srgbClr val="E85D4A"/>
                </a:solidFill>
              </a:defRPr>
            </a:lvl7pPr>
            <a:lvl8pPr algn="l">
              <a:defRPr sz="1650" b="1">
                <a:solidFill>
                  <a:srgbClr val="E85D4A"/>
                </a:solidFill>
              </a:defRPr>
            </a:lvl8pPr>
            <a:lvl9pPr algn="l">
              <a:defRPr sz="165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85D4A"/>
                </a:solidFill>
              </a:defRPr>
            </a:pPr>
            <a:r>
              <a:rPr sz="1650" b="1">
                <a:solidFill>
                  <a:srgbClr val="E85D4A"/>
                </a:solidFill>
              </a:rPr>
              <a:t>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B6752-455A-4DDA-8E4C-505A87AD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22033"/>
                </a:solidFill>
              </a:defRPr>
            </a:defPPr>
            <a:lvl1pPr algn="l">
              <a:defRPr sz="1875" b="1">
                <a:solidFill>
                  <a:srgbClr val="122033"/>
                </a:solidFill>
              </a:defRPr>
            </a:lvl1pPr>
            <a:lvl2pPr algn="l">
              <a:defRPr sz="1875" b="1">
                <a:solidFill>
                  <a:srgbClr val="122033"/>
                </a:solidFill>
              </a:defRPr>
            </a:lvl2pPr>
            <a:lvl3pPr algn="l">
              <a:defRPr sz="1875" b="1">
                <a:solidFill>
                  <a:srgbClr val="122033"/>
                </a:solidFill>
              </a:defRPr>
            </a:lvl3pPr>
            <a:lvl4pPr algn="l">
              <a:defRPr sz="1875" b="1">
                <a:solidFill>
                  <a:srgbClr val="122033"/>
                </a:solidFill>
              </a:defRPr>
            </a:lvl4pPr>
            <a:lvl5pPr algn="l">
              <a:defRPr sz="1875" b="1">
                <a:solidFill>
                  <a:srgbClr val="122033"/>
                </a:solidFill>
              </a:defRPr>
            </a:lvl5pPr>
            <a:lvl6pPr algn="l">
              <a:defRPr sz="1875" b="1">
                <a:solidFill>
                  <a:srgbClr val="122033"/>
                </a:solidFill>
              </a:defRPr>
            </a:lvl6pPr>
            <a:lvl7pPr algn="l">
              <a:defRPr sz="1875" b="1">
                <a:solidFill>
                  <a:srgbClr val="122033"/>
                </a:solidFill>
              </a:defRPr>
            </a:lvl7pPr>
            <a:lvl8pPr algn="l">
              <a:defRPr sz="1875" b="1">
                <a:solidFill>
                  <a:srgbClr val="122033"/>
                </a:solidFill>
              </a:defRPr>
            </a:lvl8pPr>
            <a:lvl9pPr algn="l">
              <a:defRPr sz="1875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2033"/>
                </a:solidFill>
              </a:defRPr>
            </a:pPr>
            <a:r>
              <a:rPr sz="1875" b="1">
                <a:solidFill>
                  <a:srgbClr val="122033"/>
                </a:solidFill>
              </a:rPr>
              <a:t>energy = energy - 1</a:t>
            </a:r>
          </a:p>
        </p:txBody>
      </p:sp>
    </p:spTree>
    <p:extLst>
      <p:ext uri="{BB962C8B-B14F-4D97-AF65-F5344CB8AC3E}">
        <p14:creationId xmlns:p14="http://schemas.microsoft.com/office/powerpoint/2010/main" val="11115016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9B2B8-E758-4016-83E4-D5288D7A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918DE-0767-401E-899A-7A0F47A5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Loop check before Module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67538-B85B-4B10-88BB-6BBAAA35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Answer with a partner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0645C-E031-40A8-A1E4-3C654D84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AE948-618F-4A63-A1F6-65711785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51686-5836-4E9C-A404-BC625339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764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How many times does a for loop run over a four-item list?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EC634-D83A-481A-8246-89E576BA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DE6F7-8759-46F5-B661-952D4DA0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does the loop variable hold during one iteration?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86991-3E45-49A3-95BC-DA8986A2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64974-1612-4024-BDE2-6A52C28D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576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Why does an accumulator start before the loop?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BCC5F-F6CD-4663-B53A-DBD525BA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E69FE9-4CD3-4335-964C-3CD0D744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482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must change inside most while loops?</a:t>
            </a:r>
          </a:p>
        </p:txBody>
      </p:sp>
    </p:spTree>
    <p:extLst>
      <p:ext uri="{BB962C8B-B14F-4D97-AF65-F5344CB8AC3E}">
        <p14:creationId xmlns:p14="http://schemas.microsoft.com/office/powerpoint/2010/main" val="18273991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6D325-D37C-4828-878C-7EC65217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30A19-ABB3-4B14-9782-AF0C948A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Super Mario Team 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4AE81-CA70-411D-93A8-6C4B24E7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Module 1 is the main showcase from 9:35 to 10:25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83610-7C23-4F97-9A87-5ECADCF0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BB0C6-74CB-4CB4-B881-7F384A55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04C8A-8351-4F77-B89B-F34D071B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335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Teams choose Driver, Navigator, Predictor, and Reporter roles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3DAA4-EE0D-4BA2-86C8-9FE09EE1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7366F-2C21-4A31-8139-3D294F1F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860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Each code cell changes an animated Mario scene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833E9-0978-49B8-A333-FD87F788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E0A69-C8E7-4913-B11C-90AC9E73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385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Students visit another team for the 10:00 Coin Rush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54DA6-E2E2-48BA-99B7-DA5F0431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33723-60FE-4094-83A4-3BDA71E3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910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Pairs finish with a Mario versus Bowser castle battle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25151F-7FF2-4BF3-A9CC-439DAB3D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D4ED8"/>
                </a:solidFill>
              </a:defRPr>
            </a:defPPr>
            <a:lvl1pPr algn="l">
              <a:defRPr sz="1800" b="1">
                <a:solidFill>
                  <a:srgbClr val="1D4ED8"/>
                </a:solidFill>
              </a:defRPr>
            </a:lvl1pPr>
            <a:lvl2pPr algn="l">
              <a:defRPr sz="1800" b="1">
                <a:solidFill>
                  <a:srgbClr val="1D4ED8"/>
                </a:solidFill>
              </a:defRPr>
            </a:lvl2pPr>
            <a:lvl3pPr algn="l">
              <a:defRPr sz="1800" b="1">
                <a:solidFill>
                  <a:srgbClr val="1D4ED8"/>
                </a:solidFill>
              </a:defRPr>
            </a:lvl3pPr>
            <a:lvl4pPr algn="l">
              <a:defRPr sz="1800" b="1">
                <a:solidFill>
                  <a:srgbClr val="1D4ED8"/>
                </a:solidFill>
              </a:defRPr>
            </a:lvl4pPr>
            <a:lvl5pPr algn="l">
              <a:defRPr sz="1800" b="1">
                <a:solidFill>
                  <a:srgbClr val="1D4ED8"/>
                </a:solidFill>
              </a:defRPr>
            </a:lvl5pPr>
            <a:lvl6pPr algn="l">
              <a:defRPr sz="1800" b="1">
                <a:solidFill>
                  <a:srgbClr val="1D4ED8"/>
                </a:solidFill>
              </a:defRPr>
            </a:lvl6pPr>
            <a:lvl7pPr algn="l">
              <a:defRPr sz="1800" b="1">
                <a:solidFill>
                  <a:srgbClr val="1D4ED8"/>
                </a:solidFill>
              </a:defRPr>
            </a:lvl7pPr>
            <a:lvl8pPr algn="l">
              <a:defRPr sz="1800" b="1">
                <a:solidFill>
                  <a:srgbClr val="1D4ED8"/>
                </a:solidFill>
              </a:defRPr>
            </a:lvl8pPr>
            <a:lvl9pPr algn="l">
              <a:defRPr sz="1800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D4ED8"/>
                </a:solidFill>
              </a:defRPr>
            </a:pPr>
            <a:r>
              <a:rPr sz="1800" b="1">
                <a:solidFill>
                  <a:srgbClr val="1D4ED8"/>
                </a:solidFill>
              </a:rPr>
              <a:t>Open module-1-game-loadout.ipynb in Colab</a:t>
            </a:r>
          </a:p>
        </p:txBody>
      </p:sp>
    </p:spTree>
    <p:extLst>
      <p:ext uri="{BB962C8B-B14F-4D97-AF65-F5344CB8AC3E}">
        <p14:creationId xmlns:p14="http://schemas.microsoft.com/office/powerpoint/2010/main" val="14191841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E259F-93DB-4426-B5A2-7DE2EF57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9FD77-5C97-403D-8BB1-56EEAF4C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Coin Rush photo showcase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1C871-ED57-4F64-A866-943F800B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At 10:00, every team visits another team and triggers the reveal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F6C0D-072E-4D34-AD6C-C62FF1AE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B1795-52C0-4EFB-93D9-015C2448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667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84CE1-15B1-4188-905C-1B02C6C0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6134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coins = starting_coins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coins = coins + visitor_bonus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coins = coins + question_bonus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if coins &gt;= 10: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finish = "SECRET PIPE UNLOCKED!"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EC1A6-589C-4B24-BD06-C9A935D3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E85D4A"/>
                </a:solidFill>
              </a:defRPr>
            </a:defPPr>
            <a:lvl1pPr algn="l">
              <a:defRPr sz="1875" b="1">
                <a:solidFill>
                  <a:srgbClr val="E85D4A"/>
                </a:solidFill>
              </a:defRPr>
            </a:lvl1pPr>
            <a:lvl2pPr algn="l">
              <a:defRPr sz="1875" b="1">
                <a:solidFill>
                  <a:srgbClr val="E85D4A"/>
                </a:solidFill>
              </a:defRPr>
            </a:lvl2pPr>
            <a:lvl3pPr algn="l">
              <a:defRPr sz="1875" b="1">
                <a:solidFill>
                  <a:srgbClr val="E85D4A"/>
                </a:solidFill>
              </a:defRPr>
            </a:lvl3pPr>
            <a:lvl4pPr algn="l">
              <a:defRPr sz="1875" b="1">
                <a:solidFill>
                  <a:srgbClr val="E85D4A"/>
                </a:solidFill>
              </a:defRPr>
            </a:lvl4pPr>
            <a:lvl5pPr algn="l">
              <a:defRPr sz="1875" b="1">
                <a:solidFill>
                  <a:srgbClr val="E85D4A"/>
                </a:solidFill>
              </a:defRPr>
            </a:lvl5pPr>
            <a:lvl6pPr algn="l">
              <a:defRPr sz="1875" b="1">
                <a:solidFill>
                  <a:srgbClr val="E85D4A"/>
                </a:solidFill>
              </a:defRPr>
            </a:lvl6pPr>
            <a:lvl7pPr algn="l">
              <a:defRPr sz="1875" b="1">
                <a:solidFill>
                  <a:srgbClr val="E85D4A"/>
                </a:solidFill>
              </a:defRPr>
            </a:lvl7pPr>
            <a:lvl8pPr algn="l">
              <a:defRPr sz="1875" b="1">
                <a:solidFill>
                  <a:srgbClr val="E85D4A"/>
                </a:solidFill>
              </a:defRPr>
            </a:lvl8pPr>
            <a:lvl9pPr algn="l">
              <a:defRPr sz="187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E85D4A"/>
                </a:solidFill>
              </a:defRPr>
            </a:pPr>
            <a:r>
              <a:rPr sz="1875" b="1">
                <a:solidFill>
                  <a:srgbClr val="E85D4A"/>
                </a:solidFill>
              </a:rPr>
              <a:t>Photo moment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D70C3-41E8-4BD6-81C1-3FBF4029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3143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Teams stand together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Predictors announce the total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Drivers run at the same 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Animated results fill every screen</a:t>
            </a:r>
          </a:p>
        </p:txBody>
      </p:sp>
    </p:spTree>
    <p:extLst>
      <p:ext uri="{BB962C8B-B14F-4D97-AF65-F5344CB8AC3E}">
        <p14:creationId xmlns:p14="http://schemas.microsoft.com/office/powerpoint/2010/main" val="73140739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4E2DA-5705-4B86-8A7B-01394893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6F778-B2A3-4BEC-8066-7E09C444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Break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64462-4851-4620-A716-671B60CB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10 minutes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A778A-DEBC-4247-9B3E-5B51776A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EDAD3-00B7-4111-9659-16D9667F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071A33"/>
                </a:solidFill>
              </a:defRPr>
            </a:defPPr>
            <a:lvl1pPr algn="ctr">
              <a:defRPr sz="2400" b="1">
                <a:solidFill>
                  <a:srgbClr val="071A33"/>
                </a:solidFill>
              </a:defRPr>
            </a:lvl1pPr>
            <a:lvl2pPr algn="ctr">
              <a:defRPr sz="2400" b="1">
                <a:solidFill>
                  <a:srgbClr val="071A33"/>
                </a:solidFill>
              </a:defRPr>
            </a:lvl2pPr>
            <a:lvl3pPr algn="ctr">
              <a:defRPr sz="2400" b="1">
                <a:solidFill>
                  <a:srgbClr val="071A33"/>
                </a:solidFill>
              </a:defRPr>
            </a:lvl3pPr>
            <a:lvl4pPr algn="ctr">
              <a:defRPr sz="2400" b="1">
                <a:solidFill>
                  <a:srgbClr val="071A33"/>
                </a:solidFill>
              </a:defRPr>
            </a:lvl4pPr>
            <a:lvl5pPr algn="ctr">
              <a:defRPr sz="2400" b="1">
                <a:solidFill>
                  <a:srgbClr val="071A33"/>
                </a:solidFill>
              </a:defRPr>
            </a:lvl5pPr>
            <a:lvl6pPr algn="ctr">
              <a:defRPr sz="2400" b="1">
                <a:solidFill>
                  <a:srgbClr val="071A33"/>
                </a:solidFill>
              </a:defRPr>
            </a:lvl6pPr>
            <a:lvl7pPr algn="ctr">
              <a:defRPr sz="2400" b="1">
                <a:solidFill>
                  <a:srgbClr val="071A33"/>
                </a:solidFill>
              </a:defRPr>
            </a:lvl7pPr>
            <a:lvl8pPr algn="ctr">
              <a:defRPr sz="2400" b="1">
                <a:solidFill>
                  <a:srgbClr val="071A33"/>
                </a:solidFill>
              </a:defRPr>
            </a:lvl8pPr>
            <a:lvl9pPr algn="ctr">
              <a:defRPr sz="240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71A33"/>
                </a:solidFill>
              </a:defRPr>
            </a:pPr>
            <a:r>
              <a:rPr sz="2400" b="1">
                <a:solidFill>
                  <a:srgbClr val="071A33"/>
                </a:solidFill>
              </a:rPr>
              <a:t>Stand up. Get water. Be back when the timer ends.</a:t>
            </a:r>
          </a:p>
        </p:txBody>
      </p:sp>
    </p:spTree>
    <p:extLst>
      <p:ext uri="{BB962C8B-B14F-4D97-AF65-F5344CB8AC3E}">
        <p14:creationId xmlns:p14="http://schemas.microsoft.com/office/powerpoint/2010/main" val="202158977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56740F-8BCB-4C09-A28E-726CE9C8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A8948-C7D6-4312-B6E9-DEC8A38B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Module 2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0DFB2-9F96-478F-B151-2094AD80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Arcade Loop Trainer is today’s main learning block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18FBE-3CE4-48E8-9EE8-5C32B6FC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11FAB-90E5-4BAB-A554-7D0FAB2F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52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8FB13-EBE1-47C2-A7F2-EEBFDA88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525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Act out one loop with student volunteers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FE1A7-CF39-4355-BCC0-24D46EF0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CAA96-BB1B-4C09-840C-A02ECEB0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Trace a counter through four iterations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11AAB-75C2-42CB-87D4-C83A3581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A5737-A1F1-4E3D-8B2D-CF70F62E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03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Trace an accumulator through three scores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24896-E087-4613-8243-44374666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79D41-7720-4E61-B4BD-EC6CBD37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Build a new list inside a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4494EE-C0DB-4FE2-83FC-C5A5DC8E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3ECE4A-E6F2-4FE6-B956-57173420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Repair a while loop so it stops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238AD-C046-4AD7-A4AD-EF2E2A0A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06E311-107B-43EB-8FFA-46B16E26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Complete the arcade scoreboard boss</a:t>
            </a:r>
          </a:p>
        </p:txBody>
      </p:sp>
    </p:spTree>
    <p:extLst>
      <p:ext uri="{BB962C8B-B14F-4D97-AF65-F5344CB8AC3E}">
        <p14:creationId xmlns:p14="http://schemas.microsoft.com/office/powerpoint/2010/main" val="12373670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37F4A-3949-42B6-BA4A-71A9D182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3764C-561C-44AC-913F-1236F839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Loop boss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B5A55-AD7A-4AB8-A6E3-E717B8D9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Count games, total scores, and identify bonus rounds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642C7-5130-4D06-82B4-D459537C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2C279-6DAA-48D3-92F2-8F304342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695325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0338D-4CF5-49A2-857D-9309CDC7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19250"/>
            <a:ext cx="64198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scores = [8, 12, 5, 15]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games = 0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total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score in scores: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games += 1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total += score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if score &gt;= 10: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    print("BONUS", score)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460A1-385D-4B62-9723-AD0F451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57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E85D4A"/>
                </a:solidFill>
              </a:defRPr>
            </a:defPPr>
            <a:lvl1pPr algn="l">
              <a:defRPr sz="1800" b="1">
                <a:solidFill>
                  <a:srgbClr val="E85D4A"/>
                </a:solidFill>
              </a:defRPr>
            </a:lvl1pPr>
            <a:lvl2pPr algn="l">
              <a:defRPr sz="1800" b="1">
                <a:solidFill>
                  <a:srgbClr val="E85D4A"/>
                </a:solidFill>
              </a:defRPr>
            </a:lvl2pPr>
            <a:lvl3pPr algn="l">
              <a:defRPr sz="1800" b="1">
                <a:solidFill>
                  <a:srgbClr val="E85D4A"/>
                </a:solidFill>
              </a:defRPr>
            </a:lvl3pPr>
            <a:lvl4pPr algn="l">
              <a:defRPr sz="1800" b="1">
                <a:solidFill>
                  <a:srgbClr val="E85D4A"/>
                </a:solidFill>
              </a:defRPr>
            </a:lvl4pPr>
            <a:lvl5pPr algn="l">
              <a:defRPr sz="1800" b="1">
                <a:solidFill>
                  <a:srgbClr val="E85D4A"/>
                </a:solidFill>
              </a:defRPr>
            </a:lvl5pPr>
            <a:lvl6pPr algn="l">
              <a:defRPr sz="1800" b="1">
                <a:solidFill>
                  <a:srgbClr val="E85D4A"/>
                </a:solidFill>
              </a:defRPr>
            </a:lvl6pPr>
            <a:lvl7pPr algn="l">
              <a:defRPr sz="1800" b="1">
                <a:solidFill>
                  <a:srgbClr val="E85D4A"/>
                </a:solidFill>
              </a:defRPr>
            </a:lvl7pPr>
            <a:lvl8pPr algn="l">
              <a:defRPr sz="1800" b="1">
                <a:solidFill>
                  <a:srgbClr val="E85D4A"/>
                </a:solidFill>
              </a:defRPr>
            </a:lvl8pPr>
            <a:lvl9pPr algn="l">
              <a:defRPr sz="180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85D4A"/>
                </a:solidFill>
              </a:defRPr>
            </a:pPr>
            <a:r>
              <a:rPr sz="1800" b="1">
                <a:solidFill>
                  <a:srgbClr val="E85D4A"/>
                </a:solidFill>
              </a:rPr>
              <a:t>Before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8E668-D77D-4217-A4E2-5296A999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295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games = 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total = 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bonus scores = ___</a:t>
            </a:r>
          </a:p>
        </p:txBody>
      </p:sp>
    </p:spTree>
    <p:extLst>
      <p:ext uri="{BB962C8B-B14F-4D97-AF65-F5344CB8AC3E}">
        <p14:creationId xmlns:p14="http://schemas.microsoft.com/office/powerpoint/2010/main" val="17594861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3FBDA-7515-4411-AC96-E1DBA5D0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4E2D2-A6BA-4D6E-A868-0E38CF81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Break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486F4-AB3B-42FD-99A7-42C307A9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10 minutes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439AA-8354-4469-A175-0139B886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0F061-4343-49E3-A9C8-51189F91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071A33"/>
                </a:solidFill>
              </a:defRPr>
            </a:defPPr>
            <a:lvl1pPr algn="ctr">
              <a:defRPr sz="2400" b="1">
                <a:solidFill>
                  <a:srgbClr val="071A33"/>
                </a:solidFill>
              </a:defRPr>
            </a:lvl1pPr>
            <a:lvl2pPr algn="ctr">
              <a:defRPr sz="2400" b="1">
                <a:solidFill>
                  <a:srgbClr val="071A33"/>
                </a:solidFill>
              </a:defRPr>
            </a:lvl2pPr>
            <a:lvl3pPr algn="ctr">
              <a:defRPr sz="2400" b="1">
                <a:solidFill>
                  <a:srgbClr val="071A33"/>
                </a:solidFill>
              </a:defRPr>
            </a:lvl3pPr>
            <a:lvl4pPr algn="ctr">
              <a:defRPr sz="2400" b="1">
                <a:solidFill>
                  <a:srgbClr val="071A33"/>
                </a:solidFill>
              </a:defRPr>
            </a:lvl4pPr>
            <a:lvl5pPr algn="ctr">
              <a:defRPr sz="2400" b="1">
                <a:solidFill>
                  <a:srgbClr val="071A33"/>
                </a:solidFill>
              </a:defRPr>
            </a:lvl5pPr>
            <a:lvl6pPr algn="ctr">
              <a:defRPr sz="2400" b="1">
                <a:solidFill>
                  <a:srgbClr val="071A33"/>
                </a:solidFill>
              </a:defRPr>
            </a:lvl6pPr>
            <a:lvl7pPr algn="ctr">
              <a:defRPr sz="2400" b="1">
                <a:solidFill>
                  <a:srgbClr val="071A33"/>
                </a:solidFill>
              </a:defRPr>
            </a:lvl7pPr>
            <a:lvl8pPr algn="ctr">
              <a:defRPr sz="2400" b="1">
                <a:solidFill>
                  <a:srgbClr val="071A33"/>
                </a:solidFill>
              </a:defRPr>
            </a:lvl8pPr>
            <a:lvl9pPr algn="ctr">
              <a:defRPr sz="240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71A33"/>
                </a:solidFill>
              </a:defRPr>
            </a:pPr>
            <a:r>
              <a:rPr sz="2400" b="1">
                <a:solidFill>
                  <a:srgbClr val="071A33"/>
                </a:solidFill>
              </a:rPr>
              <a:t>Reset your brain. Module 3 connects functions and loops.</a:t>
            </a:r>
          </a:p>
        </p:txBody>
      </p:sp>
    </p:spTree>
    <p:extLst>
      <p:ext uri="{BB962C8B-B14F-4D97-AF65-F5344CB8AC3E}">
        <p14:creationId xmlns:p14="http://schemas.microsoft.com/office/powerpoint/2010/main" val="51514073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3512F4-02E3-4932-88DB-1DC8FF63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E43F0-38D7-4420-96E6-8B51CF92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Module 3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59A70-5E7A-46C4-BAFF-7655C16C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Power-Up Functions: name reusable jobs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CA62B-7FBB-4093-9D3C-5D99ED34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03847-47FF-4DFA-A33B-405CA9CD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65722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D9DB4-1B27-4B49-8ECD-27C1903B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60388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def add_bonus(score, bonus):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new_score = score + bonus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return new_score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final_score = add_bonus(10, 5)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D940C-F22F-4BBE-B948-7F5653F4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668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Trace the 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53225-562E-4314-8DF4-D012CCCE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33600"/>
            <a:ext cx="304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arguments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10 and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parameters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score and bonus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return value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8155895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81025-134C-4D62-A022-F576F8D5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A1FF0-2FAD-4257-89F8-8E2C85A7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Functions can contain loops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10030-1792-460D-884C-B6B6DDDB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One function can own the complete totaling job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8F62B-85B2-42E9-9B7D-E6C90234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E1E8E-4D4A-49AE-9568-B67A6E6A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7334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EFA63-3AD4-4DC5-96C7-4DC6564D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62125"/>
            <a:ext cx="68008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def total_scores(scores):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total = 0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for score in scores: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    total += score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return total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team_total = total_scores([4, 6, 5])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C7391-5521-4292-A10C-B9F6BC93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E85D4A"/>
                </a:solidFill>
              </a:defRPr>
            </a:defPPr>
            <a:lvl1pPr algn="l">
              <a:defRPr sz="1800" b="1">
                <a:solidFill>
                  <a:srgbClr val="E85D4A"/>
                </a:solidFill>
              </a:defRPr>
            </a:lvl1pPr>
            <a:lvl2pPr algn="l">
              <a:defRPr sz="1800" b="1">
                <a:solidFill>
                  <a:srgbClr val="E85D4A"/>
                </a:solidFill>
              </a:defRPr>
            </a:lvl2pPr>
            <a:lvl3pPr algn="l">
              <a:defRPr sz="1800" b="1">
                <a:solidFill>
                  <a:srgbClr val="E85D4A"/>
                </a:solidFill>
              </a:defRPr>
            </a:lvl3pPr>
            <a:lvl4pPr algn="l">
              <a:defRPr sz="1800" b="1">
                <a:solidFill>
                  <a:srgbClr val="E85D4A"/>
                </a:solidFill>
              </a:defRPr>
            </a:lvl4pPr>
            <a:lvl5pPr algn="l">
              <a:defRPr sz="1800" b="1">
                <a:solidFill>
                  <a:srgbClr val="E85D4A"/>
                </a:solidFill>
              </a:defRPr>
            </a:lvl5pPr>
            <a:lvl6pPr algn="l">
              <a:defRPr sz="1800" b="1">
                <a:solidFill>
                  <a:srgbClr val="E85D4A"/>
                </a:solidFill>
              </a:defRPr>
            </a:lvl6pPr>
            <a:lvl7pPr algn="l">
              <a:defRPr sz="1800" b="1">
                <a:solidFill>
                  <a:srgbClr val="E85D4A"/>
                </a:solidFill>
              </a:defRPr>
            </a:lvl7pPr>
            <a:lvl8pPr algn="l">
              <a:defRPr sz="1800" b="1">
                <a:solidFill>
                  <a:srgbClr val="E85D4A"/>
                </a:solidFill>
              </a:defRPr>
            </a:lvl8pPr>
            <a:lvl9pPr algn="l">
              <a:defRPr sz="180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85D4A"/>
                </a:solidFill>
              </a:defRPr>
            </a:pPr>
            <a:r>
              <a:rPr sz="1800" b="1">
                <a:solidFill>
                  <a:srgbClr val="E85D4A"/>
                </a:solidFill>
              </a:rPr>
              <a:t>Explain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3570E-C44C-4AD7-89B5-7843FA61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2571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enters?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repeats?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changes?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returns?</a:t>
            </a:r>
          </a:p>
        </p:txBody>
      </p:sp>
    </p:spTree>
    <p:extLst>
      <p:ext uri="{BB962C8B-B14F-4D97-AF65-F5344CB8AC3E}">
        <p14:creationId xmlns:p14="http://schemas.microsoft.com/office/powerpoint/2010/main" val="197686286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04B12-A8E1-43BB-95F0-EB19B6EA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C0900-0C1F-4710-80A3-120448A0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Peer debug routine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D1B0E-2B8F-4BF8-83AE-8D3E36F1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The reviewer explains before touching the keyboard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E53E5-7E95-4F15-B07A-9CA7217E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4D998-7706-44B6-AE29-844B4647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10D13-408A-4300-9627-73DC9A12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240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Developer states the expected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0AA1F-834A-4227-A37F-F36E0901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A5038-E292-4102-B2BE-A9EC8D02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622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Reviewer traces one test case on paper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E0BBBD-67A7-4F3A-8987-DCDA7989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1A823-F36B-4E84-82F9-89DAF5D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004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Pair runs the same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AB38C8-DF5D-4200-9BA0-4B09E906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8AC6F-B6A5-44F7-85C6-1ED1DC71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386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Reviewer names the first unexpected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8780D-DCD9-4298-BDAB-C701D5BA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D75BB-31C6-456B-B8EC-8155963D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768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Developer changes one line and retests</a:t>
            </a:r>
          </a:p>
        </p:txBody>
      </p:sp>
    </p:spTree>
    <p:extLst>
      <p:ext uri="{BB962C8B-B14F-4D97-AF65-F5344CB8AC3E}">
        <p14:creationId xmlns:p14="http://schemas.microsoft.com/office/powerpoint/2010/main" val="54371838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7FED5-98E1-4D4A-872A-1594E2B7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835EF-B2FF-4459-B204-79AF3F19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E7275-B5B2-470D-9E51-395B3A38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Write complete sentences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9AA0D-CBB7-4F35-B5C0-928FE5A8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EA3C6-779A-4F0D-B912-23E6CB3F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859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FA791-88B8-4988-AF54-52E4DD86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59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What does a loop variable hold?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F3969-E9E9-49B1-BC9F-5052433B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C5DF6-EB21-4804-8BC8-AC7E86E0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241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How does an accumulator change?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15AB2-2768-4630-BEFF-87C9D630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F46B5-192E-43E2-9EED-5943DCBC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623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When would you choose while instead of for?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06C90-49DC-47E8-B3DC-99ABEDDB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E6AA8-F7FF-40EA-8223-6CC8032B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005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What must happen so a while loop stops?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C09EBD-9351-4D53-A446-4976A210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EAD2D-BF64-40E7-89EB-F9613EA5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387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How can a function use a loop?</a:t>
            </a:r>
          </a:p>
        </p:txBody>
      </p:sp>
    </p:spTree>
    <p:extLst>
      <p:ext uri="{BB962C8B-B14F-4D97-AF65-F5344CB8AC3E}">
        <p14:creationId xmlns:p14="http://schemas.microsoft.com/office/powerpoint/2010/main" val="15611653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2026-10-31T04:36:34.2860000Z</dcterms:created>
  <dcterms:modified xsi:type="dcterms:W3CDTF">2026-10-31T04:36:34.2870000Z</dcterms:modified>
</coreProperties>
</file>