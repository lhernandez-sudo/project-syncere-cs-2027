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e2b846eef8409c" /><Relationship Type="http://schemas.openxmlformats.org/officeDocument/2006/relationships/extended-properties" Target="/docProps/app.xml" Id="R924e4d26545a47ea" /><Relationship Type="http://schemas.openxmlformats.org/officeDocument/2006/relationships/officeDocument" Target="/ppt/presentation.xml" Id="R36f085198ff84c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a09e9d8f4d4135"/>
  </p:sldMasterIdLst>
  <p:notesMasterIdLst>
    <p:notesMasterId xmlns:r="http://schemas.openxmlformats.org/officeDocument/2006/relationships" r:id="R4befd1f3ea8e440b"/>
  </p:notesMasterIdLst>
  <p:sldIdLst>
    <p:sldId xmlns:r="http://schemas.openxmlformats.org/officeDocument/2006/relationships" id="256" r:id="Rfe9a01689ec340ad"/>
    <p:sldId xmlns:r="http://schemas.openxmlformats.org/officeDocument/2006/relationships" id="257" r:id="Rf7e512feefca482e"/>
    <p:sldId xmlns:r="http://schemas.openxmlformats.org/officeDocument/2006/relationships" id="258" r:id="R5257f678646a4b1a"/>
    <p:sldId xmlns:r="http://schemas.openxmlformats.org/officeDocument/2006/relationships" id="259" r:id="R431b43785b694c5b"/>
    <p:sldId xmlns:r="http://schemas.openxmlformats.org/officeDocument/2006/relationships" id="260" r:id="R7696df83f6d44c8b"/>
    <p:sldId xmlns:r="http://schemas.openxmlformats.org/officeDocument/2006/relationships" id="261" r:id="R1141370d5a254023"/>
    <p:sldId xmlns:r="http://schemas.openxmlformats.org/officeDocument/2006/relationships" id="262" r:id="Rfafe5b5dc05c4c88"/>
    <p:sldId xmlns:r="http://schemas.openxmlformats.org/officeDocument/2006/relationships" id="263" r:id="R6cd4172f3c3b4ab9"/>
    <p:sldId xmlns:r="http://schemas.openxmlformats.org/officeDocument/2006/relationships" id="264" r:id="Rd082539dc39f4770"/>
    <p:sldId xmlns:r="http://schemas.openxmlformats.org/officeDocument/2006/relationships" id="265" r:id="Rca640895553e4cd7"/>
    <p:sldId xmlns:r="http://schemas.openxmlformats.org/officeDocument/2006/relationships" id="266" r:id="R7ecaff073ae24697"/>
    <p:sldId xmlns:r="http://schemas.openxmlformats.org/officeDocument/2006/relationships" id="267" r:id="R5a1e2af92fb44d25"/>
    <p:sldId xmlns:r="http://schemas.openxmlformats.org/officeDocument/2006/relationships" id="268" r:id="Rf7bdca3fe94b4029"/>
    <p:sldId xmlns:r="http://schemas.openxmlformats.org/officeDocument/2006/relationships" id="269" r:id="Recc10f62c0284b05"/>
    <p:sldId xmlns:r="http://schemas.openxmlformats.org/officeDocument/2006/relationships" id="270" r:id="R9a93de7f1f4f4bad"/>
    <p:sldId xmlns:r="http://schemas.openxmlformats.org/officeDocument/2006/relationships" id="271" r:id="Rb0ab047ef4114f4f"/>
    <p:sldId xmlns:r="http://schemas.openxmlformats.org/officeDocument/2006/relationships" id="272" r:id="R60cd381e117544f0"/>
    <p:sldId xmlns:r="http://schemas.openxmlformats.org/officeDocument/2006/relationships" id="273" r:id="R7d23f39e1d664fd2"/>
    <p:sldId xmlns:r="http://schemas.openxmlformats.org/officeDocument/2006/relationships" id="274" r:id="R8b6e50c96d4f4283"/>
    <p:sldId xmlns:r="http://schemas.openxmlformats.org/officeDocument/2006/relationships" id="275" r:id="R097c2a3884ba4c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c593a3193c4244" /><Relationship Type="http://schemas.openxmlformats.org/officeDocument/2006/relationships/slideMaster" Target="/ppt/slideMasters/slideMaster1.xml" Id="R47a09e9d8f4d4135" /><Relationship Type="http://schemas.openxmlformats.org/officeDocument/2006/relationships/notesMaster" Target="/ppt/notesMasters/notesMaster1.xml" Id="R4befd1f3ea8e440b" /><Relationship Type="http://schemas.openxmlformats.org/officeDocument/2006/relationships/presProps" Target="/ppt/presProps.xml" Id="R7583c7b52d554473" /><Relationship Type="http://schemas.openxmlformats.org/officeDocument/2006/relationships/tableStyles" Target="/ppt/tableStyles.xml" Id="Rc9e453a18e2f4e9e" /><Relationship Type="http://schemas.openxmlformats.org/officeDocument/2006/relationships/slide" Target="/ppt/slides/slide1.xml" Id="Rfe9a01689ec340ad" /><Relationship Type="http://schemas.openxmlformats.org/officeDocument/2006/relationships/slide" Target="/ppt/slides/slide2.xml" Id="Rf7e512feefca482e" /><Relationship Type="http://schemas.openxmlformats.org/officeDocument/2006/relationships/slide" Target="/ppt/slides/slide3.xml" Id="R5257f678646a4b1a" /><Relationship Type="http://schemas.openxmlformats.org/officeDocument/2006/relationships/slide" Target="/ppt/slides/slide4.xml" Id="R431b43785b694c5b" /><Relationship Type="http://schemas.openxmlformats.org/officeDocument/2006/relationships/slide" Target="/ppt/slides/slide5.xml" Id="R7696df83f6d44c8b" /><Relationship Type="http://schemas.openxmlformats.org/officeDocument/2006/relationships/slide" Target="/ppt/slides/slide6.xml" Id="R1141370d5a254023" /><Relationship Type="http://schemas.openxmlformats.org/officeDocument/2006/relationships/slide" Target="/ppt/slides/slide7.xml" Id="Rfafe5b5dc05c4c88" /><Relationship Type="http://schemas.openxmlformats.org/officeDocument/2006/relationships/slide" Target="/ppt/slides/slide8.xml" Id="R6cd4172f3c3b4ab9" /><Relationship Type="http://schemas.openxmlformats.org/officeDocument/2006/relationships/slide" Target="/ppt/slides/slide9.xml" Id="Rd082539dc39f4770" /><Relationship Type="http://schemas.openxmlformats.org/officeDocument/2006/relationships/slide" Target="/ppt/slides/slide10.xml" Id="Rca640895553e4cd7" /><Relationship Type="http://schemas.openxmlformats.org/officeDocument/2006/relationships/slide" Target="/ppt/slides/slide11.xml" Id="R7ecaff073ae24697" /><Relationship Type="http://schemas.openxmlformats.org/officeDocument/2006/relationships/slide" Target="/ppt/slides/slide12.xml" Id="R5a1e2af92fb44d25" /><Relationship Type="http://schemas.openxmlformats.org/officeDocument/2006/relationships/slide" Target="/ppt/slides/slide13.xml" Id="Rf7bdca3fe94b4029" /><Relationship Type="http://schemas.openxmlformats.org/officeDocument/2006/relationships/slide" Target="/ppt/slides/slide14.xml" Id="Recc10f62c0284b05" /><Relationship Type="http://schemas.openxmlformats.org/officeDocument/2006/relationships/slide" Target="/ppt/slides/slide15.xml" Id="R9a93de7f1f4f4bad" /><Relationship Type="http://schemas.openxmlformats.org/officeDocument/2006/relationships/slide" Target="/ppt/slides/slide16.xml" Id="Rb0ab047ef4114f4f" /><Relationship Type="http://schemas.openxmlformats.org/officeDocument/2006/relationships/slide" Target="/ppt/slides/slide17.xml" Id="R60cd381e117544f0" /><Relationship Type="http://schemas.openxmlformats.org/officeDocument/2006/relationships/slide" Target="/ppt/slides/slide18.xml" Id="R7d23f39e1d664fd2" /><Relationship Type="http://schemas.openxmlformats.org/officeDocument/2006/relationships/slide" Target="/ppt/slides/slide19.xml" Id="R8b6e50c96d4f4283" /><Relationship Type="http://schemas.openxmlformats.org/officeDocument/2006/relationships/slide" Target="/ppt/slides/slide20.xml" Id="R097c2a3884ba4c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d2875cb55147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7ac23acbb44e30" /><Relationship Type="http://schemas.openxmlformats.org/officeDocument/2006/relationships/notesMaster" Target="/ppt/notesMasters/notesMaster1.xml" Id="R09aa9036799b41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cc5781b2474d5f" /><Relationship Type="http://schemas.openxmlformats.org/officeDocument/2006/relationships/notesMaster" Target="/ppt/notesMasters/notesMaster1.xml" Id="Rbe8f6e8a344046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b1173ce2224c16" /><Relationship Type="http://schemas.openxmlformats.org/officeDocument/2006/relationships/notesMaster" Target="/ppt/notesMasters/notesMaster1.xml" Id="Rfeb51e11370d48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ff9900a3a84c4a" /><Relationship Type="http://schemas.openxmlformats.org/officeDocument/2006/relationships/notesMaster" Target="/ppt/notesMasters/notesMaster1.xml" Id="R29775ca417bf40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229d058f4f441d" /><Relationship Type="http://schemas.openxmlformats.org/officeDocument/2006/relationships/notesMaster" Target="/ppt/notesMasters/notesMaster1.xml" Id="R921d95c1842541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d45cd1626843d6" /><Relationship Type="http://schemas.openxmlformats.org/officeDocument/2006/relationships/notesMaster" Target="/ppt/notesMasters/notesMaster1.xml" Id="R9e0aa59e39824d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10aee776a44e2f" /><Relationship Type="http://schemas.openxmlformats.org/officeDocument/2006/relationships/notesMaster" Target="/ppt/notesMasters/notesMaster1.xml" Id="R39dbb82bd07244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7d709cb9fa49ff" /><Relationship Type="http://schemas.openxmlformats.org/officeDocument/2006/relationships/notesMaster" Target="/ppt/notesMasters/notesMaster1.xml" Id="R2ac1bc9ce6ff4f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9089d151e94d16" /><Relationship Type="http://schemas.openxmlformats.org/officeDocument/2006/relationships/notesMaster" Target="/ppt/notesMasters/notesMaster1.xml" Id="Rb359c6a69fce49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14ea2fd7a2244f8" /><Relationship Type="http://schemas.openxmlformats.org/officeDocument/2006/relationships/notesMaster" Target="/ppt/notesMasters/notesMaster1.xml" Id="R922be79d09fd44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6126fbdc9c44d59" /><Relationship Type="http://schemas.openxmlformats.org/officeDocument/2006/relationships/notesMaster" Target="/ppt/notesMasters/notesMaster1.xml" Id="Rc53a79b53b0941d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18dbf63a2741b8" /><Relationship Type="http://schemas.openxmlformats.org/officeDocument/2006/relationships/notesMaster" Target="/ppt/notesMasters/notesMaster1.xml" Id="R34f1d4dd00a843b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a2bb3c4eea24a38" /><Relationship Type="http://schemas.openxmlformats.org/officeDocument/2006/relationships/notesMaster" Target="/ppt/notesMasters/notesMaster1.xml" Id="R9ace45cfa801492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9b664fea2344a24" /><Relationship Type="http://schemas.openxmlformats.org/officeDocument/2006/relationships/notesMaster" Target="/ppt/notesMasters/notesMaster1.xml" Id="Rf5131efcd86243f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0ec4ef033a14696" /><Relationship Type="http://schemas.openxmlformats.org/officeDocument/2006/relationships/notesMaster" Target="/ppt/notesMasters/notesMaster1.xml" Id="R1a398de0295f4ea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618eb63f355442c" /><Relationship Type="http://schemas.openxmlformats.org/officeDocument/2006/relationships/notesMaster" Target="/ppt/notesMasters/notesMaster1.xml" Id="R9b476c18baf14ae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83893b0249043a6" /><Relationship Type="http://schemas.openxmlformats.org/officeDocument/2006/relationships/notesMaster" Target="/ppt/notesMasters/notesMaster1.xml" Id="R129cc8fa810c496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423f34dcabd49e0" /><Relationship Type="http://schemas.openxmlformats.org/officeDocument/2006/relationships/notesMaster" Target="/ppt/notesMasters/notesMaster1.xml" Id="Rdb42392dfa98428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0c4fedc076542ce" /><Relationship Type="http://schemas.openxmlformats.org/officeDocument/2006/relationships/notesMaster" Target="/ppt/notesMasters/notesMaster1.xml" Id="Rf5a35788d537484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7fca35da2004ddd" /><Relationship Type="http://schemas.openxmlformats.org/officeDocument/2006/relationships/notesMaster" Target="/ppt/notesMasters/notesMaster1.xml" Id="R1e153c911d9e49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d84e00d52241c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e112bc2537405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d9aaf1c8c1457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dfa2dc33014d3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da88427d694ab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6843a087d743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716152-961B-4531-BA1E-D4523666C6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FE8C718-B9E8-495D-AC81-B43B294BF3B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47D112E-6609-4F82-84AB-05950D3CCD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5A5BD6-D312-45CA-B635-B59CA7676F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A99EABB-4D2D-4612-B7C8-A0D4BA8E47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C68AA5E-E185-4646-BF4D-97811897CF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41ACEFE-E2DD-45C9-90E9-7D493BD819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FFE9DD9-E441-44C4-8FD9-ACE80A7CFFF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F68599-A24C-42E5-B2A8-10BCABDFBF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CC783C-6738-4374-9C79-04D8342E66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9915c0b7164ebf" /><Relationship Type="http://schemas.openxmlformats.org/officeDocument/2006/relationships/slideLayout" Target="/ppt/slideLayouts/slideLayout1.xml" Id="R1ad8710c3aaa481c" /><Relationship Type="http://schemas.openxmlformats.org/officeDocument/2006/relationships/slideLayout" Target="/ppt/slideLayouts/slideLayout2.xml" Id="Re3aa5e0aae3946e9" /><Relationship Type="http://schemas.openxmlformats.org/officeDocument/2006/relationships/slideLayout" Target="/ppt/slideLayouts/slideLayout3.xml" Id="Ra552f05d4dfa4748" /><Relationship Type="http://schemas.openxmlformats.org/officeDocument/2006/relationships/slideLayout" Target="/ppt/slideLayouts/slideLayout4.xml" Id="R14ad3a93f9424c3f" /><Relationship Type="http://schemas.openxmlformats.org/officeDocument/2006/relationships/slideLayout" Target="/ppt/slideLayouts/slideLayout5.xml" Id="Rc092e1354e27488c" /><Relationship Type="http://schemas.openxmlformats.org/officeDocument/2006/relationships/slideLayout" Target="/ppt/slideLayouts/slideLayout6.xml" Id="R96057621bf0244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d8710c3aaa481c"/>
    <p:sldLayoutId xmlns:r="http://schemas.openxmlformats.org/officeDocument/2006/relationships" id="2147483650" r:id="Re3aa5e0aae3946e9"/>
    <p:sldLayoutId xmlns:r="http://schemas.openxmlformats.org/officeDocument/2006/relationships" id="2147483651" r:id="Ra552f05d4dfa4748"/>
    <p:sldLayoutId xmlns:r="http://schemas.openxmlformats.org/officeDocument/2006/relationships" id="2147483652" r:id="R14ad3a93f9424c3f"/>
    <p:sldLayoutId xmlns:r="http://schemas.openxmlformats.org/officeDocument/2006/relationships" id="2147483653" r:id="Rc092e1354e27488c"/>
    <p:sldLayoutId xmlns:r="http://schemas.openxmlformats.org/officeDocument/2006/relationships" id="2147483654" r:id="R96057621bf0244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08c607c81d457e" /><Relationship Type="http://schemas.openxmlformats.org/officeDocument/2006/relationships/notesSlide" Target="/ppt/notesSlides/notesSlide1.xml" Id="R65e020d1bb1d41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9c582ad5794f77" /><Relationship Type="http://schemas.openxmlformats.org/officeDocument/2006/relationships/notesSlide" Target="/ppt/notesSlides/notesSlide2.xml" Id="Rc4becad604914e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4be198496e4450" /><Relationship Type="http://schemas.openxmlformats.org/officeDocument/2006/relationships/notesSlide" Target="/ppt/notesSlides/notesSlide3.xml" Id="Ree8c7ca5835346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8666f7e7e6406c" /><Relationship Type="http://schemas.openxmlformats.org/officeDocument/2006/relationships/notesSlide" Target="/ppt/notesSlides/notesSlide4.xml" Id="Rfd7dcb1c0b7044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3b4d361cdd43ba" /><Relationship Type="http://schemas.openxmlformats.org/officeDocument/2006/relationships/notesSlide" Target="/ppt/notesSlides/notesSlide5.xml" Id="R5af17599921c4c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b67e0cca394127" /><Relationship Type="http://schemas.openxmlformats.org/officeDocument/2006/relationships/notesSlide" Target="/ppt/notesSlides/notesSlide6.xml" Id="R19cb91bb8b0c48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238e2ea02341f5" /><Relationship Type="http://schemas.openxmlformats.org/officeDocument/2006/relationships/notesSlide" Target="/ppt/notesSlides/notesSlide7.xml" Id="Rd6e8552998e944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be3ad24e734a3b" /><Relationship Type="http://schemas.openxmlformats.org/officeDocument/2006/relationships/notesSlide" Target="/ppt/notesSlides/notesSlide8.xml" Id="R7189813d32ee4f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7d8a44193c455f" /><Relationship Type="http://schemas.openxmlformats.org/officeDocument/2006/relationships/notesSlide" Target="/ppt/notesSlides/notesSlide9.xml" Id="R14678763164b4e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ed946f18f04eb4" /><Relationship Type="http://schemas.openxmlformats.org/officeDocument/2006/relationships/notesSlide" Target="/ppt/notesSlides/notesSlide10.xml" Id="Ra75e6596ad164b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1cbbed770f47a6" /><Relationship Type="http://schemas.openxmlformats.org/officeDocument/2006/relationships/notesSlide" Target="/ppt/notesSlides/notesSlide11.xml" Id="R77a4a71c3899464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3c4e5f6c524c8b" /><Relationship Type="http://schemas.openxmlformats.org/officeDocument/2006/relationships/notesSlide" Target="/ppt/notesSlides/notesSlide12.xml" Id="Rb8423c29f2974ed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2fde16fe2a463b" /><Relationship Type="http://schemas.openxmlformats.org/officeDocument/2006/relationships/notesSlide" Target="/ppt/notesSlides/notesSlide13.xml" Id="R53f9b98c48914d2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92493ed01347f9" /><Relationship Type="http://schemas.openxmlformats.org/officeDocument/2006/relationships/notesSlide" Target="/ppt/notesSlides/notesSlide14.xml" Id="R6a5d33c9b3ea436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76239dbec54345" /><Relationship Type="http://schemas.openxmlformats.org/officeDocument/2006/relationships/notesSlide" Target="/ppt/notesSlides/notesSlide15.xml" Id="R80a942f2e554430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2baca1f57e4173" /><Relationship Type="http://schemas.openxmlformats.org/officeDocument/2006/relationships/notesSlide" Target="/ppt/notesSlides/notesSlide16.xml" Id="R1ff0358603a342d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df985ecdcf475e" /><Relationship Type="http://schemas.openxmlformats.org/officeDocument/2006/relationships/notesSlide" Target="/ppt/notesSlides/notesSlide17.xml" Id="R63b3bd10e79f488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561dc326cc4609" /><Relationship Type="http://schemas.openxmlformats.org/officeDocument/2006/relationships/notesSlide" Target="/ppt/notesSlides/notesSlide18.xml" Id="Rf98d2d4c8915484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9faf09d142486a" /><Relationship Type="http://schemas.openxmlformats.org/officeDocument/2006/relationships/notesSlide" Target="/ppt/notesSlides/notesSlide19.xml" Id="R184f382af7014b5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f81ed7acee4394" /><Relationship Type="http://schemas.openxmlformats.org/officeDocument/2006/relationships/notesSlide" Target="/ppt/notesSlides/notesSlide20.xml" Id="R7588c55f972f4f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D00959-D748-49D7-8F2B-29C1CFA6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69C23-799D-40A1-A699-2D7C0B50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</a:defRPr>
            </a:defPPr>
            <a:lvl1pPr algn="l">
              <a:defRPr sz="3900" b="1">
                <a:solidFill>
                  <a:srgbClr val="FFFFFF"/>
                </a:solidFill>
              </a:defRPr>
            </a:lvl1pPr>
            <a:lvl2pPr algn="l">
              <a:defRPr sz="3900" b="1">
                <a:solidFill>
                  <a:srgbClr val="FFFFFF"/>
                </a:solidFill>
              </a:defRPr>
            </a:lvl2pPr>
            <a:lvl3pPr algn="l">
              <a:defRPr sz="3900" b="1">
                <a:solidFill>
                  <a:srgbClr val="FFFFFF"/>
                </a:solidFill>
              </a:defRPr>
            </a:lvl3pPr>
            <a:lvl4pPr algn="l">
              <a:defRPr sz="3900" b="1">
                <a:solidFill>
                  <a:srgbClr val="FFFFFF"/>
                </a:solidFill>
              </a:defRPr>
            </a:lvl4pPr>
            <a:lvl5pPr algn="l">
              <a:defRPr sz="3900" b="1">
                <a:solidFill>
                  <a:srgbClr val="FFFFFF"/>
                </a:solidFill>
              </a:defRPr>
            </a:lvl5pPr>
            <a:lvl6pPr algn="l">
              <a:defRPr sz="3900" b="1">
                <a:solidFill>
                  <a:srgbClr val="FFFFFF"/>
                </a:solidFill>
              </a:defRPr>
            </a:lvl6pPr>
            <a:lvl7pPr algn="l">
              <a:defRPr sz="3900" b="1">
                <a:solidFill>
                  <a:srgbClr val="FFFFFF"/>
                </a:solidFill>
              </a:defRPr>
            </a:lvl7pPr>
            <a:lvl8pPr algn="l">
              <a:defRPr sz="3900" b="1">
                <a:solidFill>
                  <a:srgbClr val="FFFFFF"/>
                </a:solidFill>
              </a:defRPr>
            </a:lvl8pPr>
            <a:lvl9pPr algn="l">
              <a:defRPr sz="3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Python Loop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998D2-F901-4A56-9BFB-D3DD6DE8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0">
                <a:solidFill>
                  <a:srgbClr val="B8D7F0"/>
                </a:solidFill>
              </a:defRPr>
            </a:defPPr>
            <a:lvl1pPr algn="l">
              <a:defRPr sz="2100" b="0">
                <a:solidFill>
                  <a:srgbClr val="B8D7F0"/>
                </a:solidFill>
              </a:defRPr>
            </a:lvl1pPr>
            <a:lvl2pPr algn="l">
              <a:defRPr sz="2100" b="0">
                <a:solidFill>
                  <a:srgbClr val="B8D7F0"/>
                </a:solidFill>
              </a:defRPr>
            </a:lvl2pPr>
            <a:lvl3pPr algn="l">
              <a:defRPr sz="2100" b="0">
                <a:solidFill>
                  <a:srgbClr val="B8D7F0"/>
                </a:solidFill>
              </a:defRPr>
            </a:lvl3pPr>
            <a:lvl4pPr algn="l">
              <a:defRPr sz="2100" b="0">
                <a:solidFill>
                  <a:srgbClr val="B8D7F0"/>
                </a:solidFill>
              </a:defRPr>
            </a:lvl4pPr>
            <a:lvl5pPr algn="l">
              <a:defRPr sz="2100" b="0">
                <a:solidFill>
                  <a:srgbClr val="B8D7F0"/>
                </a:solidFill>
              </a:defRPr>
            </a:lvl5pPr>
            <a:lvl6pPr algn="l">
              <a:defRPr sz="2100" b="0">
                <a:solidFill>
                  <a:srgbClr val="B8D7F0"/>
                </a:solidFill>
              </a:defRPr>
            </a:lvl6pPr>
            <a:lvl7pPr algn="l">
              <a:defRPr sz="2100" b="0">
                <a:solidFill>
                  <a:srgbClr val="B8D7F0"/>
                </a:solidFill>
              </a:defRPr>
            </a:lvl7pPr>
            <a:lvl8pPr algn="l">
              <a:defRPr sz="2100" b="0">
                <a:solidFill>
                  <a:srgbClr val="B8D7F0"/>
                </a:solidFill>
              </a:defRPr>
            </a:lvl8pPr>
            <a:lvl9pPr algn="l">
              <a:defRPr sz="2100" b="0">
                <a:solidFill>
                  <a:srgbClr val="B8D7F0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B8D7F0"/>
                </a:solidFill>
              </a:defRPr>
            </a:pPr>
            <a:r>
              <a:rPr sz="2100" b="0">
                <a:solidFill>
                  <a:srgbClr val="B8D7F0"/>
                </a:solidFill>
              </a:rPr>
              <a:t>Beginner practice before every lab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E605EB-E2F7-40F8-A2E8-EC4C983B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D9E8F5"/>
                </a:solidFill>
              </a:defRPr>
            </a:defPPr>
            <a:lvl1pPr algn="l">
              <a:defRPr sz="1500" b="0">
                <a:solidFill>
                  <a:srgbClr val="D9E8F5"/>
                </a:solidFill>
              </a:defRPr>
            </a:lvl1pPr>
            <a:lvl2pPr algn="l">
              <a:defRPr sz="1500" b="0">
                <a:solidFill>
                  <a:srgbClr val="D9E8F5"/>
                </a:solidFill>
              </a:defRPr>
            </a:lvl2pPr>
            <a:lvl3pPr algn="l">
              <a:defRPr sz="1500" b="0">
                <a:solidFill>
                  <a:srgbClr val="D9E8F5"/>
                </a:solidFill>
              </a:defRPr>
            </a:lvl3pPr>
            <a:lvl4pPr algn="l">
              <a:defRPr sz="1500" b="0">
                <a:solidFill>
                  <a:srgbClr val="D9E8F5"/>
                </a:solidFill>
              </a:defRPr>
            </a:lvl4pPr>
            <a:lvl5pPr algn="l">
              <a:defRPr sz="1500" b="0">
                <a:solidFill>
                  <a:srgbClr val="D9E8F5"/>
                </a:solidFill>
              </a:defRPr>
            </a:lvl5pPr>
            <a:lvl6pPr algn="l">
              <a:defRPr sz="1500" b="0">
                <a:solidFill>
                  <a:srgbClr val="D9E8F5"/>
                </a:solidFill>
              </a:defRPr>
            </a:lvl6pPr>
            <a:lvl7pPr algn="l">
              <a:defRPr sz="1500" b="0">
                <a:solidFill>
                  <a:srgbClr val="D9E8F5"/>
                </a:solidFill>
              </a:defRPr>
            </a:lvl7pPr>
            <a:lvl8pPr algn="l">
              <a:defRPr sz="1500" b="0">
                <a:solidFill>
                  <a:srgbClr val="D9E8F5"/>
                </a:solidFill>
              </a:defRPr>
            </a:lvl8pPr>
            <a:lvl9pPr algn="l">
              <a:defRPr sz="1500" b="0">
                <a:solidFill>
                  <a:srgbClr val="D9E8F5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9E8F5"/>
                </a:solidFill>
              </a:defRPr>
            </a:pPr>
            <a:r>
              <a:rPr sz="1500" b="0">
                <a:solidFill>
                  <a:srgbClr val="D9E8F5"/>
                </a:solidFill>
              </a:rPr>
              <a:t>Week 5  •  Mario review  •  Three guided Colab labs</a:t>
            </a:r>
          </a:p>
        </p:txBody>
      </p:sp>
    </p:spTree>
    <p:extLst>
      <p:ext uri="{BB962C8B-B14F-4D97-AF65-F5344CB8AC3E}">
        <p14:creationId xmlns:p14="http://schemas.microsoft.com/office/powerpoint/2010/main" val="8319672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494510-D72B-4756-AC68-3E10A9A9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53F76-6587-43B0-8ADE-F5D8BA38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Today’s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59AFD3-DE44-40AC-AEB5-0D58949F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Class ends at 1:00 PM — the first 15 minutes are for arrival and setup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6612B-1B4E-458C-BE56-A7BAEBD9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8E588-4E5C-4D03-BCA1-62A8A702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AA010-A6FC-43D8-A88C-1661EE15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5730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9:00–9:15  Arrive, sign in, open the browser, and get settled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1B303-206E-433D-BA80-1A4AE0C4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6B8FDD-4962-4EC3-BC48-7600F0C2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478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9:15–9:35  Mario review and class voting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C25844-E452-4323-9DD1-77EC8AA5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348CD1-75B7-43CE-90F9-119B444D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9:35–10:25  Super Mario Team Quest in Module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4F3535-AC2A-495A-B7CC-54946932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051B8E-87D3-47BE-AAE8-91BCBD7E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10:00  Coin Rush photo showcase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135AB6-B2E6-41A4-BCDA-DD91BDB4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2E18D0-2376-44E3-846C-B315C194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10:25–10:35  Break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635A83-B743-4C02-A9B1-B504CEAE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081833-118A-4FCA-BFAD-6D1630DF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10:35–11:20  Module 2: Arcade Loop Trainer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6D29EC-AAB4-49AC-B75A-FBA19036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660EBA-F326-4345-BEA0-E8B3C4EC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0060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11:20–11:30  Break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49DDAA-185F-4614-AF91-8E4F6C74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87AC8E-24D4-4666-B584-1B5E776A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911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11:30–1:00  Module 3, boss challenge, peer debugging, and exit</a:t>
            </a:r>
          </a:p>
        </p:txBody>
      </p:sp>
    </p:spTree>
    <p:extLst>
      <p:ext uri="{BB962C8B-B14F-4D97-AF65-F5344CB8AC3E}">
        <p14:creationId xmlns:p14="http://schemas.microsoft.com/office/powerpoint/2010/main" val="19922790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6802F4-C761-41A3-A1C3-EFA788C0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5F085-238E-493E-8839-327666A5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Participation routine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94801-AC25-488C-B01D-62388AFB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Every student gets thinking time before anyone answers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A5453-A584-46F2-B6EF-54859087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C36CC-19E2-4FD7-A64C-A8588F0E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287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F766E"/>
                </a:solidFill>
              </a:defRPr>
            </a:defPPr>
            <a:lvl1pPr algn="l">
              <a:defRPr sz="1800" b="1">
                <a:solidFill>
                  <a:srgbClr val="0F766E"/>
                </a:solidFill>
              </a:defRPr>
            </a:lvl1pPr>
            <a:lvl2pPr algn="l">
              <a:defRPr sz="1800" b="1">
                <a:solidFill>
                  <a:srgbClr val="0F766E"/>
                </a:solidFill>
              </a:defRPr>
            </a:lvl2pPr>
            <a:lvl3pPr algn="l">
              <a:defRPr sz="1800" b="1">
                <a:solidFill>
                  <a:srgbClr val="0F766E"/>
                </a:solidFill>
              </a:defRPr>
            </a:lvl3pPr>
            <a:lvl4pPr algn="l">
              <a:defRPr sz="1800" b="1">
                <a:solidFill>
                  <a:srgbClr val="0F766E"/>
                </a:solidFill>
              </a:defRPr>
            </a:lvl4pPr>
            <a:lvl5pPr algn="l">
              <a:defRPr sz="1800" b="1">
                <a:solidFill>
                  <a:srgbClr val="0F766E"/>
                </a:solidFill>
              </a:defRPr>
            </a:lvl5pPr>
            <a:lvl6pPr algn="l">
              <a:defRPr sz="1800" b="1">
                <a:solidFill>
                  <a:srgbClr val="0F766E"/>
                </a:solidFill>
              </a:defRPr>
            </a:lvl6pPr>
            <a:lvl7pPr algn="l">
              <a:defRPr sz="1800" b="1">
                <a:solidFill>
                  <a:srgbClr val="0F766E"/>
                </a:solidFill>
              </a:defRPr>
            </a:lvl7pPr>
            <a:lvl8pPr algn="l">
              <a:defRPr sz="1800" b="1">
                <a:solidFill>
                  <a:srgbClr val="0F766E"/>
                </a:solidFill>
              </a:defRPr>
            </a:lvl8pPr>
            <a:lvl9pPr algn="l"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4E952B-2A95-4D85-B414-0A272755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428750"/>
            <a:ext cx="963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Think silently for 20 seconds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B559CA-FC77-4E68-AC44-81313B49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F766E"/>
                </a:solidFill>
              </a:defRPr>
            </a:defPPr>
            <a:lvl1pPr algn="l">
              <a:defRPr sz="1800" b="1">
                <a:solidFill>
                  <a:srgbClr val="0F766E"/>
                </a:solidFill>
              </a:defRPr>
            </a:lvl1pPr>
            <a:lvl2pPr algn="l">
              <a:defRPr sz="1800" b="1">
                <a:solidFill>
                  <a:srgbClr val="0F766E"/>
                </a:solidFill>
              </a:defRPr>
            </a:lvl2pPr>
            <a:lvl3pPr algn="l">
              <a:defRPr sz="1800" b="1">
                <a:solidFill>
                  <a:srgbClr val="0F766E"/>
                </a:solidFill>
              </a:defRPr>
            </a:lvl3pPr>
            <a:lvl4pPr algn="l">
              <a:defRPr sz="1800" b="1">
                <a:solidFill>
                  <a:srgbClr val="0F766E"/>
                </a:solidFill>
              </a:defRPr>
            </a:lvl4pPr>
            <a:lvl5pPr algn="l">
              <a:defRPr sz="1800" b="1">
                <a:solidFill>
                  <a:srgbClr val="0F766E"/>
                </a:solidFill>
              </a:defRPr>
            </a:lvl5pPr>
            <a:lvl6pPr algn="l">
              <a:defRPr sz="1800" b="1">
                <a:solidFill>
                  <a:srgbClr val="0F766E"/>
                </a:solidFill>
              </a:defRPr>
            </a:lvl6pPr>
            <a:lvl7pPr algn="l">
              <a:defRPr sz="1800" b="1">
                <a:solidFill>
                  <a:srgbClr val="0F766E"/>
                </a:solidFill>
              </a:defRPr>
            </a:lvl7pPr>
            <a:lvl8pPr algn="l">
              <a:defRPr sz="1800" b="1">
                <a:solidFill>
                  <a:srgbClr val="0F766E"/>
                </a:solidFill>
              </a:defRPr>
            </a:lvl8pPr>
            <a:lvl9pPr algn="l"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BD8FD-676C-47A2-AC26-38B5EBC9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14550"/>
            <a:ext cx="963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Write one prediction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5B6B9D-8449-4F02-AA7A-FAABCDAE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F766E"/>
                </a:solidFill>
              </a:defRPr>
            </a:defPPr>
            <a:lvl1pPr algn="l">
              <a:defRPr sz="1800" b="1">
                <a:solidFill>
                  <a:srgbClr val="0F766E"/>
                </a:solidFill>
              </a:defRPr>
            </a:lvl1pPr>
            <a:lvl2pPr algn="l">
              <a:defRPr sz="1800" b="1">
                <a:solidFill>
                  <a:srgbClr val="0F766E"/>
                </a:solidFill>
              </a:defRPr>
            </a:lvl2pPr>
            <a:lvl3pPr algn="l">
              <a:defRPr sz="1800" b="1">
                <a:solidFill>
                  <a:srgbClr val="0F766E"/>
                </a:solidFill>
              </a:defRPr>
            </a:lvl3pPr>
            <a:lvl4pPr algn="l">
              <a:defRPr sz="1800" b="1">
                <a:solidFill>
                  <a:srgbClr val="0F766E"/>
                </a:solidFill>
              </a:defRPr>
            </a:lvl4pPr>
            <a:lvl5pPr algn="l">
              <a:defRPr sz="1800" b="1">
                <a:solidFill>
                  <a:srgbClr val="0F766E"/>
                </a:solidFill>
              </a:defRPr>
            </a:lvl5pPr>
            <a:lvl6pPr algn="l">
              <a:defRPr sz="1800" b="1">
                <a:solidFill>
                  <a:srgbClr val="0F766E"/>
                </a:solidFill>
              </a:defRPr>
            </a:lvl6pPr>
            <a:lvl7pPr algn="l">
              <a:defRPr sz="1800" b="1">
                <a:solidFill>
                  <a:srgbClr val="0F766E"/>
                </a:solidFill>
              </a:defRPr>
            </a:lvl7pPr>
            <a:lvl8pPr algn="l">
              <a:defRPr sz="1800" b="1">
                <a:solidFill>
                  <a:srgbClr val="0F766E"/>
                </a:solidFill>
              </a:defRPr>
            </a:lvl8pPr>
            <a:lvl9pPr algn="l"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10D526-790C-45E8-845C-84A6C90D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00350"/>
            <a:ext cx="963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Compare with one partner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9664F6-FC67-480F-8EDD-3806389A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861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F766E"/>
                </a:solidFill>
              </a:defRPr>
            </a:defPPr>
            <a:lvl1pPr algn="l">
              <a:defRPr sz="1800" b="1">
                <a:solidFill>
                  <a:srgbClr val="0F766E"/>
                </a:solidFill>
              </a:defRPr>
            </a:lvl1pPr>
            <a:lvl2pPr algn="l">
              <a:defRPr sz="1800" b="1">
                <a:solidFill>
                  <a:srgbClr val="0F766E"/>
                </a:solidFill>
              </a:defRPr>
            </a:lvl2pPr>
            <a:lvl3pPr algn="l">
              <a:defRPr sz="1800" b="1">
                <a:solidFill>
                  <a:srgbClr val="0F766E"/>
                </a:solidFill>
              </a:defRPr>
            </a:lvl3pPr>
            <a:lvl4pPr algn="l">
              <a:defRPr sz="1800" b="1">
                <a:solidFill>
                  <a:srgbClr val="0F766E"/>
                </a:solidFill>
              </a:defRPr>
            </a:lvl4pPr>
            <a:lvl5pPr algn="l">
              <a:defRPr sz="1800" b="1">
                <a:solidFill>
                  <a:srgbClr val="0F766E"/>
                </a:solidFill>
              </a:defRPr>
            </a:lvl5pPr>
            <a:lvl6pPr algn="l">
              <a:defRPr sz="1800" b="1">
                <a:solidFill>
                  <a:srgbClr val="0F766E"/>
                </a:solidFill>
              </a:defRPr>
            </a:lvl6pPr>
            <a:lvl7pPr algn="l">
              <a:defRPr sz="1800" b="1">
                <a:solidFill>
                  <a:srgbClr val="0F766E"/>
                </a:solidFill>
              </a:defRPr>
            </a:lvl7pPr>
            <a:lvl8pPr algn="l">
              <a:defRPr sz="1800" b="1">
                <a:solidFill>
                  <a:srgbClr val="0F766E"/>
                </a:solidFill>
              </a:defRPr>
            </a:lvl8pPr>
            <a:lvl9pPr algn="l"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771F44-0FA5-4C44-8C59-97E82AED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86150"/>
            <a:ext cx="963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Vote with fingers: 1, 2, or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435C6D-5120-45EB-AAAE-E1DA1053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F766E"/>
                </a:solidFill>
              </a:defRPr>
            </a:defPPr>
            <a:lvl1pPr algn="l">
              <a:defRPr sz="1800" b="1">
                <a:solidFill>
                  <a:srgbClr val="0F766E"/>
                </a:solidFill>
              </a:defRPr>
            </a:lvl1pPr>
            <a:lvl2pPr algn="l">
              <a:defRPr sz="1800" b="1">
                <a:solidFill>
                  <a:srgbClr val="0F766E"/>
                </a:solidFill>
              </a:defRPr>
            </a:lvl2pPr>
            <a:lvl3pPr algn="l">
              <a:defRPr sz="1800" b="1">
                <a:solidFill>
                  <a:srgbClr val="0F766E"/>
                </a:solidFill>
              </a:defRPr>
            </a:lvl3pPr>
            <a:lvl4pPr algn="l">
              <a:defRPr sz="1800" b="1">
                <a:solidFill>
                  <a:srgbClr val="0F766E"/>
                </a:solidFill>
              </a:defRPr>
            </a:lvl4pPr>
            <a:lvl5pPr algn="l">
              <a:defRPr sz="1800" b="1">
                <a:solidFill>
                  <a:srgbClr val="0F766E"/>
                </a:solidFill>
              </a:defRPr>
            </a:lvl5pPr>
            <a:lvl6pPr algn="l">
              <a:defRPr sz="1800" b="1">
                <a:solidFill>
                  <a:srgbClr val="0F766E"/>
                </a:solidFill>
              </a:defRPr>
            </a:lvl6pPr>
            <a:lvl7pPr algn="l">
              <a:defRPr sz="1800" b="1">
                <a:solidFill>
                  <a:srgbClr val="0F766E"/>
                </a:solidFill>
              </a:defRPr>
            </a:lvl7pPr>
            <a:lvl8pPr algn="l">
              <a:defRPr sz="1800" b="1">
                <a:solidFill>
                  <a:srgbClr val="0F766E"/>
                </a:solidFill>
              </a:defRPr>
            </a:lvl8pPr>
            <a:lvl9pPr algn="l"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680FF5-88A3-4187-BC9B-1F402E08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71950"/>
            <a:ext cx="963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Run the code only after the vote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02D416-6866-47EA-8489-8DEF9132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F766E"/>
                </a:solidFill>
              </a:defRPr>
            </a:defPPr>
            <a:lvl1pPr algn="l">
              <a:defRPr sz="1800" b="1">
                <a:solidFill>
                  <a:srgbClr val="0F766E"/>
                </a:solidFill>
              </a:defRPr>
            </a:lvl1pPr>
            <a:lvl2pPr algn="l">
              <a:defRPr sz="1800" b="1">
                <a:solidFill>
                  <a:srgbClr val="0F766E"/>
                </a:solidFill>
              </a:defRPr>
            </a:lvl2pPr>
            <a:lvl3pPr algn="l">
              <a:defRPr sz="1800" b="1">
                <a:solidFill>
                  <a:srgbClr val="0F766E"/>
                </a:solidFill>
              </a:defRPr>
            </a:lvl3pPr>
            <a:lvl4pPr algn="l">
              <a:defRPr sz="1800" b="1">
                <a:solidFill>
                  <a:srgbClr val="0F766E"/>
                </a:solidFill>
              </a:defRPr>
            </a:lvl4pPr>
            <a:lvl5pPr algn="l">
              <a:defRPr sz="1800" b="1">
                <a:solidFill>
                  <a:srgbClr val="0F766E"/>
                </a:solidFill>
              </a:defRPr>
            </a:lvl5pPr>
            <a:lvl6pPr algn="l">
              <a:defRPr sz="1800" b="1">
                <a:solidFill>
                  <a:srgbClr val="0F766E"/>
                </a:solidFill>
              </a:defRPr>
            </a:lvl6pPr>
            <a:lvl7pPr algn="l">
              <a:defRPr sz="1800" b="1">
                <a:solidFill>
                  <a:srgbClr val="0F766E"/>
                </a:solidFill>
              </a:defRPr>
            </a:lvl7pPr>
            <a:lvl8pPr algn="l">
              <a:defRPr sz="1800" b="1">
                <a:solidFill>
                  <a:srgbClr val="0F766E"/>
                </a:solidFill>
              </a:defRPr>
            </a:lvl8pPr>
            <a:lvl9pPr algn="l"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F8E034-5899-4336-9BA8-F596CF1B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57750"/>
            <a:ext cx="963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Explain the result in plain English</a:t>
            </a:r>
          </a:p>
        </p:txBody>
      </p:sp>
    </p:spTree>
    <p:extLst>
      <p:ext uri="{BB962C8B-B14F-4D97-AF65-F5344CB8AC3E}">
        <p14:creationId xmlns:p14="http://schemas.microsoft.com/office/powerpoint/2010/main" val="301036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D2BA7A-0ABF-45D9-A188-3F54BE12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4E8F4F-5481-420D-BE4D-D2304732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A loop repeats a block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639F0-9904-4420-B04A-A86FABC9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The computer follows the same steps for several values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81F6C7-EC4E-47B0-88A1-3955B51F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BAB76-0D22-449B-B2DC-5FCDB190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F766E"/>
                </a:solidFill>
              </a:defRPr>
            </a:defPPr>
            <a:lvl1pPr algn="l">
              <a:defRPr sz="1350" b="1">
                <a:solidFill>
                  <a:srgbClr val="0F766E"/>
                </a:solidFill>
              </a:defRPr>
            </a:lvl1pPr>
            <a:lvl2pPr algn="l">
              <a:defRPr sz="1350" b="1">
                <a:solidFill>
                  <a:srgbClr val="0F766E"/>
                </a:solidFill>
              </a:defRPr>
            </a:lvl2pPr>
            <a:lvl3pPr algn="l">
              <a:defRPr sz="1350" b="1">
                <a:solidFill>
                  <a:srgbClr val="0F766E"/>
                </a:solidFill>
              </a:defRPr>
            </a:lvl3pPr>
            <a:lvl4pPr algn="l">
              <a:defRPr sz="1350" b="1">
                <a:solidFill>
                  <a:srgbClr val="0F766E"/>
                </a:solidFill>
              </a:defRPr>
            </a:lvl4pPr>
            <a:lvl5pPr algn="l">
              <a:defRPr sz="1350" b="1">
                <a:solidFill>
                  <a:srgbClr val="0F766E"/>
                </a:solidFill>
              </a:defRPr>
            </a:lvl5pPr>
            <a:lvl6pPr algn="l">
              <a:defRPr sz="1350" b="1">
                <a:solidFill>
                  <a:srgbClr val="0F766E"/>
                </a:solidFill>
              </a:defRPr>
            </a:lvl6pPr>
            <a:lvl7pPr algn="l">
              <a:defRPr sz="1350" b="1">
                <a:solidFill>
                  <a:srgbClr val="0F766E"/>
                </a:solidFill>
              </a:defRPr>
            </a:lvl7pPr>
            <a:lvl8pPr algn="l">
              <a:defRPr sz="1350" b="1">
                <a:solidFill>
                  <a:srgbClr val="0F766E"/>
                </a:solidFill>
              </a:defRPr>
            </a:lvl8pPr>
            <a:lvl9pPr algn="l">
              <a:defRPr sz="13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PLAIN ENGLISH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567B9-5A9B-4B9C-B104-DE0E21CE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22033"/>
                </a:solidFill>
              </a:defRPr>
            </a:defPPr>
            <a:lvl1pPr algn="l">
              <a:defRPr sz="2400" b="1">
                <a:solidFill>
                  <a:srgbClr val="122033"/>
                </a:solidFill>
              </a:defRPr>
            </a:lvl1pPr>
            <a:lvl2pPr algn="l">
              <a:defRPr sz="2400" b="1">
                <a:solidFill>
                  <a:srgbClr val="122033"/>
                </a:solidFill>
              </a:defRPr>
            </a:lvl2pPr>
            <a:lvl3pPr algn="l">
              <a:defRPr sz="2400" b="1">
                <a:solidFill>
                  <a:srgbClr val="122033"/>
                </a:solidFill>
              </a:defRPr>
            </a:lvl3pPr>
            <a:lvl4pPr algn="l">
              <a:defRPr sz="2400" b="1">
                <a:solidFill>
                  <a:srgbClr val="122033"/>
                </a:solidFill>
              </a:defRPr>
            </a:lvl4pPr>
            <a:lvl5pPr algn="l">
              <a:defRPr sz="2400" b="1">
                <a:solidFill>
                  <a:srgbClr val="122033"/>
                </a:solidFill>
              </a:defRPr>
            </a:lvl5pPr>
            <a:lvl6pPr algn="l">
              <a:defRPr sz="2400" b="1">
                <a:solidFill>
                  <a:srgbClr val="122033"/>
                </a:solidFill>
              </a:defRPr>
            </a:lvl6pPr>
            <a:lvl7pPr algn="l">
              <a:defRPr sz="2400" b="1">
                <a:solidFill>
                  <a:srgbClr val="122033"/>
                </a:solidFill>
              </a:defRPr>
            </a:lvl7pPr>
            <a:lvl8pPr algn="l">
              <a:defRPr sz="2400" b="1">
                <a:solidFill>
                  <a:srgbClr val="122033"/>
                </a:solidFill>
              </a:defRPr>
            </a:lvl8pPr>
            <a:lvl9pPr algn="l">
              <a:defRPr sz="2400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22033"/>
                </a:solidFill>
              </a:defRPr>
            </a:pPr>
            <a:r>
              <a:rPr sz="2400" b="1">
                <a:solidFill>
                  <a:srgbClr val="122033"/>
                </a:solidFill>
              </a:rPr>
              <a:t>For each player in the team, print the player’s name.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EBD2E-85E7-4447-8E27-75952C84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F766E"/>
                </a:solidFill>
              </a:defRPr>
            </a:defPPr>
            <a:lvl1pPr algn="l">
              <a:defRPr sz="1350" b="1">
                <a:solidFill>
                  <a:srgbClr val="0F766E"/>
                </a:solidFill>
              </a:defRPr>
            </a:lvl1pPr>
            <a:lvl2pPr algn="l">
              <a:defRPr sz="1350" b="1">
                <a:solidFill>
                  <a:srgbClr val="0F766E"/>
                </a:solidFill>
              </a:defRPr>
            </a:lvl2pPr>
            <a:lvl3pPr algn="l">
              <a:defRPr sz="1350" b="1">
                <a:solidFill>
                  <a:srgbClr val="0F766E"/>
                </a:solidFill>
              </a:defRPr>
            </a:lvl3pPr>
            <a:lvl4pPr algn="l">
              <a:defRPr sz="1350" b="1">
                <a:solidFill>
                  <a:srgbClr val="0F766E"/>
                </a:solidFill>
              </a:defRPr>
            </a:lvl4pPr>
            <a:lvl5pPr algn="l">
              <a:defRPr sz="1350" b="1">
                <a:solidFill>
                  <a:srgbClr val="0F766E"/>
                </a:solidFill>
              </a:defRPr>
            </a:lvl5pPr>
            <a:lvl6pPr algn="l">
              <a:defRPr sz="1350" b="1">
                <a:solidFill>
                  <a:srgbClr val="0F766E"/>
                </a:solidFill>
              </a:defRPr>
            </a:lvl6pPr>
            <a:lvl7pPr algn="l">
              <a:defRPr sz="1350" b="1">
                <a:solidFill>
                  <a:srgbClr val="0F766E"/>
                </a:solidFill>
              </a:defRPr>
            </a:lvl7pPr>
            <a:lvl8pPr algn="l">
              <a:defRPr sz="1350" b="1">
                <a:solidFill>
                  <a:srgbClr val="0F766E"/>
                </a:solidFill>
              </a:defRPr>
            </a:lvl8pPr>
            <a:lvl9pPr algn="l">
              <a:defRPr sz="13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PYTHON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A1E11-CAB4-4559-B789-3050656E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8096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5301F2-BFAB-4964-B402-FB2ABAF3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14750"/>
            <a:ext cx="75628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players = ["Ava", "Noah", "Zion"]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for player in players: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print(player)</a:t>
            </a:r>
          </a:p>
        </p:txBody>
      </p:sp>
    </p:spTree>
    <p:extLst>
      <p:ext uri="{BB962C8B-B14F-4D97-AF65-F5344CB8AC3E}">
        <p14:creationId xmlns:p14="http://schemas.microsoft.com/office/powerpoint/2010/main" val="4248872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F197B2-91FB-4B9F-96B1-209A8C15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29E6C8-2329-4B09-97D2-64A7FD35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Human loop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70F20-D570-4847-8B37-E69D3676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Three volunteers act as the list, loop variable, and computer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B4669-2129-4FD5-9249-23988A5B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7573BD-C46F-482F-BFA8-09754949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049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0D872F-80EB-43B6-8247-2756320C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04950"/>
            <a:ext cx="99726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List student points to the next name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2B8A2B-5302-4863-A043-6226272D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C90090-E2FB-4855-812F-D989CCFA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99726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Variable student holds that one name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C2D321-635C-4497-8DDE-95D3FA4F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6B4547-A73C-45E9-A265-5DEEDD51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05150"/>
            <a:ext cx="99726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Computer student reads the indented instruction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2CDB4E-565D-4B65-A43E-F5132E9B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AE64FF-13A8-449A-9074-475A702A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99726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Class counts the iteration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B1C850-C4B7-488F-A6CB-18F511AE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053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F8D21C-0841-47D5-A2FD-240CFDA7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05350"/>
            <a:ext cx="99726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Repeat until the list has no more items</a:t>
            </a:r>
          </a:p>
        </p:txBody>
      </p:sp>
    </p:spTree>
    <p:extLst>
      <p:ext uri="{BB962C8B-B14F-4D97-AF65-F5344CB8AC3E}">
        <p14:creationId xmlns:p14="http://schemas.microsoft.com/office/powerpoint/2010/main" val="9870259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44300A-0193-4678-9020-78FE9F93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7EE15-CD93-47E2-9104-35CB7980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Parts of a for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1240B-4B16-4FC5-87B2-9EF2C8C1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Point to each part before tracing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9A36CC-857D-4C95-AD66-3DF982F2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FA0260-441B-4579-A796-05E45DAD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23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ABA6B-E6AE-42F5-8DF1-2D4F866C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05000"/>
            <a:ext cx="67056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enemies = ["slime", "ghost", "dragon"]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for enemy in enemies: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print("Battle:", enemy)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E4B66-64EC-401D-B4BD-1958EF4F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D4ED8"/>
                </a:solidFill>
              </a:defRPr>
            </a:defPPr>
            <a:lvl1pPr algn="l">
              <a:defRPr sz="1725" b="1">
                <a:solidFill>
                  <a:srgbClr val="1D4ED8"/>
                </a:solidFill>
              </a:defRPr>
            </a:lvl1pPr>
            <a:lvl2pPr algn="l">
              <a:defRPr sz="1725" b="1">
                <a:solidFill>
                  <a:srgbClr val="1D4ED8"/>
                </a:solidFill>
              </a:defRPr>
            </a:lvl2pPr>
            <a:lvl3pPr algn="l">
              <a:defRPr sz="1725" b="1">
                <a:solidFill>
                  <a:srgbClr val="1D4ED8"/>
                </a:solidFill>
              </a:defRPr>
            </a:lvl3pPr>
            <a:lvl4pPr algn="l">
              <a:defRPr sz="1725" b="1">
                <a:solidFill>
                  <a:srgbClr val="1D4ED8"/>
                </a:solidFill>
              </a:defRPr>
            </a:lvl4pPr>
            <a:lvl5pPr algn="l">
              <a:defRPr sz="1725" b="1">
                <a:solidFill>
                  <a:srgbClr val="1D4ED8"/>
                </a:solidFill>
              </a:defRPr>
            </a:lvl5pPr>
            <a:lvl6pPr algn="l">
              <a:defRPr sz="1725" b="1">
                <a:solidFill>
                  <a:srgbClr val="1D4ED8"/>
                </a:solidFill>
              </a:defRPr>
            </a:lvl6pPr>
            <a:lvl7pPr algn="l">
              <a:defRPr sz="1725" b="1">
                <a:solidFill>
                  <a:srgbClr val="1D4ED8"/>
                </a:solidFill>
              </a:defRPr>
            </a:lvl7pPr>
            <a:lvl8pPr algn="l">
              <a:defRPr sz="1725" b="1">
                <a:solidFill>
                  <a:srgbClr val="1D4ED8"/>
                </a:solidFill>
              </a:defRPr>
            </a:lvl8pPr>
            <a:lvl9pPr algn="l">
              <a:defRPr sz="1725" b="1">
                <a:solidFill>
                  <a:srgbClr val="1D4ED8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D4ED8"/>
                </a:solidFill>
              </a:defRPr>
            </a:pPr>
            <a:r>
              <a:rPr sz="1725" b="1">
                <a:solidFill>
                  <a:srgbClr val="1D4ED8"/>
                </a:solidFill>
              </a:rPr>
              <a:t>collection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D89EC0-2B81-43E3-93FE-31552BD0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E85D4A"/>
                </a:solidFill>
              </a:defRPr>
            </a:defPPr>
            <a:lvl1pPr algn="l">
              <a:defRPr sz="1725" b="1">
                <a:solidFill>
                  <a:srgbClr val="E85D4A"/>
                </a:solidFill>
              </a:defRPr>
            </a:lvl1pPr>
            <a:lvl2pPr algn="l">
              <a:defRPr sz="1725" b="1">
                <a:solidFill>
                  <a:srgbClr val="E85D4A"/>
                </a:solidFill>
              </a:defRPr>
            </a:lvl2pPr>
            <a:lvl3pPr algn="l">
              <a:defRPr sz="1725" b="1">
                <a:solidFill>
                  <a:srgbClr val="E85D4A"/>
                </a:solidFill>
              </a:defRPr>
            </a:lvl3pPr>
            <a:lvl4pPr algn="l">
              <a:defRPr sz="1725" b="1">
                <a:solidFill>
                  <a:srgbClr val="E85D4A"/>
                </a:solidFill>
              </a:defRPr>
            </a:lvl4pPr>
            <a:lvl5pPr algn="l">
              <a:defRPr sz="1725" b="1">
                <a:solidFill>
                  <a:srgbClr val="E85D4A"/>
                </a:solidFill>
              </a:defRPr>
            </a:lvl5pPr>
            <a:lvl6pPr algn="l">
              <a:defRPr sz="1725" b="1">
                <a:solidFill>
                  <a:srgbClr val="E85D4A"/>
                </a:solidFill>
              </a:defRPr>
            </a:lvl6pPr>
            <a:lvl7pPr algn="l">
              <a:defRPr sz="1725" b="1">
                <a:solidFill>
                  <a:srgbClr val="E85D4A"/>
                </a:solidFill>
              </a:defRPr>
            </a:lvl7pPr>
            <a:lvl8pPr algn="l">
              <a:defRPr sz="1725" b="1">
                <a:solidFill>
                  <a:srgbClr val="E85D4A"/>
                </a:solidFill>
              </a:defRPr>
            </a:lvl8pPr>
            <a:lvl9pPr algn="l">
              <a:defRPr sz="1725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E85D4A"/>
                </a:solidFill>
              </a:defRPr>
            </a:pPr>
            <a:r>
              <a:rPr sz="1725" b="1">
                <a:solidFill>
                  <a:srgbClr val="E85D4A"/>
                </a:solidFill>
              </a:rPr>
              <a:t>loop variable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DF7D60-8E85-46E3-99EB-3B45737F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38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5803D"/>
                </a:solidFill>
              </a:defRPr>
            </a:defPPr>
            <a:lvl1pPr algn="l">
              <a:defRPr sz="1725" b="1">
                <a:solidFill>
                  <a:srgbClr val="15803D"/>
                </a:solidFill>
              </a:defRPr>
            </a:lvl1pPr>
            <a:lvl2pPr algn="l">
              <a:defRPr sz="1725" b="1">
                <a:solidFill>
                  <a:srgbClr val="15803D"/>
                </a:solidFill>
              </a:defRPr>
            </a:lvl2pPr>
            <a:lvl3pPr algn="l">
              <a:defRPr sz="1725" b="1">
                <a:solidFill>
                  <a:srgbClr val="15803D"/>
                </a:solidFill>
              </a:defRPr>
            </a:lvl3pPr>
            <a:lvl4pPr algn="l">
              <a:defRPr sz="1725" b="1">
                <a:solidFill>
                  <a:srgbClr val="15803D"/>
                </a:solidFill>
              </a:defRPr>
            </a:lvl4pPr>
            <a:lvl5pPr algn="l">
              <a:defRPr sz="1725" b="1">
                <a:solidFill>
                  <a:srgbClr val="15803D"/>
                </a:solidFill>
              </a:defRPr>
            </a:lvl5pPr>
            <a:lvl6pPr algn="l">
              <a:defRPr sz="1725" b="1">
                <a:solidFill>
                  <a:srgbClr val="15803D"/>
                </a:solidFill>
              </a:defRPr>
            </a:lvl6pPr>
            <a:lvl7pPr algn="l">
              <a:defRPr sz="1725" b="1">
                <a:solidFill>
                  <a:srgbClr val="15803D"/>
                </a:solidFill>
              </a:defRPr>
            </a:lvl7pPr>
            <a:lvl8pPr algn="l">
              <a:defRPr sz="1725" b="1">
                <a:solidFill>
                  <a:srgbClr val="15803D"/>
                </a:solidFill>
              </a:defRPr>
            </a:lvl8pPr>
            <a:lvl9pPr algn="l">
              <a:defRPr sz="1725" b="1">
                <a:solidFill>
                  <a:srgbClr val="15803D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5803D"/>
                </a:solidFill>
              </a:defRPr>
            </a:pPr>
            <a:r>
              <a:rPr sz="1725" b="1">
                <a:solidFill>
                  <a:srgbClr val="15803D"/>
                </a:solidFill>
              </a:rPr>
              <a:t>repeated block</a:t>
            </a:r>
          </a:p>
        </p:txBody>
      </p:sp>
    </p:spTree>
    <p:extLst>
      <p:ext uri="{BB962C8B-B14F-4D97-AF65-F5344CB8AC3E}">
        <p14:creationId xmlns:p14="http://schemas.microsoft.com/office/powerpoint/2010/main" val="12337845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3B523C-0590-4B1B-A0ED-6F57F2F5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73D3B9-7AD9-4C71-9EF9-879B4F1F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Trace one iteration at a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D7CD9-1AFE-41EE-A133-4AB6B7AD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Predict the final count before Run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B44B10-6BAA-45EB-A200-26EEC2BD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624CD3-1462-4E29-A1ED-09EF217B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239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3164B-DC6D-4D19-B06E-9C03BF2D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67056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enemies = ["slime", "ghost", "dragon"]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count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for enemy in enemies: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count = count + 1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print(count, enemy)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print("Final:", count)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E2CCFF-CA53-46EE-A06B-9976C61C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192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F766E"/>
                </a:solidFill>
              </a:defRPr>
            </a:defPPr>
            <a:lvl1pPr algn="l">
              <a:defRPr sz="1800" b="1">
                <a:solidFill>
                  <a:srgbClr val="0F766E"/>
                </a:solidFill>
              </a:defRPr>
            </a:lvl1pPr>
            <a:lvl2pPr algn="l">
              <a:defRPr sz="1800" b="1">
                <a:solidFill>
                  <a:srgbClr val="0F766E"/>
                </a:solidFill>
              </a:defRPr>
            </a:lvl2pPr>
            <a:lvl3pPr algn="l">
              <a:defRPr sz="1800" b="1">
                <a:solidFill>
                  <a:srgbClr val="0F766E"/>
                </a:solidFill>
              </a:defRPr>
            </a:lvl3pPr>
            <a:lvl4pPr algn="l">
              <a:defRPr sz="1800" b="1">
                <a:solidFill>
                  <a:srgbClr val="0F766E"/>
                </a:solidFill>
              </a:defRPr>
            </a:lvl4pPr>
            <a:lvl5pPr algn="l">
              <a:defRPr sz="1800" b="1">
                <a:solidFill>
                  <a:srgbClr val="0F766E"/>
                </a:solidFill>
              </a:defRPr>
            </a:lvl5pPr>
            <a:lvl6pPr algn="l">
              <a:defRPr sz="1800" b="1">
                <a:solidFill>
                  <a:srgbClr val="0F766E"/>
                </a:solidFill>
              </a:defRPr>
            </a:lvl6pPr>
            <a:lvl7pPr algn="l">
              <a:defRPr sz="1800" b="1">
                <a:solidFill>
                  <a:srgbClr val="0F766E"/>
                </a:solidFill>
              </a:defRPr>
            </a:lvl7pPr>
            <a:lvl8pPr algn="l">
              <a:defRPr sz="1800" b="1">
                <a:solidFill>
                  <a:srgbClr val="0F766E"/>
                </a:solidFill>
              </a:defRPr>
            </a:lvl8pPr>
            <a:lvl9pPr algn="l"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Trace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CAFF45-AF37-42B5-AA81-6ADC3715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2952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Start: count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1: count = ___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2: count = ___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3: count = ___</a:t>
            </a:r>
          </a:p>
        </p:txBody>
      </p:sp>
    </p:spTree>
    <p:extLst>
      <p:ext uri="{BB962C8B-B14F-4D97-AF65-F5344CB8AC3E}">
        <p14:creationId xmlns:p14="http://schemas.microsoft.com/office/powerpoint/2010/main" val="14426123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D34CEF-112E-4094-BE14-7B71745C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BB579-130C-49B2-B057-32AF659B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An accumulator builds a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BC3F4-C604-423F-AC78-6545055E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The variable keeps the total from earlier iterations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35311-875C-46E6-81FC-7853150D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9DCC7-113A-47F3-9BC0-7A457FF9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657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36493-E6CC-4934-A9E2-7FB615A5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05000"/>
            <a:ext cx="60388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scores = [4, 6, 5]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total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for score in scores: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total = total + score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print(total)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E479AF-FB95-4ED7-B4A8-410EE0AB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071A33"/>
                </a:solidFill>
              </a:defRPr>
            </a:defPPr>
            <a:lvl1pPr algn="ctr">
              <a:defRPr sz="2550" b="1">
                <a:solidFill>
                  <a:srgbClr val="071A33"/>
                </a:solidFill>
              </a:defRPr>
            </a:lvl1pPr>
            <a:lvl2pPr algn="ctr">
              <a:defRPr sz="2550" b="1">
                <a:solidFill>
                  <a:srgbClr val="071A33"/>
                </a:solidFill>
              </a:defRPr>
            </a:lvl2pPr>
            <a:lvl3pPr algn="ctr">
              <a:defRPr sz="2550" b="1">
                <a:solidFill>
                  <a:srgbClr val="071A33"/>
                </a:solidFill>
              </a:defRPr>
            </a:lvl3pPr>
            <a:lvl4pPr algn="ctr">
              <a:defRPr sz="2550" b="1">
                <a:solidFill>
                  <a:srgbClr val="071A33"/>
                </a:solidFill>
              </a:defRPr>
            </a:lvl4pPr>
            <a:lvl5pPr algn="ctr">
              <a:defRPr sz="2550" b="1">
                <a:solidFill>
                  <a:srgbClr val="071A33"/>
                </a:solidFill>
              </a:defRPr>
            </a:lvl5pPr>
            <a:lvl6pPr algn="ctr">
              <a:defRPr sz="2550" b="1">
                <a:solidFill>
                  <a:srgbClr val="071A33"/>
                </a:solidFill>
              </a:defRPr>
            </a:lvl6pPr>
            <a:lvl7pPr algn="ctr">
              <a:defRPr sz="2550" b="1">
                <a:solidFill>
                  <a:srgbClr val="071A33"/>
                </a:solidFill>
              </a:defRPr>
            </a:lvl7pPr>
            <a:lvl8pPr algn="ctr">
              <a:defRPr sz="2550" b="1">
                <a:solidFill>
                  <a:srgbClr val="071A33"/>
                </a:solidFill>
              </a:defRPr>
            </a:lvl8pPr>
            <a:lvl9pPr algn="ctr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38D69E-143F-4BD7-88AF-3938B2C6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1D4ED8"/>
                </a:solidFill>
              </a:defRPr>
            </a:defPPr>
            <a:lvl1pPr algn="ctr">
              <a:defRPr sz="2550" b="1">
                <a:solidFill>
                  <a:srgbClr val="1D4ED8"/>
                </a:solidFill>
              </a:defRPr>
            </a:lvl1pPr>
            <a:lvl2pPr algn="ctr">
              <a:defRPr sz="2550" b="1">
                <a:solidFill>
                  <a:srgbClr val="1D4ED8"/>
                </a:solidFill>
              </a:defRPr>
            </a:lvl2pPr>
            <a:lvl3pPr algn="ctr">
              <a:defRPr sz="2550" b="1">
                <a:solidFill>
                  <a:srgbClr val="1D4ED8"/>
                </a:solidFill>
              </a:defRPr>
            </a:lvl3pPr>
            <a:lvl4pPr algn="ctr">
              <a:defRPr sz="2550" b="1">
                <a:solidFill>
                  <a:srgbClr val="1D4ED8"/>
                </a:solidFill>
              </a:defRPr>
            </a:lvl4pPr>
            <a:lvl5pPr algn="ctr">
              <a:defRPr sz="2550" b="1">
                <a:solidFill>
                  <a:srgbClr val="1D4ED8"/>
                </a:solidFill>
              </a:defRPr>
            </a:lvl5pPr>
            <a:lvl6pPr algn="ctr">
              <a:defRPr sz="2550" b="1">
                <a:solidFill>
                  <a:srgbClr val="1D4ED8"/>
                </a:solidFill>
              </a:defRPr>
            </a:lvl6pPr>
            <a:lvl7pPr algn="ctr">
              <a:defRPr sz="2550" b="1">
                <a:solidFill>
                  <a:srgbClr val="1D4ED8"/>
                </a:solidFill>
              </a:defRPr>
            </a:lvl7pPr>
            <a:lvl8pPr algn="ctr">
              <a:defRPr sz="2550" b="1">
                <a:solidFill>
                  <a:srgbClr val="1D4ED8"/>
                </a:solidFill>
              </a:defRPr>
            </a:lvl8pPr>
            <a:lvl9pPr algn="ctr">
              <a:defRPr sz="2550" b="1">
                <a:solidFill>
                  <a:srgbClr val="1D4ED8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1D4ED8"/>
                </a:solidFill>
              </a:defRPr>
            </a:pPr>
            <a:r>
              <a:rPr sz="2550" b="1">
                <a:solidFill>
                  <a:srgbClr val="1D4ED8"/>
                </a:solidFill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BC2361-307E-4D66-B7C8-D096BB95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955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0F766E"/>
                </a:solidFill>
              </a:defRPr>
            </a:defPPr>
            <a:lvl1pPr algn="ctr">
              <a:defRPr sz="2550" b="1">
                <a:solidFill>
                  <a:srgbClr val="0F766E"/>
                </a:solidFill>
              </a:defRPr>
            </a:lvl1pPr>
            <a:lvl2pPr algn="ctr">
              <a:defRPr sz="2550" b="1">
                <a:solidFill>
                  <a:srgbClr val="0F766E"/>
                </a:solidFill>
              </a:defRPr>
            </a:lvl2pPr>
            <a:lvl3pPr algn="ctr">
              <a:defRPr sz="2550" b="1">
                <a:solidFill>
                  <a:srgbClr val="0F766E"/>
                </a:solidFill>
              </a:defRPr>
            </a:lvl3pPr>
            <a:lvl4pPr algn="ctr">
              <a:defRPr sz="2550" b="1">
                <a:solidFill>
                  <a:srgbClr val="0F766E"/>
                </a:solidFill>
              </a:defRPr>
            </a:lvl4pPr>
            <a:lvl5pPr algn="ctr">
              <a:defRPr sz="2550" b="1">
                <a:solidFill>
                  <a:srgbClr val="0F766E"/>
                </a:solidFill>
              </a:defRPr>
            </a:lvl5pPr>
            <a:lvl6pPr algn="ctr">
              <a:defRPr sz="2550" b="1">
                <a:solidFill>
                  <a:srgbClr val="0F766E"/>
                </a:solidFill>
              </a:defRPr>
            </a:lvl6pPr>
            <a:lvl7pPr algn="ctr">
              <a:defRPr sz="2550" b="1">
                <a:solidFill>
                  <a:srgbClr val="0F766E"/>
                </a:solidFill>
              </a:defRPr>
            </a:lvl7pPr>
            <a:lvl8pPr algn="ctr">
              <a:defRPr sz="2550" b="1">
                <a:solidFill>
                  <a:srgbClr val="0F766E"/>
                </a:solidFill>
              </a:defRPr>
            </a:lvl8pPr>
            <a:lvl9pPr algn="ctr">
              <a:defRPr sz="25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9280E-1838-4B06-9B39-03CEE372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15803D"/>
                </a:solidFill>
              </a:defRPr>
            </a:defPPr>
            <a:lvl1pPr algn="ctr">
              <a:defRPr sz="2550" b="1">
                <a:solidFill>
                  <a:srgbClr val="15803D"/>
                </a:solidFill>
              </a:defRPr>
            </a:lvl1pPr>
            <a:lvl2pPr algn="ctr">
              <a:defRPr sz="2550" b="1">
                <a:solidFill>
                  <a:srgbClr val="15803D"/>
                </a:solidFill>
              </a:defRPr>
            </a:lvl2pPr>
            <a:lvl3pPr algn="ctr">
              <a:defRPr sz="2550" b="1">
                <a:solidFill>
                  <a:srgbClr val="15803D"/>
                </a:solidFill>
              </a:defRPr>
            </a:lvl3pPr>
            <a:lvl4pPr algn="ctr">
              <a:defRPr sz="2550" b="1">
                <a:solidFill>
                  <a:srgbClr val="15803D"/>
                </a:solidFill>
              </a:defRPr>
            </a:lvl4pPr>
            <a:lvl5pPr algn="ctr">
              <a:defRPr sz="2550" b="1">
                <a:solidFill>
                  <a:srgbClr val="15803D"/>
                </a:solidFill>
              </a:defRPr>
            </a:lvl5pPr>
            <a:lvl6pPr algn="ctr">
              <a:defRPr sz="2550" b="1">
                <a:solidFill>
                  <a:srgbClr val="15803D"/>
                </a:solidFill>
              </a:defRPr>
            </a:lvl6pPr>
            <a:lvl7pPr algn="ctr">
              <a:defRPr sz="2550" b="1">
                <a:solidFill>
                  <a:srgbClr val="15803D"/>
                </a:solidFill>
              </a:defRPr>
            </a:lvl7pPr>
            <a:lvl8pPr algn="ctr">
              <a:defRPr sz="2550" b="1">
                <a:solidFill>
                  <a:srgbClr val="15803D"/>
                </a:solidFill>
              </a:defRPr>
            </a:lvl8pPr>
            <a:lvl9pPr algn="ctr">
              <a:defRPr sz="2550" b="1">
                <a:solidFill>
                  <a:srgbClr val="15803D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15803D"/>
                </a:solidFill>
              </a:defRPr>
            </a:pPr>
            <a:r>
              <a:rPr sz="2550" b="1">
                <a:solidFill>
                  <a:srgbClr val="15803D"/>
                </a:solidFill>
              </a:rPr>
              <a:t>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D901C6-107B-42C8-8BEB-567A8BDA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72000"/>
            <a:ext cx="361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526174"/>
                </a:solidFill>
              </a:defRPr>
            </a:defPPr>
            <a:lvl1pPr algn="ctr">
              <a:defRPr sz="1725" b="1">
                <a:solidFill>
                  <a:srgbClr val="526174"/>
                </a:solidFill>
              </a:defRPr>
            </a:lvl1pPr>
            <a:lvl2pPr algn="ctr">
              <a:defRPr sz="1725" b="1">
                <a:solidFill>
                  <a:srgbClr val="526174"/>
                </a:solidFill>
              </a:defRPr>
            </a:lvl2pPr>
            <a:lvl3pPr algn="ctr">
              <a:defRPr sz="1725" b="1">
                <a:solidFill>
                  <a:srgbClr val="526174"/>
                </a:solidFill>
              </a:defRPr>
            </a:lvl3pPr>
            <a:lvl4pPr algn="ctr">
              <a:defRPr sz="1725" b="1">
                <a:solidFill>
                  <a:srgbClr val="526174"/>
                </a:solidFill>
              </a:defRPr>
            </a:lvl4pPr>
            <a:lvl5pPr algn="ctr">
              <a:defRPr sz="1725" b="1">
                <a:solidFill>
                  <a:srgbClr val="526174"/>
                </a:solidFill>
              </a:defRPr>
            </a:lvl5pPr>
            <a:lvl6pPr algn="ctr">
              <a:defRPr sz="1725" b="1">
                <a:solidFill>
                  <a:srgbClr val="526174"/>
                </a:solidFill>
              </a:defRPr>
            </a:lvl6pPr>
            <a:lvl7pPr algn="ctr">
              <a:defRPr sz="1725" b="1">
                <a:solidFill>
                  <a:srgbClr val="526174"/>
                </a:solidFill>
              </a:defRPr>
            </a:lvl7pPr>
            <a:lvl8pPr algn="ctr">
              <a:defRPr sz="1725" b="1">
                <a:solidFill>
                  <a:srgbClr val="526174"/>
                </a:solidFill>
              </a:defRPr>
            </a:lvl8pPr>
            <a:lvl9pPr algn="ctr">
              <a:defRPr sz="1725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526174"/>
                </a:solidFill>
              </a:defRPr>
            </a:pPr>
            <a:r>
              <a:rPr sz="1725" b="1">
                <a:solidFill>
                  <a:srgbClr val="526174"/>
                </a:solidFill>
              </a:rPr>
              <a:t>Say each update: old total + current score = new total</a:t>
            </a:r>
          </a:p>
        </p:txBody>
      </p:sp>
    </p:spTree>
    <p:extLst>
      <p:ext uri="{BB962C8B-B14F-4D97-AF65-F5344CB8AC3E}">
        <p14:creationId xmlns:p14="http://schemas.microsoft.com/office/powerpoint/2010/main" val="5358361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B62B1D-17FE-4D50-96BC-6694E1D8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EC995C-6FBE-4768-A1FC-93BB9828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While loops need an exit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E2469-7137-4E42-A081-5E74CF6C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Name what stays true and what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CF6FA-DAEC-490F-A9C5-6F18ACFE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1C3DD-0CAD-4514-94E6-B8068E69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3817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60F8B5-625C-43A2-9A24-51015408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09750"/>
            <a:ext cx="58483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energy =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while energy &gt; 0: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print(energy)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energy = energy - 1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print("REST")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D3245-8391-41B2-9FFD-3F63FAD8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288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0F766E"/>
                </a:solidFill>
              </a:defRPr>
            </a:defPPr>
            <a:lvl1pPr algn="l">
              <a:defRPr sz="1650" b="1">
                <a:solidFill>
                  <a:srgbClr val="0F766E"/>
                </a:solidFill>
              </a:defRPr>
            </a:lvl1pPr>
            <a:lvl2pPr algn="l">
              <a:defRPr sz="1650" b="1">
                <a:solidFill>
                  <a:srgbClr val="0F766E"/>
                </a:solidFill>
              </a:defRPr>
            </a:lvl2pPr>
            <a:lvl3pPr algn="l">
              <a:defRPr sz="1650" b="1">
                <a:solidFill>
                  <a:srgbClr val="0F766E"/>
                </a:solidFill>
              </a:defRPr>
            </a:lvl3pPr>
            <a:lvl4pPr algn="l">
              <a:defRPr sz="1650" b="1">
                <a:solidFill>
                  <a:srgbClr val="0F766E"/>
                </a:solidFill>
              </a:defRPr>
            </a:lvl4pPr>
            <a:lvl5pPr algn="l">
              <a:defRPr sz="1650" b="1">
                <a:solidFill>
                  <a:srgbClr val="0F766E"/>
                </a:solidFill>
              </a:defRPr>
            </a:lvl5pPr>
            <a:lvl6pPr algn="l">
              <a:defRPr sz="1650" b="1">
                <a:solidFill>
                  <a:srgbClr val="0F766E"/>
                </a:solidFill>
              </a:defRPr>
            </a:lvl6pPr>
            <a:lvl7pPr algn="l">
              <a:defRPr sz="1650" b="1">
                <a:solidFill>
                  <a:srgbClr val="0F766E"/>
                </a:solidFill>
              </a:defRPr>
            </a:lvl7pPr>
            <a:lvl8pPr algn="l">
              <a:defRPr sz="1650" b="1">
                <a:solidFill>
                  <a:srgbClr val="0F766E"/>
                </a:solidFill>
              </a:defRPr>
            </a:lvl8pPr>
            <a:lvl9pPr algn="l">
              <a:defRPr sz="16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Keeps running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EE910-9C45-40B4-9BFE-64850AF8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479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122033"/>
                </a:solidFill>
              </a:defRPr>
            </a:defPPr>
            <a:lvl1pPr algn="l">
              <a:defRPr sz="2100" b="1">
                <a:solidFill>
                  <a:srgbClr val="122033"/>
                </a:solidFill>
              </a:defRPr>
            </a:lvl1pPr>
            <a:lvl2pPr algn="l">
              <a:defRPr sz="2100" b="1">
                <a:solidFill>
                  <a:srgbClr val="122033"/>
                </a:solidFill>
              </a:defRPr>
            </a:lvl2pPr>
            <a:lvl3pPr algn="l">
              <a:defRPr sz="2100" b="1">
                <a:solidFill>
                  <a:srgbClr val="122033"/>
                </a:solidFill>
              </a:defRPr>
            </a:lvl3pPr>
            <a:lvl4pPr algn="l">
              <a:defRPr sz="2100" b="1">
                <a:solidFill>
                  <a:srgbClr val="122033"/>
                </a:solidFill>
              </a:defRPr>
            </a:lvl4pPr>
            <a:lvl5pPr algn="l">
              <a:defRPr sz="2100" b="1">
                <a:solidFill>
                  <a:srgbClr val="122033"/>
                </a:solidFill>
              </a:defRPr>
            </a:lvl5pPr>
            <a:lvl6pPr algn="l">
              <a:defRPr sz="2100" b="1">
                <a:solidFill>
                  <a:srgbClr val="122033"/>
                </a:solidFill>
              </a:defRPr>
            </a:lvl6pPr>
            <a:lvl7pPr algn="l">
              <a:defRPr sz="2100" b="1">
                <a:solidFill>
                  <a:srgbClr val="122033"/>
                </a:solidFill>
              </a:defRPr>
            </a:lvl7pPr>
            <a:lvl8pPr algn="l">
              <a:defRPr sz="2100" b="1">
                <a:solidFill>
                  <a:srgbClr val="122033"/>
                </a:solidFill>
              </a:defRPr>
            </a:lvl8pPr>
            <a:lvl9pPr algn="l">
              <a:defRPr sz="2100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22033"/>
                </a:solidFill>
              </a:defRPr>
            </a:pPr>
            <a:r>
              <a:rPr sz="2100" b="1">
                <a:solidFill>
                  <a:srgbClr val="122033"/>
                </a:solidFill>
              </a:rPr>
              <a:t>energy &gt;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C4B21F-E494-4874-8113-1C84EA40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242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E85D4A"/>
                </a:solidFill>
              </a:defRPr>
            </a:defPPr>
            <a:lvl1pPr algn="l">
              <a:defRPr sz="1650" b="1">
                <a:solidFill>
                  <a:srgbClr val="E85D4A"/>
                </a:solidFill>
              </a:defRPr>
            </a:lvl1pPr>
            <a:lvl2pPr algn="l">
              <a:defRPr sz="1650" b="1">
                <a:solidFill>
                  <a:srgbClr val="E85D4A"/>
                </a:solidFill>
              </a:defRPr>
            </a:lvl2pPr>
            <a:lvl3pPr algn="l">
              <a:defRPr sz="1650" b="1">
                <a:solidFill>
                  <a:srgbClr val="E85D4A"/>
                </a:solidFill>
              </a:defRPr>
            </a:lvl3pPr>
            <a:lvl4pPr algn="l">
              <a:defRPr sz="1650" b="1">
                <a:solidFill>
                  <a:srgbClr val="E85D4A"/>
                </a:solidFill>
              </a:defRPr>
            </a:lvl4pPr>
            <a:lvl5pPr algn="l">
              <a:defRPr sz="1650" b="1">
                <a:solidFill>
                  <a:srgbClr val="E85D4A"/>
                </a:solidFill>
              </a:defRPr>
            </a:lvl5pPr>
            <a:lvl6pPr algn="l">
              <a:defRPr sz="1650" b="1">
                <a:solidFill>
                  <a:srgbClr val="E85D4A"/>
                </a:solidFill>
              </a:defRPr>
            </a:lvl6pPr>
            <a:lvl7pPr algn="l">
              <a:defRPr sz="1650" b="1">
                <a:solidFill>
                  <a:srgbClr val="E85D4A"/>
                </a:solidFill>
              </a:defRPr>
            </a:lvl7pPr>
            <a:lvl8pPr algn="l">
              <a:defRPr sz="1650" b="1">
                <a:solidFill>
                  <a:srgbClr val="E85D4A"/>
                </a:solidFill>
              </a:defRPr>
            </a:lvl8pPr>
            <a:lvl9pPr algn="l">
              <a:defRPr sz="1650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E85D4A"/>
                </a:solidFill>
              </a:defRPr>
            </a:pPr>
            <a:r>
              <a:rPr sz="1650" b="1">
                <a:solidFill>
                  <a:srgbClr val="E85D4A"/>
                </a:solidFill>
              </a:rPr>
              <a:t>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20605-4088-458A-9ADD-9EE3C2CB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433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22033"/>
                </a:solidFill>
              </a:defRPr>
            </a:defPPr>
            <a:lvl1pPr algn="l">
              <a:defRPr sz="1875" b="1">
                <a:solidFill>
                  <a:srgbClr val="122033"/>
                </a:solidFill>
              </a:defRPr>
            </a:lvl1pPr>
            <a:lvl2pPr algn="l">
              <a:defRPr sz="1875" b="1">
                <a:solidFill>
                  <a:srgbClr val="122033"/>
                </a:solidFill>
              </a:defRPr>
            </a:lvl2pPr>
            <a:lvl3pPr algn="l">
              <a:defRPr sz="1875" b="1">
                <a:solidFill>
                  <a:srgbClr val="122033"/>
                </a:solidFill>
              </a:defRPr>
            </a:lvl3pPr>
            <a:lvl4pPr algn="l">
              <a:defRPr sz="1875" b="1">
                <a:solidFill>
                  <a:srgbClr val="122033"/>
                </a:solidFill>
              </a:defRPr>
            </a:lvl4pPr>
            <a:lvl5pPr algn="l">
              <a:defRPr sz="1875" b="1">
                <a:solidFill>
                  <a:srgbClr val="122033"/>
                </a:solidFill>
              </a:defRPr>
            </a:lvl5pPr>
            <a:lvl6pPr algn="l">
              <a:defRPr sz="1875" b="1">
                <a:solidFill>
                  <a:srgbClr val="122033"/>
                </a:solidFill>
              </a:defRPr>
            </a:lvl6pPr>
            <a:lvl7pPr algn="l">
              <a:defRPr sz="1875" b="1">
                <a:solidFill>
                  <a:srgbClr val="122033"/>
                </a:solidFill>
              </a:defRPr>
            </a:lvl7pPr>
            <a:lvl8pPr algn="l">
              <a:defRPr sz="1875" b="1">
                <a:solidFill>
                  <a:srgbClr val="122033"/>
                </a:solidFill>
              </a:defRPr>
            </a:lvl8pPr>
            <a:lvl9pPr algn="l">
              <a:defRPr sz="1875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22033"/>
                </a:solidFill>
              </a:defRPr>
            </a:pPr>
            <a:r>
              <a:rPr sz="1875" b="1">
                <a:solidFill>
                  <a:srgbClr val="122033"/>
                </a:solidFill>
              </a:rPr>
              <a:t>energy = energy - 1</a:t>
            </a:r>
          </a:p>
        </p:txBody>
      </p:sp>
    </p:spTree>
    <p:extLst>
      <p:ext uri="{BB962C8B-B14F-4D97-AF65-F5344CB8AC3E}">
        <p14:creationId xmlns:p14="http://schemas.microsoft.com/office/powerpoint/2010/main" val="4046480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C4E166-3B80-42F2-BF63-E3F8966F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80CAC2-1F3F-4DBA-A6B2-E945C38D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Loop check before Module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3805B-934C-4F5E-AEFE-B0EC1EF4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Answer with a partner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58008-29D7-474E-A139-1924AF1E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064C84-EB29-488A-8F18-67C9220F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EA0A5E-A1FE-4ABA-8310-8D01A851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764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How many times does a for loop run over a four-item list?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D1EA24-7669-4B83-ABBF-58B139F6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136739-3538-45D6-B445-D4B7E9FE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does the loop variable hold during one iteration?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9CA13D-3CCC-409F-ADC5-1F17F521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893B92-7497-4002-A786-AC17C795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576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Why does an accumulator start before the loop?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0721D4-F3A9-40EE-9C7E-03DE145A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3F2A8-FDDA-442E-BA6C-9510920E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482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must change inside most while loops?</a:t>
            </a:r>
          </a:p>
        </p:txBody>
      </p:sp>
    </p:spTree>
    <p:extLst>
      <p:ext uri="{BB962C8B-B14F-4D97-AF65-F5344CB8AC3E}">
        <p14:creationId xmlns:p14="http://schemas.microsoft.com/office/powerpoint/2010/main" val="12543044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32D08A-09FB-4CAE-900F-BBC20AB1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6D5CD-E952-49F5-8BFA-021CC103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Super Mario Team Quest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99C9B-50D9-4657-B623-E51380F6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Module 1 is the main showcase from 9:35 to 10:25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DD77F-D6A9-4179-A367-C066692D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B23C9D-A672-47DD-B93D-028484EF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33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1EACA3-EA0D-44B2-ABCC-EB6AB9ED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3355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Teams choose Driver, Navigator, Predictor, and Reporter roles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B841C9-80DA-49B6-8D90-8880C678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AFBDA5-459B-460B-97AF-F40F3CDA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8605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Each code cell changes an animated Mario scene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4B6521-3B0A-4D8C-82AC-1A8F038A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6D8A2E-7B97-451D-8BB8-87ADE7E2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3855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Students visit another team for the 10:00 Coin Rush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36FEF-FEB3-463E-8505-260E779D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910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D188A1-ECB5-4525-B393-9CDEECB6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9105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Pairs finish with a Mario versus Bowser castle battle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1E8776-0832-43EB-AFCB-C3A0F767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D4ED8"/>
                </a:solidFill>
              </a:defRPr>
            </a:defPPr>
            <a:lvl1pPr algn="l">
              <a:defRPr sz="1800" b="1">
                <a:solidFill>
                  <a:srgbClr val="1D4ED8"/>
                </a:solidFill>
              </a:defRPr>
            </a:lvl1pPr>
            <a:lvl2pPr algn="l">
              <a:defRPr sz="1800" b="1">
                <a:solidFill>
                  <a:srgbClr val="1D4ED8"/>
                </a:solidFill>
              </a:defRPr>
            </a:lvl2pPr>
            <a:lvl3pPr algn="l">
              <a:defRPr sz="1800" b="1">
                <a:solidFill>
                  <a:srgbClr val="1D4ED8"/>
                </a:solidFill>
              </a:defRPr>
            </a:lvl3pPr>
            <a:lvl4pPr algn="l">
              <a:defRPr sz="1800" b="1">
                <a:solidFill>
                  <a:srgbClr val="1D4ED8"/>
                </a:solidFill>
              </a:defRPr>
            </a:lvl4pPr>
            <a:lvl5pPr algn="l">
              <a:defRPr sz="1800" b="1">
                <a:solidFill>
                  <a:srgbClr val="1D4ED8"/>
                </a:solidFill>
              </a:defRPr>
            </a:lvl5pPr>
            <a:lvl6pPr algn="l">
              <a:defRPr sz="1800" b="1">
                <a:solidFill>
                  <a:srgbClr val="1D4ED8"/>
                </a:solidFill>
              </a:defRPr>
            </a:lvl6pPr>
            <a:lvl7pPr algn="l">
              <a:defRPr sz="1800" b="1">
                <a:solidFill>
                  <a:srgbClr val="1D4ED8"/>
                </a:solidFill>
              </a:defRPr>
            </a:lvl7pPr>
            <a:lvl8pPr algn="l">
              <a:defRPr sz="1800" b="1">
                <a:solidFill>
                  <a:srgbClr val="1D4ED8"/>
                </a:solidFill>
              </a:defRPr>
            </a:lvl8pPr>
            <a:lvl9pPr algn="l">
              <a:defRPr sz="1800" b="1">
                <a:solidFill>
                  <a:srgbClr val="1D4ED8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D4ED8"/>
                </a:solidFill>
              </a:defRPr>
            </a:pPr>
            <a:r>
              <a:rPr sz="1800" b="1">
                <a:solidFill>
                  <a:srgbClr val="1D4ED8"/>
                </a:solidFill>
              </a:rPr>
              <a:t>Open module-1-game-loadout.ipynb in Colab</a:t>
            </a:r>
          </a:p>
        </p:txBody>
      </p:sp>
    </p:spTree>
    <p:extLst>
      <p:ext uri="{BB962C8B-B14F-4D97-AF65-F5344CB8AC3E}">
        <p14:creationId xmlns:p14="http://schemas.microsoft.com/office/powerpoint/2010/main" val="1223430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A951D6-C2BB-4058-A79C-C6F948D8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676B4-B229-4BB8-B169-85F0CFD8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Coin Rush photo showcase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39DEE-15E1-4A66-A199-31A57090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At 10:00, every team visits another team and triggers the reveal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44971-6BE3-402F-862A-09E8A67A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DE1E7E-FB94-4727-A3DA-11CB839A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6675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8C6DC-4A61-4D10-A5BE-2431FB4D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61341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coins = starting_coins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coins = coins + visitor_bonus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coins = coins + question_bonus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if coins &gt;= 10: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finish = "SECRET PIPE UNLOCKED!"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C2F32-69FA-419B-B005-CBF023E9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E85D4A"/>
                </a:solidFill>
              </a:defRPr>
            </a:defPPr>
            <a:lvl1pPr algn="l">
              <a:defRPr sz="1875" b="1">
                <a:solidFill>
                  <a:srgbClr val="E85D4A"/>
                </a:solidFill>
              </a:defRPr>
            </a:lvl1pPr>
            <a:lvl2pPr algn="l">
              <a:defRPr sz="1875" b="1">
                <a:solidFill>
                  <a:srgbClr val="E85D4A"/>
                </a:solidFill>
              </a:defRPr>
            </a:lvl2pPr>
            <a:lvl3pPr algn="l">
              <a:defRPr sz="1875" b="1">
                <a:solidFill>
                  <a:srgbClr val="E85D4A"/>
                </a:solidFill>
              </a:defRPr>
            </a:lvl3pPr>
            <a:lvl4pPr algn="l">
              <a:defRPr sz="1875" b="1">
                <a:solidFill>
                  <a:srgbClr val="E85D4A"/>
                </a:solidFill>
              </a:defRPr>
            </a:lvl4pPr>
            <a:lvl5pPr algn="l">
              <a:defRPr sz="1875" b="1">
                <a:solidFill>
                  <a:srgbClr val="E85D4A"/>
                </a:solidFill>
              </a:defRPr>
            </a:lvl5pPr>
            <a:lvl6pPr algn="l">
              <a:defRPr sz="1875" b="1">
                <a:solidFill>
                  <a:srgbClr val="E85D4A"/>
                </a:solidFill>
              </a:defRPr>
            </a:lvl6pPr>
            <a:lvl7pPr algn="l">
              <a:defRPr sz="1875" b="1">
                <a:solidFill>
                  <a:srgbClr val="E85D4A"/>
                </a:solidFill>
              </a:defRPr>
            </a:lvl7pPr>
            <a:lvl8pPr algn="l">
              <a:defRPr sz="1875" b="1">
                <a:solidFill>
                  <a:srgbClr val="E85D4A"/>
                </a:solidFill>
              </a:defRPr>
            </a:lvl8pPr>
            <a:lvl9pPr algn="l">
              <a:defRPr sz="1875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E85D4A"/>
                </a:solidFill>
              </a:defRPr>
            </a:pPr>
            <a:r>
              <a:rPr sz="1875" b="1">
                <a:solidFill>
                  <a:srgbClr val="E85D4A"/>
                </a:solidFill>
              </a:rPr>
              <a:t>Photo moment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F2B110-1BE7-4AC2-8360-1F4CA7E3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3143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Teams stand together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Predictors announce the total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Drivers run at the same time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Animated results fill every screen</a:t>
            </a:r>
          </a:p>
        </p:txBody>
      </p:sp>
    </p:spTree>
    <p:extLst>
      <p:ext uri="{BB962C8B-B14F-4D97-AF65-F5344CB8AC3E}">
        <p14:creationId xmlns:p14="http://schemas.microsoft.com/office/powerpoint/2010/main" val="11630397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41005-372C-48DA-8121-B43CF12A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8AB6D2-EF8B-45BA-A8D9-6F3D267C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Break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94559-5510-4F2C-AD0D-6DEBBC08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10 minutes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FBCC8-AF0D-414D-BFC7-8487952F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75EB2-8C55-48EA-962D-0368A120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717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071A33"/>
                </a:solidFill>
              </a:defRPr>
            </a:defPPr>
            <a:lvl1pPr algn="ctr">
              <a:defRPr sz="2400" b="1">
                <a:solidFill>
                  <a:srgbClr val="071A33"/>
                </a:solidFill>
              </a:defRPr>
            </a:lvl1pPr>
            <a:lvl2pPr algn="ctr">
              <a:defRPr sz="2400" b="1">
                <a:solidFill>
                  <a:srgbClr val="071A33"/>
                </a:solidFill>
              </a:defRPr>
            </a:lvl2pPr>
            <a:lvl3pPr algn="ctr">
              <a:defRPr sz="2400" b="1">
                <a:solidFill>
                  <a:srgbClr val="071A33"/>
                </a:solidFill>
              </a:defRPr>
            </a:lvl3pPr>
            <a:lvl4pPr algn="ctr">
              <a:defRPr sz="2400" b="1">
                <a:solidFill>
                  <a:srgbClr val="071A33"/>
                </a:solidFill>
              </a:defRPr>
            </a:lvl4pPr>
            <a:lvl5pPr algn="ctr">
              <a:defRPr sz="2400" b="1">
                <a:solidFill>
                  <a:srgbClr val="071A33"/>
                </a:solidFill>
              </a:defRPr>
            </a:lvl5pPr>
            <a:lvl6pPr algn="ctr">
              <a:defRPr sz="2400" b="1">
                <a:solidFill>
                  <a:srgbClr val="071A33"/>
                </a:solidFill>
              </a:defRPr>
            </a:lvl6pPr>
            <a:lvl7pPr algn="ctr">
              <a:defRPr sz="2400" b="1">
                <a:solidFill>
                  <a:srgbClr val="071A33"/>
                </a:solidFill>
              </a:defRPr>
            </a:lvl7pPr>
            <a:lvl8pPr algn="ctr">
              <a:defRPr sz="2400" b="1">
                <a:solidFill>
                  <a:srgbClr val="071A33"/>
                </a:solidFill>
              </a:defRPr>
            </a:lvl8pPr>
            <a:lvl9pPr algn="ctr">
              <a:defRPr sz="240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071A33"/>
                </a:solidFill>
              </a:defRPr>
            </a:pPr>
            <a:r>
              <a:rPr sz="2400" b="1">
                <a:solidFill>
                  <a:srgbClr val="071A33"/>
                </a:solidFill>
              </a:rPr>
              <a:t>Stand up. Get water. Be back when the timer ends.</a:t>
            </a:r>
          </a:p>
        </p:txBody>
      </p:sp>
    </p:spTree>
    <p:extLst>
      <p:ext uri="{BB962C8B-B14F-4D97-AF65-F5344CB8AC3E}">
        <p14:creationId xmlns:p14="http://schemas.microsoft.com/office/powerpoint/2010/main" val="6833878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159790-1220-455E-9B6E-0FE17881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4A9E0-4AE5-41CB-8FAC-25A48182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Module 2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079996-7A0B-4E77-AD9D-7FF051EC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Arcade Loop Trainer is today’s main learning block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656AB9-B63C-4C85-BE8D-CE0F3E6B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3690B-5ED7-4F04-A85A-0DFD2E86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52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69E383-834E-463A-8C50-2C8AD449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525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Act out one loop with student volunteers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87098-FD7C-4A06-93A5-303E1B00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1B13F-D1F9-433E-87E4-D8D64368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Trace a counter through four iterations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5EB9BD-D6C5-4D6E-A305-E867CF2A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C989A6-DBD0-415A-A878-81F2F342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003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Trace an accumulator through three scores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FDE4DF-6C13-4791-800C-47E6715B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3F595F-E1EC-4D76-B569-D91B88EA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Build a new list inside a loop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63846C-49F1-4D6D-AF25-151A1EC9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031FFB-678B-4F91-9ADF-DA423728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481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Repair a while loop so it stops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443A67-02DF-415F-851B-53E648E6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7D34C3-AC8E-4EDE-890D-E68FE454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Complete the arcade scoreboard boss</a:t>
            </a:r>
          </a:p>
        </p:txBody>
      </p:sp>
    </p:spTree>
    <p:extLst>
      <p:ext uri="{BB962C8B-B14F-4D97-AF65-F5344CB8AC3E}">
        <p14:creationId xmlns:p14="http://schemas.microsoft.com/office/powerpoint/2010/main" val="12979047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2EA179-F6CD-4677-A033-4A17A08B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60925C-AFD2-4946-B550-75B6A67E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Loop boss challenge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5C8FA-FC43-4808-AAAA-B57EB824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Count games, total scores, and identify bonus rounds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9167E-593B-4752-A09A-73FE75F9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F795D-6DC2-4131-BE5B-2ACA1A9E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695325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07A63-2952-46E8-B5E3-5791A9C4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619250"/>
            <a:ext cx="64198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scores = [8, 12, 5, 15]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games = 0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total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for score in scores: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games += 1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total += score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if score &gt;= 10: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    print("BONUS", score)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470CB-81F5-4DA0-91E3-CFB16F0D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573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E85D4A"/>
                </a:solidFill>
              </a:defRPr>
            </a:defPPr>
            <a:lvl1pPr algn="l">
              <a:defRPr sz="1800" b="1">
                <a:solidFill>
                  <a:srgbClr val="E85D4A"/>
                </a:solidFill>
              </a:defRPr>
            </a:lvl1pPr>
            <a:lvl2pPr algn="l">
              <a:defRPr sz="1800" b="1">
                <a:solidFill>
                  <a:srgbClr val="E85D4A"/>
                </a:solidFill>
              </a:defRPr>
            </a:lvl2pPr>
            <a:lvl3pPr algn="l">
              <a:defRPr sz="1800" b="1">
                <a:solidFill>
                  <a:srgbClr val="E85D4A"/>
                </a:solidFill>
              </a:defRPr>
            </a:lvl3pPr>
            <a:lvl4pPr algn="l">
              <a:defRPr sz="1800" b="1">
                <a:solidFill>
                  <a:srgbClr val="E85D4A"/>
                </a:solidFill>
              </a:defRPr>
            </a:lvl4pPr>
            <a:lvl5pPr algn="l">
              <a:defRPr sz="1800" b="1">
                <a:solidFill>
                  <a:srgbClr val="E85D4A"/>
                </a:solidFill>
              </a:defRPr>
            </a:lvl5pPr>
            <a:lvl6pPr algn="l">
              <a:defRPr sz="1800" b="1">
                <a:solidFill>
                  <a:srgbClr val="E85D4A"/>
                </a:solidFill>
              </a:defRPr>
            </a:lvl6pPr>
            <a:lvl7pPr algn="l">
              <a:defRPr sz="1800" b="1">
                <a:solidFill>
                  <a:srgbClr val="E85D4A"/>
                </a:solidFill>
              </a:defRPr>
            </a:lvl7pPr>
            <a:lvl8pPr algn="l">
              <a:defRPr sz="1800" b="1">
                <a:solidFill>
                  <a:srgbClr val="E85D4A"/>
                </a:solidFill>
              </a:defRPr>
            </a:lvl8pPr>
            <a:lvl9pPr algn="l">
              <a:defRPr sz="1800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E85D4A"/>
                </a:solidFill>
              </a:defRPr>
            </a:pPr>
            <a:r>
              <a:rPr sz="1800" b="1">
                <a:solidFill>
                  <a:srgbClr val="E85D4A"/>
                </a:solidFill>
              </a:rPr>
              <a:t>Before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A614C-1E0D-464F-915E-31B88229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38375"/>
            <a:ext cx="2952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games = 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total = 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bonus scores = ___</a:t>
            </a:r>
          </a:p>
        </p:txBody>
      </p:sp>
    </p:spTree>
    <p:extLst>
      <p:ext uri="{BB962C8B-B14F-4D97-AF65-F5344CB8AC3E}">
        <p14:creationId xmlns:p14="http://schemas.microsoft.com/office/powerpoint/2010/main" val="2503362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B8BD7-FBE4-47C8-BD2D-63B95A16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9BFD7-2FFA-4C09-8F9E-D648BDDA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Break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7A86BA-A39E-4856-8094-DD8D09EE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10 minutes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E6D207-130A-4865-A105-64341E9C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1F5568-A0B9-41E9-8EB8-E36B6760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717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071A33"/>
                </a:solidFill>
              </a:defRPr>
            </a:defPPr>
            <a:lvl1pPr algn="ctr">
              <a:defRPr sz="2400" b="1">
                <a:solidFill>
                  <a:srgbClr val="071A33"/>
                </a:solidFill>
              </a:defRPr>
            </a:lvl1pPr>
            <a:lvl2pPr algn="ctr">
              <a:defRPr sz="2400" b="1">
                <a:solidFill>
                  <a:srgbClr val="071A33"/>
                </a:solidFill>
              </a:defRPr>
            </a:lvl2pPr>
            <a:lvl3pPr algn="ctr">
              <a:defRPr sz="2400" b="1">
                <a:solidFill>
                  <a:srgbClr val="071A33"/>
                </a:solidFill>
              </a:defRPr>
            </a:lvl3pPr>
            <a:lvl4pPr algn="ctr">
              <a:defRPr sz="2400" b="1">
                <a:solidFill>
                  <a:srgbClr val="071A33"/>
                </a:solidFill>
              </a:defRPr>
            </a:lvl4pPr>
            <a:lvl5pPr algn="ctr">
              <a:defRPr sz="2400" b="1">
                <a:solidFill>
                  <a:srgbClr val="071A33"/>
                </a:solidFill>
              </a:defRPr>
            </a:lvl5pPr>
            <a:lvl6pPr algn="ctr">
              <a:defRPr sz="2400" b="1">
                <a:solidFill>
                  <a:srgbClr val="071A33"/>
                </a:solidFill>
              </a:defRPr>
            </a:lvl6pPr>
            <a:lvl7pPr algn="ctr">
              <a:defRPr sz="2400" b="1">
                <a:solidFill>
                  <a:srgbClr val="071A33"/>
                </a:solidFill>
              </a:defRPr>
            </a:lvl7pPr>
            <a:lvl8pPr algn="ctr">
              <a:defRPr sz="2400" b="1">
                <a:solidFill>
                  <a:srgbClr val="071A33"/>
                </a:solidFill>
              </a:defRPr>
            </a:lvl8pPr>
            <a:lvl9pPr algn="ctr">
              <a:defRPr sz="240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071A33"/>
                </a:solidFill>
              </a:defRPr>
            </a:pPr>
            <a:r>
              <a:rPr sz="2400" b="1">
                <a:solidFill>
                  <a:srgbClr val="071A33"/>
                </a:solidFill>
              </a:rPr>
              <a:t>Reset your brain. Module 3 connects functions and loops.</a:t>
            </a:r>
          </a:p>
        </p:txBody>
      </p:sp>
    </p:spTree>
    <p:extLst>
      <p:ext uri="{BB962C8B-B14F-4D97-AF65-F5344CB8AC3E}">
        <p14:creationId xmlns:p14="http://schemas.microsoft.com/office/powerpoint/2010/main" val="142473118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FD6ABD-FC28-4EA0-BCC9-19C6BB9E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5DF64D-77BA-4CC3-B475-DB9B820C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Module 3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70282D-CF5D-412F-BBD9-5D049BF2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Power-Up Functions: name reusable jobs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D068A-7F3F-4D1F-8721-787C20F9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8D8464-D96C-4F09-8928-D7CA3CC6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65722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93D3C-D8A9-4E5F-8DF9-9352341A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60388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def add_bonus(score, bonus):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new_score = score + bonus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return new_score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final_score = add_bonus(10, 5)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45E84-73B7-489A-B569-8E4D7936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668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F766E"/>
                </a:solidFill>
              </a:defRPr>
            </a:defPPr>
            <a:lvl1pPr algn="l">
              <a:defRPr sz="1800" b="1">
                <a:solidFill>
                  <a:srgbClr val="0F766E"/>
                </a:solidFill>
              </a:defRPr>
            </a:lvl1pPr>
            <a:lvl2pPr algn="l">
              <a:defRPr sz="1800" b="1">
                <a:solidFill>
                  <a:srgbClr val="0F766E"/>
                </a:solidFill>
              </a:defRPr>
            </a:lvl2pPr>
            <a:lvl3pPr algn="l">
              <a:defRPr sz="1800" b="1">
                <a:solidFill>
                  <a:srgbClr val="0F766E"/>
                </a:solidFill>
              </a:defRPr>
            </a:lvl3pPr>
            <a:lvl4pPr algn="l">
              <a:defRPr sz="1800" b="1">
                <a:solidFill>
                  <a:srgbClr val="0F766E"/>
                </a:solidFill>
              </a:defRPr>
            </a:lvl4pPr>
            <a:lvl5pPr algn="l">
              <a:defRPr sz="1800" b="1">
                <a:solidFill>
                  <a:srgbClr val="0F766E"/>
                </a:solidFill>
              </a:defRPr>
            </a:lvl5pPr>
            <a:lvl6pPr algn="l">
              <a:defRPr sz="1800" b="1">
                <a:solidFill>
                  <a:srgbClr val="0F766E"/>
                </a:solidFill>
              </a:defRPr>
            </a:lvl6pPr>
            <a:lvl7pPr algn="l">
              <a:defRPr sz="1800" b="1">
                <a:solidFill>
                  <a:srgbClr val="0F766E"/>
                </a:solidFill>
              </a:defRPr>
            </a:lvl7pPr>
            <a:lvl8pPr algn="l">
              <a:defRPr sz="1800" b="1">
                <a:solidFill>
                  <a:srgbClr val="0F766E"/>
                </a:solidFill>
              </a:defRPr>
            </a:lvl8pPr>
            <a:lvl9pPr algn="l"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Trace the 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DC5B7A-2BC5-45B8-B727-E8D3F3EF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33600"/>
            <a:ext cx="304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arguments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10 and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parameters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score and bonus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return value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7041018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4D4C8F-720F-411A-B13C-1FFF5C5A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035845-7CAB-487F-AD5F-8D298C75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Functions can contain loops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2D75D-AAD7-4DAF-B82E-AA143405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One function can own the complete totaling job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228C4-B8D7-4182-B8F7-6331AE39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70701-7AB3-4528-9483-EF435E09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73342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03B0F-BB98-4027-A968-B38A33DB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62125"/>
            <a:ext cx="68008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def total_scores(scores):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total = 0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for score in scores: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    total += score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return total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team_total = total_scores([4, 6, 5])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BB938F-1B9B-4856-8817-664D8570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E85D4A"/>
                </a:solidFill>
              </a:defRPr>
            </a:defPPr>
            <a:lvl1pPr algn="l">
              <a:defRPr sz="1800" b="1">
                <a:solidFill>
                  <a:srgbClr val="E85D4A"/>
                </a:solidFill>
              </a:defRPr>
            </a:lvl1pPr>
            <a:lvl2pPr algn="l">
              <a:defRPr sz="1800" b="1">
                <a:solidFill>
                  <a:srgbClr val="E85D4A"/>
                </a:solidFill>
              </a:defRPr>
            </a:lvl2pPr>
            <a:lvl3pPr algn="l">
              <a:defRPr sz="1800" b="1">
                <a:solidFill>
                  <a:srgbClr val="E85D4A"/>
                </a:solidFill>
              </a:defRPr>
            </a:lvl3pPr>
            <a:lvl4pPr algn="l">
              <a:defRPr sz="1800" b="1">
                <a:solidFill>
                  <a:srgbClr val="E85D4A"/>
                </a:solidFill>
              </a:defRPr>
            </a:lvl4pPr>
            <a:lvl5pPr algn="l">
              <a:defRPr sz="1800" b="1">
                <a:solidFill>
                  <a:srgbClr val="E85D4A"/>
                </a:solidFill>
              </a:defRPr>
            </a:lvl5pPr>
            <a:lvl6pPr algn="l">
              <a:defRPr sz="1800" b="1">
                <a:solidFill>
                  <a:srgbClr val="E85D4A"/>
                </a:solidFill>
              </a:defRPr>
            </a:lvl6pPr>
            <a:lvl7pPr algn="l">
              <a:defRPr sz="1800" b="1">
                <a:solidFill>
                  <a:srgbClr val="E85D4A"/>
                </a:solidFill>
              </a:defRPr>
            </a:lvl7pPr>
            <a:lvl8pPr algn="l">
              <a:defRPr sz="1800" b="1">
                <a:solidFill>
                  <a:srgbClr val="E85D4A"/>
                </a:solidFill>
              </a:defRPr>
            </a:lvl8pPr>
            <a:lvl9pPr algn="l">
              <a:defRPr sz="1800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E85D4A"/>
                </a:solidFill>
              </a:defRPr>
            </a:pPr>
            <a:r>
              <a:rPr sz="1800" b="1">
                <a:solidFill>
                  <a:srgbClr val="E85D4A"/>
                </a:solidFill>
              </a:rPr>
              <a:t>Explain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4045AA-A88A-49AC-A18D-884A4B73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38375"/>
            <a:ext cx="2571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enters?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repeats?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changes?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returns?</a:t>
            </a:r>
          </a:p>
        </p:txBody>
      </p:sp>
    </p:spTree>
    <p:extLst>
      <p:ext uri="{BB962C8B-B14F-4D97-AF65-F5344CB8AC3E}">
        <p14:creationId xmlns:p14="http://schemas.microsoft.com/office/powerpoint/2010/main" val="14977570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63FCE-DE4A-440D-91A3-24A0D8F7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B3C496-39A0-49A4-AD6F-CC0FEEDB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Peer debug routine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ADC0B-B68B-4E84-8347-274867B2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The reviewer explains before touching the keyboard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BFA75-5662-44E1-B6CF-E235D969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1D539-C33C-4F60-A103-97819A66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21027-D88E-4DC3-A872-BF1821D7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240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Developer states the expected 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E0C09D-C295-4DED-BE14-63F96139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A9CD5-C3D9-475F-930F-9752441B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622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Reviewer traces one test case on paper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3A887C-1B52-4782-88CE-E36F4E10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E867DB-5FF4-4B8D-A9DB-A30796F6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004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Pair runs the same case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A62054-FBC4-45BF-8557-E947A632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61C788-DFC6-498E-9646-E90A4DCD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386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Reviewer names the first unexpected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FD591E-B8E5-413B-BBB3-5F680698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768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E1F836-A247-40B1-9420-215FD608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768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Developer changes one line and retests</a:t>
            </a:r>
          </a:p>
        </p:txBody>
      </p:sp>
    </p:spTree>
    <p:extLst>
      <p:ext uri="{BB962C8B-B14F-4D97-AF65-F5344CB8AC3E}">
        <p14:creationId xmlns:p14="http://schemas.microsoft.com/office/powerpoint/2010/main" val="15218161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A80C59-1A7B-48A7-9592-1497C0FA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7E769-80C7-40CF-A606-C2DDBCF3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Exit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E8BF5-33DF-49BA-87C0-25A1B7B0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Write complete sentences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812CB-41B5-459C-ACD9-0440EE51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14FB3-8F1D-4B4A-B5D9-40CC0BDE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859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F79F5-3A25-47BC-BFEF-3EE82486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4859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What does a loop variable hold?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2D5A83-50F7-4527-B63C-9E658645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6C53D-DBC8-491B-82E7-8000C0EF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241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How does an accumulator change?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597F8F-371A-4111-AC1F-D223EEE3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559E2E-38E0-4E1F-97FB-5DD63348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623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When would you choose while instead of for?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9F0B49-BF42-4CE8-BAE5-70B9C2F5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C6DA40-7672-47B7-9B5E-E072FF52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005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What must happen so a while loop stops?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1C4872-B9FD-4258-B46B-F746F2EF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311B33-79CD-4299-B69C-653242F9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387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How can a function use a loop?</a:t>
            </a:r>
          </a:p>
        </p:txBody>
      </p:sp>
    </p:spTree>
    <p:extLst>
      <p:ext uri="{BB962C8B-B14F-4D97-AF65-F5344CB8AC3E}">
        <p14:creationId xmlns:p14="http://schemas.microsoft.com/office/powerpoint/2010/main" val="15279146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2026-10-31T02:58:02.9860000Z</dcterms:created>
  <dcterms:modified xsi:type="dcterms:W3CDTF">2026-10-31T02:58:02.9860000Z</dcterms:modified>
</coreProperties>
</file>