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9e81c37ed145e4" /><Relationship Type="http://schemas.openxmlformats.org/officeDocument/2006/relationships/extended-properties" Target="/docProps/app.xml" Id="R8b156d9359fa4990" /><Relationship Type="http://schemas.openxmlformats.org/officeDocument/2006/relationships/officeDocument" Target="/ppt/presentation.xml" Id="R09a40741921643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d396cc2dcf4213"/>
  </p:sldMasterIdLst>
  <p:notesMasterIdLst>
    <p:notesMasterId xmlns:r="http://schemas.openxmlformats.org/officeDocument/2006/relationships" r:id="R0c67aa4339c74a88"/>
  </p:notesMasterIdLst>
  <p:sldIdLst>
    <p:sldId xmlns:r="http://schemas.openxmlformats.org/officeDocument/2006/relationships" id="256" r:id="R3486047f48da4a14"/>
    <p:sldId xmlns:r="http://schemas.openxmlformats.org/officeDocument/2006/relationships" id="257" r:id="Rd8b8a1b3c8b8452f"/>
    <p:sldId xmlns:r="http://schemas.openxmlformats.org/officeDocument/2006/relationships" id="258" r:id="Rff0b729912f743af"/>
    <p:sldId xmlns:r="http://schemas.openxmlformats.org/officeDocument/2006/relationships" id="259" r:id="Rba61ec5a82d74862"/>
    <p:sldId xmlns:r="http://schemas.openxmlformats.org/officeDocument/2006/relationships" id="260" r:id="R6c04b684be114f33"/>
    <p:sldId xmlns:r="http://schemas.openxmlformats.org/officeDocument/2006/relationships" id="261" r:id="R9bc9ac6c4c7443c8"/>
    <p:sldId xmlns:r="http://schemas.openxmlformats.org/officeDocument/2006/relationships" id="262" r:id="R560b6e14bfe444bb"/>
    <p:sldId xmlns:r="http://schemas.openxmlformats.org/officeDocument/2006/relationships" id="263" r:id="Re315459f68454545"/>
    <p:sldId xmlns:r="http://schemas.openxmlformats.org/officeDocument/2006/relationships" id="264" r:id="R6393eed963454e0d"/>
    <p:sldId xmlns:r="http://schemas.openxmlformats.org/officeDocument/2006/relationships" id="265" r:id="R3e8a253da5404cac"/>
    <p:sldId xmlns:r="http://schemas.openxmlformats.org/officeDocument/2006/relationships" id="266" r:id="Rcb1fa0d13c7a4b28"/>
    <p:sldId xmlns:r="http://schemas.openxmlformats.org/officeDocument/2006/relationships" id="267" r:id="Rda0fd02045684841"/>
    <p:sldId xmlns:r="http://schemas.openxmlformats.org/officeDocument/2006/relationships" id="268" r:id="R3d1026b96a244ec9"/>
    <p:sldId xmlns:r="http://schemas.openxmlformats.org/officeDocument/2006/relationships" id="269" r:id="R484f3d76b638425b"/>
    <p:sldId xmlns:r="http://schemas.openxmlformats.org/officeDocument/2006/relationships" id="270" r:id="Rd9d06cd96d6a4f8a"/>
    <p:sldId xmlns:r="http://schemas.openxmlformats.org/officeDocument/2006/relationships" id="271" r:id="R9ceb6e307d814580"/>
    <p:sldId xmlns:r="http://schemas.openxmlformats.org/officeDocument/2006/relationships" id="272" r:id="R5b9fbf227bcf4208"/>
    <p:sldId xmlns:r="http://schemas.openxmlformats.org/officeDocument/2006/relationships" id="273" r:id="Ra2bc8b6c8f034cd3"/>
    <p:sldId xmlns:r="http://schemas.openxmlformats.org/officeDocument/2006/relationships" id="274" r:id="R79ce270aa1f44aca"/>
    <p:sldId xmlns:r="http://schemas.openxmlformats.org/officeDocument/2006/relationships" id="275" r:id="R79b36ad7ad1d4a7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6cd12e8a814d77" /><Relationship Type="http://schemas.openxmlformats.org/officeDocument/2006/relationships/slideMaster" Target="/ppt/slideMasters/slideMaster1.xml" Id="R4bd396cc2dcf4213" /><Relationship Type="http://schemas.openxmlformats.org/officeDocument/2006/relationships/notesMaster" Target="/ppt/notesMasters/notesMaster1.xml" Id="R0c67aa4339c74a88" /><Relationship Type="http://schemas.openxmlformats.org/officeDocument/2006/relationships/presProps" Target="/ppt/presProps.xml" Id="R8f26d2fcd2904662" /><Relationship Type="http://schemas.openxmlformats.org/officeDocument/2006/relationships/tableStyles" Target="/ppt/tableStyles.xml" Id="R476ede7896884be2" /><Relationship Type="http://schemas.openxmlformats.org/officeDocument/2006/relationships/slide" Target="/ppt/slides/slide1.xml" Id="R3486047f48da4a14" /><Relationship Type="http://schemas.openxmlformats.org/officeDocument/2006/relationships/slide" Target="/ppt/slides/slide2.xml" Id="Rd8b8a1b3c8b8452f" /><Relationship Type="http://schemas.openxmlformats.org/officeDocument/2006/relationships/slide" Target="/ppt/slides/slide3.xml" Id="Rff0b729912f743af" /><Relationship Type="http://schemas.openxmlformats.org/officeDocument/2006/relationships/slide" Target="/ppt/slides/slide4.xml" Id="Rba61ec5a82d74862" /><Relationship Type="http://schemas.openxmlformats.org/officeDocument/2006/relationships/slide" Target="/ppt/slides/slide5.xml" Id="R6c04b684be114f33" /><Relationship Type="http://schemas.openxmlformats.org/officeDocument/2006/relationships/slide" Target="/ppt/slides/slide6.xml" Id="R9bc9ac6c4c7443c8" /><Relationship Type="http://schemas.openxmlformats.org/officeDocument/2006/relationships/slide" Target="/ppt/slides/slide7.xml" Id="R560b6e14bfe444bb" /><Relationship Type="http://schemas.openxmlformats.org/officeDocument/2006/relationships/slide" Target="/ppt/slides/slide8.xml" Id="Re315459f68454545" /><Relationship Type="http://schemas.openxmlformats.org/officeDocument/2006/relationships/slide" Target="/ppt/slides/slide9.xml" Id="R6393eed963454e0d" /><Relationship Type="http://schemas.openxmlformats.org/officeDocument/2006/relationships/slide" Target="/ppt/slides/slide10.xml" Id="R3e8a253da5404cac" /><Relationship Type="http://schemas.openxmlformats.org/officeDocument/2006/relationships/slide" Target="/ppt/slides/slide11.xml" Id="Rcb1fa0d13c7a4b28" /><Relationship Type="http://schemas.openxmlformats.org/officeDocument/2006/relationships/slide" Target="/ppt/slides/slide12.xml" Id="Rda0fd02045684841" /><Relationship Type="http://schemas.openxmlformats.org/officeDocument/2006/relationships/slide" Target="/ppt/slides/slide13.xml" Id="R3d1026b96a244ec9" /><Relationship Type="http://schemas.openxmlformats.org/officeDocument/2006/relationships/slide" Target="/ppt/slides/slide14.xml" Id="R484f3d76b638425b" /><Relationship Type="http://schemas.openxmlformats.org/officeDocument/2006/relationships/slide" Target="/ppt/slides/slide15.xml" Id="Rd9d06cd96d6a4f8a" /><Relationship Type="http://schemas.openxmlformats.org/officeDocument/2006/relationships/slide" Target="/ppt/slides/slide16.xml" Id="R9ceb6e307d814580" /><Relationship Type="http://schemas.openxmlformats.org/officeDocument/2006/relationships/slide" Target="/ppt/slides/slide17.xml" Id="R5b9fbf227bcf4208" /><Relationship Type="http://schemas.openxmlformats.org/officeDocument/2006/relationships/slide" Target="/ppt/slides/slide18.xml" Id="Ra2bc8b6c8f034cd3" /><Relationship Type="http://schemas.openxmlformats.org/officeDocument/2006/relationships/slide" Target="/ppt/slides/slide19.xml" Id="R79ce270aa1f44aca" /><Relationship Type="http://schemas.openxmlformats.org/officeDocument/2006/relationships/slide" Target="/ppt/slides/slide20.xml" Id="R79b36ad7ad1d4a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5d4a5a0e0d4c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6626892c354cc0" /><Relationship Type="http://schemas.openxmlformats.org/officeDocument/2006/relationships/notesMaster" Target="/ppt/notesMasters/notesMaster1.xml" Id="R6eddf287a8f242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b9e5d719e1486f" /><Relationship Type="http://schemas.openxmlformats.org/officeDocument/2006/relationships/notesMaster" Target="/ppt/notesMasters/notesMaster1.xml" Id="Rf261e03edf6241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a7fb96bf9d4155" /><Relationship Type="http://schemas.openxmlformats.org/officeDocument/2006/relationships/notesMaster" Target="/ppt/notesMasters/notesMaster1.xml" Id="R0e96994c56fd46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3e8c947ff94196" /><Relationship Type="http://schemas.openxmlformats.org/officeDocument/2006/relationships/notesMaster" Target="/ppt/notesMasters/notesMaster1.xml" Id="R01a280b072364d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303ac6de2c4c49" /><Relationship Type="http://schemas.openxmlformats.org/officeDocument/2006/relationships/notesMaster" Target="/ppt/notesMasters/notesMaster1.xml" Id="Rad4aef2d3beb48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b5902b90014736" /><Relationship Type="http://schemas.openxmlformats.org/officeDocument/2006/relationships/notesMaster" Target="/ppt/notesMasters/notesMaster1.xml" Id="R39a13a5bf7d1492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f80854f20c45b9" /><Relationship Type="http://schemas.openxmlformats.org/officeDocument/2006/relationships/notesMaster" Target="/ppt/notesMasters/notesMaster1.xml" Id="R16906898598e44b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f33cc18c1254188" /><Relationship Type="http://schemas.openxmlformats.org/officeDocument/2006/relationships/notesMaster" Target="/ppt/notesMasters/notesMaster1.xml" Id="R34b3228d71854f7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a4b35b35b8a4d08" /><Relationship Type="http://schemas.openxmlformats.org/officeDocument/2006/relationships/notesMaster" Target="/ppt/notesMasters/notesMaster1.xml" Id="R6987dbab33d441e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d0e86ca97244352" /><Relationship Type="http://schemas.openxmlformats.org/officeDocument/2006/relationships/notesMaster" Target="/ppt/notesMasters/notesMaster1.xml" Id="R1527d5a3a20d425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d287198556d4bbf" /><Relationship Type="http://schemas.openxmlformats.org/officeDocument/2006/relationships/notesMaster" Target="/ppt/notesMasters/notesMaster1.xml" Id="Reea6a18d4bb24bf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8b699e834b04dcf" /><Relationship Type="http://schemas.openxmlformats.org/officeDocument/2006/relationships/notesMaster" Target="/ppt/notesMasters/notesMaster1.xml" Id="R66b0e898a87b43e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7b1f14d6be14900" /><Relationship Type="http://schemas.openxmlformats.org/officeDocument/2006/relationships/notesMaster" Target="/ppt/notesMasters/notesMaster1.xml" Id="Rc0df6d2046d64b5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83c5e11816a412a" /><Relationship Type="http://schemas.openxmlformats.org/officeDocument/2006/relationships/notesMaster" Target="/ppt/notesMasters/notesMaster1.xml" Id="R42eb3d18265c410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893e9adfdfa4239" /><Relationship Type="http://schemas.openxmlformats.org/officeDocument/2006/relationships/notesMaster" Target="/ppt/notesMasters/notesMaster1.xml" Id="R2d0c7d237b06498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122604580f24bae" /><Relationship Type="http://schemas.openxmlformats.org/officeDocument/2006/relationships/notesMaster" Target="/ppt/notesMasters/notesMaster1.xml" Id="R35c42c193dd044e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e79f2e45e8a424b" /><Relationship Type="http://schemas.openxmlformats.org/officeDocument/2006/relationships/notesMaster" Target="/ppt/notesMasters/notesMaster1.xml" Id="R62e4b8ea2d864c1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37d3d5061ee4c40" /><Relationship Type="http://schemas.openxmlformats.org/officeDocument/2006/relationships/notesMaster" Target="/ppt/notesMasters/notesMaster1.xml" Id="R087e6e4bb48e41b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a4b513f0eb14421" /><Relationship Type="http://schemas.openxmlformats.org/officeDocument/2006/relationships/notesMaster" Target="/ppt/notesMasters/notesMaster1.xml" Id="R161e404bc35d484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ae1aefe39104671" /><Relationship Type="http://schemas.openxmlformats.org/officeDocument/2006/relationships/notesMaster" Target="/ppt/notesMasters/notesMaster1.xml" Id="R0ef20646ee5943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27692f818649a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3c316b36dc413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19cd97a6874f0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e81673296b4f3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180697de27436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713d2ffd8244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545FF56-3E0C-4395-AB15-48247379D1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A7F6A77-B3AE-4118-983E-5E96A2B5647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82168A4-1FE8-4ACA-AF0E-7E2C37B348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029E136-DF95-4929-86BA-74DF7887DD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37EFACB-B145-4CD9-966F-178B24CDB5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496BE4F-D02F-4F04-B7FC-5663DB0340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A4CA548-EF2F-4555-9DC9-BEE5F0665E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31CB069-F93D-4FD7-B21A-2031EDF6049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4FDB191-4E34-400F-A030-1148E94F1A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E21EFD9-7179-415F-92ED-4124ECB9AB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1bddc4792a490f" /><Relationship Type="http://schemas.openxmlformats.org/officeDocument/2006/relationships/slideLayout" Target="/ppt/slideLayouts/slideLayout1.xml" Id="R1ef63ba0f4f64578" /><Relationship Type="http://schemas.openxmlformats.org/officeDocument/2006/relationships/slideLayout" Target="/ppt/slideLayouts/slideLayout2.xml" Id="R339d5b8b9ff84b98" /><Relationship Type="http://schemas.openxmlformats.org/officeDocument/2006/relationships/slideLayout" Target="/ppt/slideLayouts/slideLayout3.xml" Id="Rab3c76b73c234758" /><Relationship Type="http://schemas.openxmlformats.org/officeDocument/2006/relationships/slideLayout" Target="/ppt/slideLayouts/slideLayout4.xml" Id="Raea18536fd5f4684" /><Relationship Type="http://schemas.openxmlformats.org/officeDocument/2006/relationships/slideLayout" Target="/ppt/slideLayouts/slideLayout5.xml" Id="Rd28c74357d40437b" /><Relationship Type="http://schemas.openxmlformats.org/officeDocument/2006/relationships/slideLayout" Target="/ppt/slideLayouts/slideLayout6.xml" Id="R150d67d7aee645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f63ba0f4f64578"/>
    <p:sldLayoutId xmlns:r="http://schemas.openxmlformats.org/officeDocument/2006/relationships" id="2147483650" r:id="R339d5b8b9ff84b98"/>
    <p:sldLayoutId xmlns:r="http://schemas.openxmlformats.org/officeDocument/2006/relationships" id="2147483651" r:id="Rab3c76b73c234758"/>
    <p:sldLayoutId xmlns:r="http://schemas.openxmlformats.org/officeDocument/2006/relationships" id="2147483652" r:id="Raea18536fd5f4684"/>
    <p:sldLayoutId xmlns:r="http://schemas.openxmlformats.org/officeDocument/2006/relationships" id="2147483653" r:id="Rd28c74357d40437b"/>
    <p:sldLayoutId xmlns:r="http://schemas.openxmlformats.org/officeDocument/2006/relationships" id="2147483654" r:id="R150d67d7aee645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10920231474f7b" /><Relationship Type="http://schemas.openxmlformats.org/officeDocument/2006/relationships/notesSlide" Target="/ppt/notesSlides/notesSlide1.xml" Id="R5beadb70bc814b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710ffd99e347d0" /><Relationship Type="http://schemas.openxmlformats.org/officeDocument/2006/relationships/notesSlide" Target="/ppt/notesSlides/notesSlide2.xml" Id="Rba9ae005dbf645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aa6ce17b124821" /><Relationship Type="http://schemas.openxmlformats.org/officeDocument/2006/relationships/notesSlide" Target="/ppt/notesSlides/notesSlide3.xml" Id="R5e72634071a846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67fab764c34604" /><Relationship Type="http://schemas.openxmlformats.org/officeDocument/2006/relationships/notesSlide" Target="/ppt/notesSlides/notesSlide4.xml" Id="R10c9da819c2340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775b256a9d4501" /><Relationship Type="http://schemas.openxmlformats.org/officeDocument/2006/relationships/notesSlide" Target="/ppt/notesSlides/notesSlide5.xml" Id="Rc4b40d7ab1ae4e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b66e65359b414b" /><Relationship Type="http://schemas.openxmlformats.org/officeDocument/2006/relationships/notesSlide" Target="/ppt/notesSlides/notesSlide6.xml" Id="Rb6b4c85de1c14d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5421cacdbf4496" /><Relationship Type="http://schemas.openxmlformats.org/officeDocument/2006/relationships/notesSlide" Target="/ppt/notesSlides/notesSlide7.xml" Id="Re5c9abe785df4d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aac16fc8324a99" /><Relationship Type="http://schemas.openxmlformats.org/officeDocument/2006/relationships/notesSlide" Target="/ppt/notesSlides/notesSlide8.xml" Id="Reca4d529d4d54d4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9dbc4cea8a40b8" /><Relationship Type="http://schemas.openxmlformats.org/officeDocument/2006/relationships/notesSlide" Target="/ppt/notesSlides/notesSlide9.xml" Id="R2bd39c9f8c6f44f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32551ea6404f41" /><Relationship Type="http://schemas.openxmlformats.org/officeDocument/2006/relationships/notesSlide" Target="/ppt/notesSlides/notesSlide10.xml" Id="R45f3287dc4f641d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87ee5292974f7e" /><Relationship Type="http://schemas.openxmlformats.org/officeDocument/2006/relationships/notesSlide" Target="/ppt/notesSlides/notesSlide11.xml" Id="Rc3417f9bf9404ef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c406d673fa4f5b" /><Relationship Type="http://schemas.openxmlformats.org/officeDocument/2006/relationships/notesSlide" Target="/ppt/notesSlides/notesSlide12.xml" Id="Rf5a860238c8744c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dbddfe67d34178" /><Relationship Type="http://schemas.openxmlformats.org/officeDocument/2006/relationships/notesSlide" Target="/ppt/notesSlides/notesSlide13.xml" Id="R31c84a20bf93409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5b4760aaa44d61" /><Relationship Type="http://schemas.openxmlformats.org/officeDocument/2006/relationships/notesSlide" Target="/ppt/notesSlides/notesSlide14.xml" Id="Ra828dd182ff74cf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bc21b9b09c45d5" /><Relationship Type="http://schemas.openxmlformats.org/officeDocument/2006/relationships/notesSlide" Target="/ppt/notesSlides/notesSlide15.xml" Id="Rbb5cc35cbd9a492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20f0917f634873" /><Relationship Type="http://schemas.openxmlformats.org/officeDocument/2006/relationships/notesSlide" Target="/ppt/notesSlides/notesSlide16.xml" Id="Rb362942b63004c7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55457215234c90" /><Relationship Type="http://schemas.openxmlformats.org/officeDocument/2006/relationships/notesSlide" Target="/ppt/notesSlides/notesSlide17.xml" Id="R2fd18e49530c420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d857e8bf9f4ff7" /><Relationship Type="http://schemas.openxmlformats.org/officeDocument/2006/relationships/notesSlide" Target="/ppt/notesSlides/notesSlide18.xml" Id="Rcf4a2d3694e3430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ed725ebdaf41e4" /><Relationship Type="http://schemas.openxmlformats.org/officeDocument/2006/relationships/notesSlide" Target="/ppt/notesSlides/notesSlide19.xml" Id="R05dd533d405745c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595c755e264d47" /><Relationship Type="http://schemas.openxmlformats.org/officeDocument/2006/relationships/notesSlide" Target="/ppt/notesSlides/notesSlide20.xml" Id="R61fa9498bf3b41e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ED7A5D-13CD-47ED-9B99-83BE03A2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0E827F-9003-4460-AC2A-4ABA5395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FFFFFF"/>
                </a:solidFill>
              </a:defRPr>
            </a:defPPr>
            <a:lvl1pPr algn="l">
              <a:defRPr sz="3900" b="1">
                <a:solidFill>
                  <a:srgbClr val="FFFFFF"/>
                </a:solidFill>
              </a:defRPr>
            </a:lvl1pPr>
            <a:lvl2pPr algn="l">
              <a:defRPr sz="3900" b="1">
                <a:solidFill>
                  <a:srgbClr val="FFFFFF"/>
                </a:solidFill>
              </a:defRPr>
            </a:lvl2pPr>
            <a:lvl3pPr algn="l">
              <a:defRPr sz="3900" b="1">
                <a:solidFill>
                  <a:srgbClr val="FFFFFF"/>
                </a:solidFill>
              </a:defRPr>
            </a:lvl3pPr>
            <a:lvl4pPr algn="l">
              <a:defRPr sz="3900" b="1">
                <a:solidFill>
                  <a:srgbClr val="FFFFFF"/>
                </a:solidFill>
              </a:defRPr>
            </a:lvl4pPr>
            <a:lvl5pPr algn="l">
              <a:defRPr sz="3900" b="1">
                <a:solidFill>
                  <a:srgbClr val="FFFFFF"/>
                </a:solidFill>
              </a:defRPr>
            </a:lvl5pPr>
            <a:lvl6pPr algn="l">
              <a:defRPr sz="3900" b="1">
                <a:solidFill>
                  <a:srgbClr val="FFFFFF"/>
                </a:solidFill>
              </a:defRPr>
            </a:lvl6pPr>
            <a:lvl7pPr algn="l">
              <a:defRPr sz="3900" b="1">
                <a:solidFill>
                  <a:srgbClr val="FFFFFF"/>
                </a:solidFill>
              </a:defRPr>
            </a:lvl7pPr>
            <a:lvl8pPr algn="l">
              <a:defRPr sz="3900" b="1">
                <a:solidFill>
                  <a:srgbClr val="FFFFFF"/>
                </a:solidFill>
              </a:defRPr>
            </a:lvl8pPr>
            <a:lvl9pPr algn="l">
              <a:defRPr sz="39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Python Loop Workshop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0358E8-6A5D-4462-BE0E-1ED3C2D3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0">
                <a:solidFill>
                  <a:srgbClr val="B8D7F0"/>
                </a:solidFill>
              </a:defRPr>
            </a:defPPr>
            <a:lvl1pPr algn="l">
              <a:defRPr sz="2100" b="0">
                <a:solidFill>
                  <a:srgbClr val="B8D7F0"/>
                </a:solidFill>
              </a:defRPr>
            </a:lvl1pPr>
            <a:lvl2pPr algn="l">
              <a:defRPr sz="2100" b="0">
                <a:solidFill>
                  <a:srgbClr val="B8D7F0"/>
                </a:solidFill>
              </a:defRPr>
            </a:lvl2pPr>
            <a:lvl3pPr algn="l">
              <a:defRPr sz="2100" b="0">
                <a:solidFill>
                  <a:srgbClr val="B8D7F0"/>
                </a:solidFill>
              </a:defRPr>
            </a:lvl3pPr>
            <a:lvl4pPr algn="l">
              <a:defRPr sz="2100" b="0">
                <a:solidFill>
                  <a:srgbClr val="B8D7F0"/>
                </a:solidFill>
              </a:defRPr>
            </a:lvl4pPr>
            <a:lvl5pPr algn="l">
              <a:defRPr sz="2100" b="0">
                <a:solidFill>
                  <a:srgbClr val="B8D7F0"/>
                </a:solidFill>
              </a:defRPr>
            </a:lvl5pPr>
            <a:lvl6pPr algn="l">
              <a:defRPr sz="2100" b="0">
                <a:solidFill>
                  <a:srgbClr val="B8D7F0"/>
                </a:solidFill>
              </a:defRPr>
            </a:lvl6pPr>
            <a:lvl7pPr algn="l">
              <a:defRPr sz="2100" b="0">
                <a:solidFill>
                  <a:srgbClr val="B8D7F0"/>
                </a:solidFill>
              </a:defRPr>
            </a:lvl7pPr>
            <a:lvl8pPr algn="l">
              <a:defRPr sz="2100" b="0">
                <a:solidFill>
                  <a:srgbClr val="B8D7F0"/>
                </a:solidFill>
              </a:defRPr>
            </a:lvl8pPr>
            <a:lvl9pPr algn="l">
              <a:defRPr sz="2100" b="0">
                <a:solidFill>
                  <a:srgbClr val="B8D7F0"/>
                </a:solidFill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B8D7F0"/>
                </a:solidFill>
              </a:defRPr>
            </a:pPr>
            <a:r>
              <a:rPr sz="2100" b="0">
                <a:solidFill>
                  <a:srgbClr val="B8D7F0"/>
                </a:solidFill>
              </a:rPr>
              <a:t>Beginner practice before every lab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77DEA0-EDF1-4E75-B3CF-43FE9E4C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D9E8F5"/>
                </a:solidFill>
              </a:defRPr>
            </a:defPPr>
            <a:lvl1pPr algn="l">
              <a:defRPr sz="1500" b="0">
                <a:solidFill>
                  <a:srgbClr val="D9E8F5"/>
                </a:solidFill>
              </a:defRPr>
            </a:lvl1pPr>
            <a:lvl2pPr algn="l">
              <a:defRPr sz="1500" b="0">
                <a:solidFill>
                  <a:srgbClr val="D9E8F5"/>
                </a:solidFill>
              </a:defRPr>
            </a:lvl2pPr>
            <a:lvl3pPr algn="l">
              <a:defRPr sz="1500" b="0">
                <a:solidFill>
                  <a:srgbClr val="D9E8F5"/>
                </a:solidFill>
              </a:defRPr>
            </a:lvl3pPr>
            <a:lvl4pPr algn="l">
              <a:defRPr sz="1500" b="0">
                <a:solidFill>
                  <a:srgbClr val="D9E8F5"/>
                </a:solidFill>
              </a:defRPr>
            </a:lvl4pPr>
            <a:lvl5pPr algn="l">
              <a:defRPr sz="1500" b="0">
                <a:solidFill>
                  <a:srgbClr val="D9E8F5"/>
                </a:solidFill>
              </a:defRPr>
            </a:lvl5pPr>
            <a:lvl6pPr algn="l">
              <a:defRPr sz="1500" b="0">
                <a:solidFill>
                  <a:srgbClr val="D9E8F5"/>
                </a:solidFill>
              </a:defRPr>
            </a:lvl6pPr>
            <a:lvl7pPr algn="l">
              <a:defRPr sz="1500" b="0">
                <a:solidFill>
                  <a:srgbClr val="D9E8F5"/>
                </a:solidFill>
              </a:defRPr>
            </a:lvl7pPr>
            <a:lvl8pPr algn="l">
              <a:defRPr sz="1500" b="0">
                <a:solidFill>
                  <a:srgbClr val="D9E8F5"/>
                </a:solidFill>
              </a:defRPr>
            </a:lvl8pPr>
            <a:lvl9pPr algn="l">
              <a:defRPr sz="1500" b="0">
                <a:solidFill>
                  <a:srgbClr val="D9E8F5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D9E8F5"/>
                </a:solidFill>
              </a:defRPr>
            </a:pPr>
            <a:r>
              <a:rPr sz="1500" b="0">
                <a:solidFill>
                  <a:srgbClr val="D9E8F5"/>
                </a:solidFill>
              </a:rPr>
              <a:t>Week 5  •  Mario review  •  Three guided Colab labs</a:t>
            </a:r>
          </a:p>
        </p:txBody>
      </p:sp>
    </p:spTree>
    <p:extLst>
      <p:ext uri="{BB962C8B-B14F-4D97-AF65-F5344CB8AC3E}">
        <p14:creationId xmlns:p14="http://schemas.microsoft.com/office/powerpoint/2010/main" val="20848565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9ED34C-650D-488E-8DCF-3F0053C1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23E3D2-D881-4E48-BA5E-94831DE07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Today’s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2B3D28-F8B7-4FF0-A68B-4202CBB0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We practice together before anyone works alone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273219-A17F-4902-9C1B-BCFA7493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3F6F56-DDF7-4CF4-AE59-DD54174A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0F766E"/>
                </a:solidFill>
              </a:defRPr>
            </a:defPPr>
            <a:lvl1pPr algn="l">
              <a:defRPr sz="1650" b="1">
                <a:solidFill>
                  <a:srgbClr val="0F766E"/>
                </a:solidFill>
              </a:defRPr>
            </a:lvl1pPr>
            <a:lvl2pPr algn="l">
              <a:defRPr sz="1650" b="1">
                <a:solidFill>
                  <a:srgbClr val="0F766E"/>
                </a:solidFill>
              </a:defRPr>
            </a:lvl2pPr>
            <a:lvl3pPr algn="l">
              <a:defRPr sz="1650" b="1">
                <a:solidFill>
                  <a:srgbClr val="0F766E"/>
                </a:solidFill>
              </a:defRPr>
            </a:lvl3pPr>
            <a:lvl4pPr algn="l">
              <a:defRPr sz="1650" b="1">
                <a:solidFill>
                  <a:srgbClr val="0F766E"/>
                </a:solidFill>
              </a:defRPr>
            </a:lvl4pPr>
            <a:lvl5pPr algn="l">
              <a:defRPr sz="1650" b="1">
                <a:solidFill>
                  <a:srgbClr val="0F766E"/>
                </a:solidFill>
              </a:defRPr>
            </a:lvl5pPr>
            <a:lvl6pPr algn="l">
              <a:defRPr sz="1650" b="1">
                <a:solidFill>
                  <a:srgbClr val="0F766E"/>
                </a:solidFill>
              </a:defRPr>
            </a:lvl6pPr>
            <a:lvl7pPr algn="l">
              <a:defRPr sz="1650" b="1">
                <a:solidFill>
                  <a:srgbClr val="0F766E"/>
                </a:solidFill>
              </a:defRPr>
            </a:lvl7pPr>
            <a:lvl8pPr algn="l">
              <a:defRPr sz="1650" b="1">
                <a:solidFill>
                  <a:srgbClr val="0F766E"/>
                </a:solidFill>
              </a:defRPr>
            </a:lvl8pPr>
            <a:lvl9pPr algn="l">
              <a:defRPr sz="16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7DB27F-6A60-429D-8D40-75059CCD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28750"/>
            <a:ext cx="1030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122033"/>
                </a:solidFill>
              </a:defRPr>
            </a:defPPr>
            <a:lvl1pPr algn="l">
              <a:defRPr sz="1650" b="0">
                <a:solidFill>
                  <a:srgbClr val="122033"/>
                </a:solidFill>
              </a:defRPr>
            </a:lvl1pPr>
            <a:lvl2pPr algn="l">
              <a:defRPr sz="1650" b="0">
                <a:solidFill>
                  <a:srgbClr val="122033"/>
                </a:solidFill>
              </a:defRPr>
            </a:lvl2pPr>
            <a:lvl3pPr algn="l">
              <a:defRPr sz="1650" b="0">
                <a:solidFill>
                  <a:srgbClr val="122033"/>
                </a:solidFill>
              </a:defRPr>
            </a:lvl3pPr>
            <a:lvl4pPr algn="l">
              <a:defRPr sz="1650" b="0">
                <a:solidFill>
                  <a:srgbClr val="122033"/>
                </a:solidFill>
              </a:defRPr>
            </a:lvl4pPr>
            <a:lvl5pPr algn="l">
              <a:defRPr sz="1650" b="0">
                <a:solidFill>
                  <a:srgbClr val="122033"/>
                </a:solidFill>
              </a:defRPr>
            </a:lvl5pPr>
            <a:lvl6pPr algn="l">
              <a:defRPr sz="1650" b="0">
                <a:solidFill>
                  <a:srgbClr val="122033"/>
                </a:solidFill>
              </a:defRPr>
            </a:lvl6pPr>
            <a:lvl7pPr algn="l">
              <a:defRPr sz="1650" b="0">
                <a:solidFill>
                  <a:srgbClr val="122033"/>
                </a:solidFill>
              </a:defRPr>
            </a:lvl7pPr>
            <a:lvl8pPr algn="l">
              <a:defRPr sz="1650" b="0">
                <a:solidFill>
                  <a:srgbClr val="122033"/>
                </a:solidFill>
              </a:defRPr>
            </a:lvl8pPr>
            <a:lvl9pPr algn="l">
              <a:defRPr sz="16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22033"/>
                </a:solidFill>
              </a:defRPr>
            </a:pPr>
            <a:r>
              <a:rPr sz="1650" b="0">
                <a:solidFill>
                  <a:srgbClr val="122033"/>
                </a:solidFill>
              </a:rPr>
              <a:t>9:00  Mario concept review and class voting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2DF17C-2B79-4558-B47B-FFFB9A12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0F766E"/>
                </a:solidFill>
              </a:defRPr>
            </a:defPPr>
            <a:lvl1pPr algn="l">
              <a:defRPr sz="1650" b="1">
                <a:solidFill>
                  <a:srgbClr val="0F766E"/>
                </a:solidFill>
              </a:defRPr>
            </a:lvl1pPr>
            <a:lvl2pPr algn="l">
              <a:defRPr sz="1650" b="1">
                <a:solidFill>
                  <a:srgbClr val="0F766E"/>
                </a:solidFill>
              </a:defRPr>
            </a:lvl2pPr>
            <a:lvl3pPr algn="l">
              <a:defRPr sz="1650" b="1">
                <a:solidFill>
                  <a:srgbClr val="0F766E"/>
                </a:solidFill>
              </a:defRPr>
            </a:lvl3pPr>
            <a:lvl4pPr algn="l">
              <a:defRPr sz="1650" b="1">
                <a:solidFill>
                  <a:srgbClr val="0F766E"/>
                </a:solidFill>
              </a:defRPr>
            </a:lvl4pPr>
            <a:lvl5pPr algn="l">
              <a:defRPr sz="1650" b="1">
                <a:solidFill>
                  <a:srgbClr val="0F766E"/>
                </a:solidFill>
              </a:defRPr>
            </a:lvl5pPr>
            <a:lvl6pPr algn="l">
              <a:defRPr sz="1650" b="1">
                <a:solidFill>
                  <a:srgbClr val="0F766E"/>
                </a:solidFill>
              </a:defRPr>
            </a:lvl6pPr>
            <a:lvl7pPr algn="l">
              <a:defRPr sz="1650" b="1">
                <a:solidFill>
                  <a:srgbClr val="0F766E"/>
                </a:solidFill>
              </a:defRPr>
            </a:lvl7pPr>
            <a:lvl8pPr algn="l">
              <a:defRPr sz="1650" b="1">
                <a:solidFill>
                  <a:srgbClr val="0F766E"/>
                </a:solidFill>
              </a:defRPr>
            </a:lvl8pPr>
            <a:lvl9pPr algn="l">
              <a:defRPr sz="16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991433-BC2E-4CD5-A30F-816CFF6D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14550"/>
            <a:ext cx="1030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122033"/>
                </a:solidFill>
              </a:defRPr>
            </a:defPPr>
            <a:lvl1pPr algn="l">
              <a:defRPr sz="1650" b="0">
                <a:solidFill>
                  <a:srgbClr val="122033"/>
                </a:solidFill>
              </a:defRPr>
            </a:lvl1pPr>
            <a:lvl2pPr algn="l">
              <a:defRPr sz="1650" b="0">
                <a:solidFill>
                  <a:srgbClr val="122033"/>
                </a:solidFill>
              </a:defRPr>
            </a:lvl2pPr>
            <a:lvl3pPr algn="l">
              <a:defRPr sz="1650" b="0">
                <a:solidFill>
                  <a:srgbClr val="122033"/>
                </a:solidFill>
              </a:defRPr>
            </a:lvl3pPr>
            <a:lvl4pPr algn="l">
              <a:defRPr sz="1650" b="0">
                <a:solidFill>
                  <a:srgbClr val="122033"/>
                </a:solidFill>
              </a:defRPr>
            </a:lvl4pPr>
            <a:lvl5pPr algn="l">
              <a:defRPr sz="1650" b="0">
                <a:solidFill>
                  <a:srgbClr val="122033"/>
                </a:solidFill>
              </a:defRPr>
            </a:lvl5pPr>
            <a:lvl6pPr algn="l">
              <a:defRPr sz="1650" b="0">
                <a:solidFill>
                  <a:srgbClr val="122033"/>
                </a:solidFill>
              </a:defRPr>
            </a:lvl6pPr>
            <a:lvl7pPr algn="l">
              <a:defRPr sz="1650" b="0">
                <a:solidFill>
                  <a:srgbClr val="122033"/>
                </a:solidFill>
              </a:defRPr>
            </a:lvl7pPr>
            <a:lvl8pPr algn="l">
              <a:defRPr sz="1650" b="0">
                <a:solidFill>
                  <a:srgbClr val="122033"/>
                </a:solidFill>
              </a:defRPr>
            </a:lvl8pPr>
            <a:lvl9pPr algn="l">
              <a:defRPr sz="16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22033"/>
                </a:solidFill>
              </a:defRPr>
            </a:pPr>
            <a:r>
              <a:rPr sz="1650" b="0">
                <a:solidFill>
                  <a:srgbClr val="122033"/>
                </a:solidFill>
              </a:rPr>
              <a:t>9:25  Loop practice with people, paper, and 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05C8EC-2659-480A-A3CF-8323C9F1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0F766E"/>
                </a:solidFill>
              </a:defRPr>
            </a:defPPr>
            <a:lvl1pPr algn="l">
              <a:defRPr sz="1650" b="1">
                <a:solidFill>
                  <a:srgbClr val="0F766E"/>
                </a:solidFill>
              </a:defRPr>
            </a:lvl1pPr>
            <a:lvl2pPr algn="l">
              <a:defRPr sz="1650" b="1">
                <a:solidFill>
                  <a:srgbClr val="0F766E"/>
                </a:solidFill>
              </a:defRPr>
            </a:lvl2pPr>
            <a:lvl3pPr algn="l">
              <a:defRPr sz="1650" b="1">
                <a:solidFill>
                  <a:srgbClr val="0F766E"/>
                </a:solidFill>
              </a:defRPr>
            </a:lvl3pPr>
            <a:lvl4pPr algn="l">
              <a:defRPr sz="1650" b="1">
                <a:solidFill>
                  <a:srgbClr val="0F766E"/>
                </a:solidFill>
              </a:defRPr>
            </a:lvl4pPr>
            <a:lvl5pPr algn="l">
              <a:defRPr sz="1650" b="1">
                <a:solidFill>
                  <a:srgbClr val="0F766E"/>
                </a:solidFill>
              </a:defRPr>
            </a:lvl5pPr>
            <a:lvl6pPr algn="l">
              <a:defRPr sz="1650" b="1">
                <a:solidFill>
                  <a:srgbClr val="0F766E"/>
                </a:solidFill>
              </a:defRPr>
            </a:lvl6pPr>
            <a:lvl7pPr algn="l">
              <a:defRPr sz="1650" b="1">
                <a:solidFill>
                  <a:srgbClr val="0F766E"/>
                </a:solidFill>
              </a:defRPr>
            </a:lvl7pPr>
            <a:lvl8pPr algn="l">
              <a:defRPr sz="1650" b="1">
                <a:solidFill>
                  <a:srgbClr val="0F766E"/>
                </a:solidFill>
              </a:defRPr>
            </a:lvl8pPr>
            <a:lvl9pPr algn="l">
              <a:defRPr sz="16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ABF725-BB28-4AF3-BE72-39E6F26E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00350"/>
            <a:ext cx="1030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122033"/>
                </a:solidFill>
              </a:defRPr>
            </a:defPPr>
            <a:lvl1pPr algn="l">
              <a:defRPr sz="1650" b="0">
                <a:solidFill>
                  <a:srgbClr val="122033"/>
                </a:solidFill>
              </a:defRPr>
            </a:lvl1pPr>
            <a:lvl2pPr algn="l">
              <a:defRPr sz="1650" b="0">
                <a:solidFill>
                  <a:srgbClr val="122033"/>
                </a:solidFill>
              </a:defRPr>
            </a:lvl2pPr>
            <a:lvl3pPr algn="l">
              <a:defRPr sz="1650" b="0">
                <a:solidFill>
                  <a:srgbClr val="122033"/>
                </a:solidFill>
              </a:defRPr>
            </a:lvl3pPr>
            <a:lvl4pPr algn="l">
              <a:defRPr sz="1650" b="0">
                <a:solidFill>
                  <a:srgbClr val="122033"/>
                </a:solidFill>
              </a:defRPr>
            </a:lvl4pPr>
            <a:lvl5pPr algn="l">
              <a:defRPr sz="1650" b="0">
                <a:solidFill>
                  <a:srgbClr val="122033"/>
                </a:solidFill>
              </a:defRPr>
            </a:lvl5pPr>
            <a:lvl6pPr algn="l">
              <a:defRPr sz="1650" b="0">
                <a:solidFill>
                  <a:srgbClr val="122033"/>
                </a:solidFill>
              </a:defRPr>
            </a:lvl6pPr>
            <a:lvl7pPr algn="l">
              <a:defRPr sz="1650" b="0">
                <a:solidFill>
                  <a:srgbClr val="122033"/>
                </a:solidFill>
              </a:defRPr>
            </a:lvl7pPr>
            <a:lvl8pPr algn="l">
              <a:defRPr sz="1650" b="0">
                <a:solidFill>
                  <a:srgbClr val="122033"/>
                </a:solidFill>
              </a:defRPr>
            </a:lvl8pPr>
            <a:lvl9pPr algn="l">
              <a:defRPr sz="16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22033"/>
                </a:solidFill>
              </a:defRPr>
            </a:pPr>
            <a:r>
              <a:rPr sz="1650" b="0">
                <a:solidFill>
                  <a:srgbClr val="122033"/>
                </a:solidFill>
              </a:rPr>
              <a:t>10:25  Break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3F763B-9A28-40EA-9F84-2D0E31E0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0F766E"/>
                </a:solidFill>
              </a:defRPr>
            </a:defPPr>
            <a:lvl1pPr algn="l">
              <a:defRPr sz="1650" b="1">
                <a:solidFill>
                  <a:srgbClr val="0F766E"/>
                </a:solidFill>
              </a:defRPr>
            </a:lvl1pPr>
            <a:lvl2pPr algn="l">
              <a:defRPr sz="1650" b="1">
                <a:solidFill>
                  <a:srgbClr val="0F766E"/>
                </a:solidFill>
              </a:defRPr>
            </a:lvl2pPr>
            <a:lvl3pPr algn="l">
              <a:defRPr sz="1650" b="1">
                <a:solidFill>
                  <a:srgbClr val="0F766E"/>
                </a:solidFill>
              </a:defRPr>
            </a:lvl3pPr>
            <a:lvl4pPr algn="l">
              <a:defRPr sz="1650" b="1">
                <a:solidFill>
                  <a:srgbClr val="0F766E"/>
                </a:solidFill>
              </a:defRPr>
            </a:lvl4pPr>
            <a:lvl5pPr algn="l">
              <a:defRPr sz="1650" b="1">
                <a:solidFill>
                  <a:srgbClr val="0F766E"/>
                </a:solidFill>
              </a:defRPr>
            </a:lvl5pPr>
            <a:lvl6pPr algn="l">
              <a:defRPr sz="1650" b="1">
                <a:solidFill>
                  <a:srgbClr val="0F766E"/>
                </a:solidFill>
              </a:defRPr>
            </a:lvl6pPr>
            <a:lvl7pPr algn="l">
              <a:defRPr sz="1650" b="1">
                <a:solidFill>
                  <a:srgbClr val="0F766E"/>
                </a:solidFill>
              </a:defRPr>
            </a:lvl7pPr>
            <a:lvl8pPr algn="l">
              <a:defRPr sz="1650" b="1">
                <a:solidFill>
                  <a:srgbClr val="0F766E"/>
                </a:solidFill>
              </a:defRPr>
            </a:lvl8pPr>
            <a:lvl9pPr algn="l">
              <a:defRPr sz="16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BA985F-AF3A-49C6-8DE6-5BCDA02B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86150"/>
            <a:ext cx="1030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122033"/>
                </a:solidFill>
              </a:defRPr>
            </a:defPPr>
            <a:lvl1pPr algn="l">
              <a:defRPr sz="1650" b="0">
                <a:solidFill>
                  <a:srgbClr val="122033"/>
                </a:solidFill>
              </a:defRPr>
            </a:lvl1pPr>
            <a:lvl2pPr algn="l">
              <a:defRPr sz="1650" b="0">
                <a:solidFill>
                  <a:srgbClr val="122033"/>
                </a:solidFill>
              </a:defRPr>
            </a:lvl2pPr>
            <a:lvl3pPr algn="l">
              <a:defRPr sz="1650" b="0">
                <a:solidFill>
                  <a:srgbClr val="122033"/>
                </a:solidFill>
              </a:defRPr>
            </a:lvl3pPr>
            <a:lvl4pPr algn="l">
              <a:defRPr sz="1650" b="0">
                <a:solidFill>
                  <a:srgbClr val="122033"/>
                </a:solidFill>
              </a:defRPr>
            </a:lvl4pPr>
            <a:lvl5pPr algn="l">
              <a:defRPr sz="1650" b="0">
                <a:solidFill>
                  <a:srgbClr val="122033"/>
                </a:solidFill>
              </a:defRPr>
            </a:lvl5pPr>
            <a:lvl6pPr algn="l">
              <a:defRPr sz="1650" b="0">
                <a:solidFill>
                  <a:srgbClr val="122033"/>
                </a:solidFill>
              </a:defRPr>
            </a:lvl6pPr>
            <a:lvl7pPr algn="l">
              <a:defRPr sz="1650" b="0">
                <a:solidFill>
                  <a:srgbClr val="122033"/>
                </a:solidFill>
              </a:defRPr>
            </a:lvl7pPr>
            <a:lvl8pPr algn="l">
              <a:defRPr sz="1650" b="0">
                <a:solidFill>
                  <a:srgbClr val="122033"/>
                </a:solidFill>
              </a:defRPr>
            </a:lvl8pPr>
            <a:lvl9pPr algn="l">
              <a:defRPr sz="16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22033"/>
                </a:solidFill>
              </a:defRPr>
            </a:pPr>
            <a:r>
              <a:rPr sz="1650" b="0">
                <a:solidFill>
                  <a:srgbClr val="122033"/>
                </a:solidFill>
              </a:rPr>
              <a:t>10:35  Guided Modules 1 and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D4479A-3022-41B3-BC2F-1283059F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0F766E"/>
                </a:solidFill>
              </a:defRPr>
            </a:defPPr>
            <a:lvl1pPr algn="l">
              <a:defRPr sz="1650" b="1">
                <a:solidFill>
                  <a:srgbClr val="0F766E"/>
                </a:solidFill>
              </a:defRPr>
            </a:lvl1pPr>
            <a:lvl2pPr algn="l">
              <a:defRPr sz="1650" b="1">
                <a:solidFill>
                  <a:srgbClr val="0F766E"/>
                </a:solidFill>
              </a:defRPr>
            </a:lvl2pPr>
            <a:lvl3pPr algn="l">
              <a:defRPr sz="1650" b="1">
                <a:solidFill>
                  <a:srgbClr val="0F766E"/>
                </a:solidFill>
              </a:defRPr>
            </a:lvl3pPr>
            <a:lvl4pPr algn="l">
              <a:defRPr sz="1650" b="1">
                <a:solidFill>
                  <a:srgbClr val="0F766E"/>
                </a:solidFill>
              </a:defRPr>
            </a:lvl4pPr>
            <a:lvl5pPr algn="l">
              <a:defRPr sz="1650" b="1">
                <a:solidFill>
                  <a:srgbClr val="0F766E"/>
                </a:solidFill>
              </a:defRPr>
            </a:lvl5pPr>
            <a:lvl6pPr algn="l">
              <a:defRPr sz="1650" b="1">
                <a:solidFill>
                  <a:srgbClr val="0F766E"/>
                </a:solidFill>
              </a:defRPr>
            </a:lvl6pPr>
            <a:lvl7pPr algn="l">
              <a:defRPr sz="1650" b="1">
                <a:solidFill>
                  <a:srgbClr val="0F766E"/>
                </a:solidFill>
              </a:defRPr>
            </a:lvl7pPr>
            <a:lvl8pPr algn="l">
              <a:defRPr sz="1650" b="1">
                <a:solidFill>
                  <a:srgbClr val="0F766E"/>
                </a:solidFill>
              </a:defRPr>
            </a:lvl8pPr>
            <a:lvl9pPr algn="l">
              <a:defRPr sz="16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AA8957-22DA-48F4-85F8-E8960C3F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71950"/>
            <a:ext cx="1030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122033"/>
                </a:solidFill>
              </a:defRPr>
            </a:defPPr>
            <a:lvl1pPr algn="l">
              <a:defRPr sz="1650" b="0">
                <a:solidFill>
                  <a:srgbClr val="122033"/>
                </a:solidFill>
              </a:defRPr>
            </a:lvl1pPr>
            <a:lvl2pPr algn="l">
              <a:defRPr sz="1650" b="0">
                <a:solidFill>
                  <a:srgbClr val="122033"/>
                </a:solidFill>
              </a:defRPr>
            </a:lvl2pPr>
            <a:lvl3pPr algn="l">
              <a:defRPr sz="1650" b="0">
                <a:solidFill>
                  <a:srgbClr val="122033"/>
                </a:solidFill>
              </a:defRPr>
            </a:lvl3pPr>
            <a:lvl4pPr algn="l">
              <a:defRPr sz="1650" b="0">
                <a:solidFill>
                  <a:srgbClr val="122033"/>
                </a:solidFill>
              </a:defRPr>
            </a:lvl4pPr>
            <a:lvl5pPr algn="l">
              <a:defRPr sz="1650" b="0">
                <a:solidFill>
                  <a:srgbClr val="122033"/>
                </a:solidFill>
              </a:defRPr>
            </a:lvl5pPr>
            <a:lvl6pPr algn="l">
              <a:defRPr sz="1650" b="0">
                <a:solidFill>
                  <a:srgbClr val="122033"/>
                </a:solidFill>
              </a:defRPr>
            </a:lvl6pPr>
            <a:lvl7pPr algn="l">
              <a:defRPr sz="1650" b="0">
                <a:solidFill>
                  <a:srgbClr val="122033"/>
                </a:solidFill>
              </a:defRPr>
            </a:lvl7pPr>
            <a:lvl8pPr algn="l">
              <a:defRPr sz="1650" b="0">
                <a:solidFill>
                  <a:srgbClr val="122033"/>
                </a:solidFill>
              </a:defRPr>
            </a:lvl8pPr>
            <a:lvl9pPr algn="l">
              <a:defRPr sz="16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22033"/>
                </a:solidFill>
              </a:defRPr>
            </a:pPr>
            <a:r>
              <a:rPr sz="1650" b="0">
                <a:solidFill>
                  <a:srgbClr val="122033"/>
                </a:solidFill>
              </a:rPr>
              <a:t>11:20  Break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9ECBC9-69CF-459F-94A0-035DAC48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0F766E"/>
                </a:solidFill>
              </a:defRPr>
            </a:defPPr>
            <a:lvl1pPr algn="l">
              <a:defRPr sz="1650" b="1">
                <a:solidFill>
                  <a:srgbClr val="0F766E"/>
                </a:solidFill>
              </a:defRPr>
            </a:lvl1pPr>
            <a:lvl2pPr algn="l">
              <a:defRPr sz="1650" b="1">
                <a:solidFill>
                  <a:srgbClr val="0F766E"/>
                </a:solidFill>
              </a:defRPr>
            </a:lvl2pPr>
            <a:lvl3pPr algn="l">
              <a:defRPr sz="1650" b="1">
                <a:solidFill>
                  <a:srgbClr val="0F766E"/>
                </a:solidFill>
              </a:defRPr>
            </a:lvl3pPr>
            <a:lvl4pPr algn="l">
              <a:defRPr sz="1650" b="1">
                <a:solidFill>
                  <a:srgbClr val="0F766E"/>
                </a:solidFill>
              </a:defRPr>
            </a:lvl4pPr>
            <a:lvl5pPr algn="l">
              <a:defRPr sz="1650" b="1">
                <a:solidFill>
                  <a:srgbClr val="0F766E"/>
                </a:solidFill>
              </a:defRPr>
            </a:lvl5pPr>
            <a:lvl6pPr algn="l">
              <a:defRPr sz="1650" b="1">
                <a:solidFill>
                  <a:srgbClr val="0F766E"/>
                </a:solidFill>
              </a:defRPr>
            </a:lvl6pPr>
            <a:lvl7pPr algn="l">
              <a:defRPr sz="1650" b="1">
                <a:solidFill>
                  <a:srgbClr val="0F766E"/>
                </a:solidFill>
              </a:defRPr>
            </a:lvl7pPr>
            <a:lvl8pPr algn="l">
              <a:defRPr sz="1650" b="1">
                <a:solidFill>
                  <a:srgbClr val="0F766E"/>
                </a:solidFill>
              </a:defRPr>
            </a:lvl8pPr>
            <a:lvl9pPr algn="l">
              <a:defRPr sz="16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13F567-0EF2-4D7A-BC27-603B1DE0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57750"/>
            <a:ext cx="1030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122033"/>
                </a:solidFill>
              </a:defRPr>
            </a:defPPr>
            <a:lvl1pPr algn="l">
              <a:defRPr sz="1650" b="0">
                <a:solidFill>
                  <a:srgbClr val="122033"/>
                </a:solidFill>
              </a:defRPr>
            </a:lvl1pPr>
            <a:lvl2pPr algn="l">
              <a:defRPr sz="1650" b="0">
                <a:solidFill>
                  <a:srgbClr val="122033"/>
                </a:solidFill>
              </a:defRPr>
            </a:lvl2pPr>
            <a:lvl3pPr algn="l">
              <a:defRPr sz="1650" b="0">
                <a:solidFill>
                  <a:srgbClr val="122033"/>
                </a:solidFill>
              </a:defRPr>
            </a:lvl3pPr>
            <a:lvl4pPr algn="l">
              <a:defRPr sz="1650" b="0">
                <a:solidFill>
                  <a:srgbClr val="122033"/>
                </a:solidFill>
              </a:defRPr>
            </a:lvl4pPr>
            <a:lvl5pPr algn="l">
              <a:defRPr sz="1650" b="0">
                <a:solidFill>
                  <a:srgbClr val="122033"/>
                </a:solidFill>
              </a:defRPr>
            </a:lvl5pPr>
            <a:lvl6pPr algn="l">
              <a:defRPr sz="1650" b="0">
                <a:solidFill>
                  <a:srgbClr val="122033"/>
                </a:solidFill>
              </a:defRPr>
            </a:lvl6pPr>
            <a:lvl7pPr algn="l">
              <a:defRPr sz="1650" b="0">
                <a:solidFill>
                  <a:srgbClr val="122033"/>
                </a:solidFill>
              </a:defRPr>
            </a:lvl7pPr>
            <a:lvl8pPr algn="l">
              <a:defRPr sz="1650" b="0">
                <a:solidFill>
                  <a:srgbClr val="122033"/>
                </a:solidFill>
              </a:defRPr>
            </a:lvl8pPr>
            <a:lvl9pPr algn="l">
              <a:defRPr sz="16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22033"/>
                </a:solidFill>
              </a:defRPr>
            </a:pPr>
            <a:r>
              <a:rPr sz="1650" b="0">
                <a:solidFill>
                  <a:srgbClr val="122033"/>
                </a:solidFill>
              </a:rPr>
              <a:t>11:30  Module 3 challenge, sharing, and exit check</a:t>
            </a:r>
          </a:p>
        </p:txBody>
      </p:sp>
    </p:spTree>
    <p:extLst>
      <p:ext uri="{BB962C8B-B14F-4D97-AF65-F5344CB8AC3E}">
        <p14:creationId xmlns:p14="http://schemas.microsoft.com/office/powerpoint/2010/main" val="10509686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FB95E0-44E1-4303-99AB-1240D4A3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389A06-A2FB-4DC7-8988-B71851D5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Participation routine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702C6C-393B-4D46-AA1F-27A074A9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Every student gets thinking time before anyone answers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DC70D8-5A19-4AAD-B8D3-33E5DE9B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D3AD70-9322-4F9A-B03C-6EC27101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287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0F766E"/>
                </a:solidFill>
              </a:defRPr>
            </a:defPPr>
            <a:lvl1pPr algn="l">
              <a:defRPr sz="1800" b="1">
                <a:solidFill>
                  <a:srgbClr val="0F766E"/>
                </a:solidFill>
              </a:defRPr>
            </a:lvl1pPr>
            <a:lvl2pPr algn="l">
              <a:defRPr sz="1800" b="1">
                <a:solidFill>
                  <a:srgbClr val="0F766E"/>
                </a:solidFill>
              </a:defRPr>
            </a:lvl2pPr>
            <a:lvl3pPr algn="l">
              <a:defRPr sz="1800" b="1">
                <a:solidFill>
                  <a:srgbClr val="0F766E"/>
                </a:solidFill>
              </a:defRPr>
            </a:lvl3pPr>
            <a:lvl4pPr algn="l">
              <a:defRPr sz="1800" b="1">
                <a:solidFill>
                  <a:srgbClr val="0F766E"/>
                </a:solidFill>
              </a:defRPr>
            </a:lvl4pPr>
            <a:lvl5pPr algn="l">
              <a:defRPr sz="1800" b="1">
                <a:solidFill>
                  <a:srgbClr val="0F766E"/>
                </a:solidFill>
              </a:defRPr>
            </a:lvl5pPr>
            <a:lvl6pPr algn="l">
              <a:defRPr sz="1800" b="1">
                <a:solidFill>
                  <a:srgbClr val="0F766E"/>
                </a:solidFill>
              </a:defRPr>
            </a:lvl6pPr>
            <a:lvl7pPr algn="l">
              <a:defRPr sz="1800" b="1">
                <a:solidFill>
                  <a:srgbClr val="0F766E"/>
                </a:solidFill>
              </a:defRPr>
            </a:lvl7pPr>
            <a:lvl8pPr algn="l">
              <a:defRPr sz="1800" b="1">
                <a:solidFill>
                  <a:srgbClr val="0F766E"/>
                </a:solidFill>
              </a:defRPr>
            </a:lvl8pPr>
            <a:lvl9pPr algn="l">
              <a:defRPr sz="18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B45B02-E9E0-40D3-BE25-1391ED12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428750"/>
            <a:ext cx="9639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Think silently for 20 seconds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D0361D-1C53-4E9E-A684-CA9A8410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14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0F766E"/>
                </a:solidFill>
              </a:defRPr>
            </a:defPPr>
            <a:lvl1pPr algn="l">
              <a:defRPr sz="1800" b="1">
                <a:solidFill>
                  <a:srgbClr val="0F766E"/>
                </a:solidFill>
              </a:defRPr>
            </a:lvl1pPr>
            <a:lvl2pPr algn="l">
              <a:defRPr sz="1800" b="1">
                <a:solidFill>
                  <a:srgbClr val="0F766E"/>
                </a:solidFill>
              </a:defRPr>
            </a:lvl2pPr>
            <a:lvl3pPr algn="l">
              <a:defRPr sz="1800" b="1">
                <a:solidFill>
                  <a:srgbClr val="0F766E"/>
                </a:solidFill>
              </a:defRPr>
            </a:lvl3pPr>
            <a:lvl4pPr algn="l">
              <a:defRPr sz="1800" b="1">
                <a:solidFill>
                  <a:srgbClr val="0F766E"/>
                </a:solidFill>
              </a:defRPr>
            </a:lvl4pPr>
            <a:lvl5pPr algn="l">
              <a:defRPr sz="1800" b="1">
                <a:solidFill>
                  <a:srgbClr val="0F766E"/>
                </a:solidFill>
              </a:defRPr>
            </a:lvl5pPr>
            <a:lvl6pPr algn="l">
              <a:defRPr sz="1800" b="1">
                <a:solidFill>
                  <a:srgbClr val="0F766E"/>
                </a:solidFill>
              </a:defRPr>
            </a:lvl6pPr>
            <a:lvl7pPr algn="l">
              <a:defRPr sz="1800" b="1">
                <a:solidFill>
                  <a:srgbClr val="0F766E"/>
                </a:solidFill>
              </a:defRPr>
            </a:lvl7pPr>
            <a:lvl8pPr algn="l">
              <a:defRPr sz="1800" b="1">
                <a:solidFill>
                  <a:srgbClr val="0F766E"/>
                </a:solidFill>
              </a:defRPr>
            </a:lvl8pPr>
            <a:lvl9pPr algn="l">
              <a:defRPr sz="18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9381C6-E1F3-40B0-9F03-4A8E17EF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114550"/>
            <a:ext cx="9639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Write one prediction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A2AB0D-9F8D-40EB-929A-7C91B7D3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03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0F766E"/>
                </a:solidFill>
              </a:defRPr>
            </a:defPPr>
            <a:lvl1pPr algn="l">
              <a:defRPr sz="1800" b="1">
                <a:solidFill>
                  <a:srgbClr val="0F766E"/>
                </a:solidFill>
              </a:defRPr>
            </a:lvl1pPr>
            <a:lvl2pPr algn="l">
              <a:defRPr sz="1800" b="1">
                <a:solidFill>
                  <a:srgbClr val="0F766E"/>
                </a:solidFill>
              </a:defRPr>
            </a:lvl2pPr>
            <a:lvl3pPr algn="l">
              <a:defRPr sz="1800" b="1">
                <a:solidFill>
                  <a:srgbClr val="0F766E"/>
                </a:solidFill>
              </a:defRPr>
            </a:lvl3pPr>
            <a:lvl4pPr algn="l">
              <a:defRPr sz="1800" b="1">
                <a:solidFill>
                  <a:srgbClr val="0F766E"/>
                </a:solidFill>
              </a:defRPr>
            </a:lvl4pPr>
            <a:lvl5pPr algn="l">
              <a:defRPr sz="1800" b="1">
                <a:solidFill>
                  <a:srgbClr val="0F766E"/>
                </a:solidFill>
              </a:defRPr>
            </a:lvl5pPr>
            <a:lvl6pPr algn="l">
              <a:defRPr sz="1800" b="1">
                <a:solidFill>
                  <a:srgbClr val="0F766E"/>
                </a:solidFill>
              </a:defRPr>
            </a:lvl6pPr>
            <a:lvl7pPr algn="l">
              <a:defRPr sz="1800" b="1">
                <a:solidFill>
                  <a:srgbClr val="0F766E"/>
                </a:solidFill>
              </a:defRPr>
            </a:lvl7pPr>
            <a:lvl8pPr algn="l">
              <a:defRPr sz="1800" b="1">
                <a:solidFill>
                  <a:srgbClr val="0F766E"/>
                </a:solidFill>
              </a:defRPr>
            </a:lvl8pPr>
            <a:lvl9pPr algn="l">
              <a:defRPr sz="18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6E0C5B-9D07-401A-9A19-49AF3550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800350"/>
            <a:ext cx="9639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Compare with one partner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CCBA1C-1E71-4978-904B-243132B4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861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0F766E"/>
                </a:solidFill>
              </a:defRPr>
            </a:defPPr>
            <a:lvl1pPr algn="l">
              <a:defRPr sz="1800" b="1">
                <a:solidFill>
                  <a:srgbClr val="0F766E"/>
                </a:solidFill>
              </a:defRPr>
            </a:lvl1pPr>
            <a:lvl2pPr algn="l">
              <a:defRPr sz="1800" b="1">
                <a:solidFill>
                  <a:srgbClr val="0F766E"/>
                </a:solidFill>
              </a:defRPr>
            </a:lvl2pPr>
            <a:lvl3pPr algn="l">
              <a:defRPr sz="1800" b="1">
                <a:solidFill>
                  <a:srgbClr val="0F766E"/>
                </a:solidFill>
              </a:defRPr>
            </a:lvl3pPr>
            <a:lvl4pPr algn="l">
              <a:defRPr sz="1800" b="1">
                <a:solidFill>
                  <a:srgbClr val="0F766E"/>
                </a:solidFill>
              </a:defRPr>
            </a:lvl4pPr>
            <a:lvl5pPr algn="l">
              <a:defRPr sz="1800" b="1">
                <a:solidFill>
                  <a:srgbClr val="0F766E"/>
                </a:solidFill>
              </a:defRPr>
            </a:lvl5pPr>
            <a:lvl6pPr algn="l">
              <a:defRPr sz="1800" b="1">
                <a:solidFill>
                  <a:srgbClr val="0F766E"/>
                </a:solidFill>
              </a:defRPr>
            </a:lvl6pPr>
            <a:lvl7pPr algn="l">
              <a:defRPr sz="1800" b="1">
                <a:solidFill>
                  <a:srgbClr val="0F766E"/>
                </a:solidFill>
              </a:defRPr>
            </a:lvl7pPr>
            <a:lvl8pPr algn="l">
              <a:defRPr sz="1800" b="1">
                <a:solidFill>
                  <a:srgbClr val="0F766E"/>
                </a:solidFill>
              </a:defRPr>
            </a:lvl8pPr>
            <a:lvl9pPr algn="l">
              <a:defRPr sz="18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A3695E-211C-47F5-A5FD-3B8E0595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86150"/>
            <a:ext cx="9639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Vote with fingers: 1, 2, or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A2D880-39DE-4C23-8F33-F6B08421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0F766E"/>
                </a:solidFill>
              </a:defRPr>
            </a:defPPr>
            <a:lvl1pPr algn="l">
              <a:defRPr sz="1800" b="1">
                <a:solidFill>
                  <a:srgbClr val="0F766E"/>
                </a:solidFill>
              </a:defRPr>
            </a:lvl1pPr>
            <a:lvl2pPr algn="l">
              <a:defRPr sz="1800" b="1">
                <a:solidFill>
                  <a:srgbClr val="0F766E"/>
                </a:solidFill>
              </a:defRPr>
            </a:lvl2pPr>
            <a:lvl3pPr algn="l">
              <a:defRPr sz="1800" b="1">
                <a:solidFill>
                  <a:srgbClr val="0F766E"/>
                </a:solidFill>
              </a:defRPr>
            </a:lvl3pPr>
            <a:lvl4pPr algn="l">
              <a:defRPr sz="1800" b="1">
                <a:solidFill>
                  <a:srgbClr val="0F766E"/>
                </a:solidFill>
              </a:defRPr>
            </a:lvl4pPr>
            <a:lvl5pPr algn="l">
              <a:defRPr sz="1800" b="1">
                <a:solidFill>
                  <a:srgbClr val="0F766E"/>
                </a:solidFill>
              </a:defRPr>
            </a:lvl5pPr>
            <a:lvl6pPr algn="l">
              <a:defRPr sz="1800" b="1">
                <a:solidFill>
                  <a:srgbClr val="0F766E"/>
                </a:solidFill>
              </a:defRPr>
            </a:lvl6pPr>
            <a:lvl7pPr algn="l">
              <a:defRPr sz="1800" b="1">
                <a:solidFill>
                  <a:srgbClr val="0F766E"/>
                </a:solidFill>
              </a:defRPr>
            </a:lvl7pPr>
            <a:lvl8pPr algn="l">
              <a:defRPr sz="1800" b="1">
                <a:solidFill>
                  <a:srgbClr val="0F766E"/>
                </a:solidFill>
              </a:defRPr>
            </a:lvl8pPr>
            <a:lvl9pPr algn="l">
              <a:defRPr sz="18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2F9458-19AC-47CD-8D67-35556831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71950"/>
            <a:ext cx="9639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Run the code only after the vote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163FFD-E1BF-46FD-9E52-E0F5A75A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577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0F766E"/>
                </a:solidFill>
              </a:defRPr>
            </a:defPPr>
            <a:lvl1pPr algn="l">
              <a:defRPr sz="1800" b="1">
                <a:solidFill>
                  <a:srgbClr val="0F766E"/>
                </a:solidFill>
              </a:defRPr>
            </a:lvl1pPr>
            <a:lvl2pPr algn="l">
              <a:defRPr sz="1800" b="1">
                <a:solidFill>
                  <a:srgbClr val="0F766E"/>
                </a:solidFill>
              </a:defRPr>
            </a:lvl2pPr>
            <a:lvl3pPr algn="l">
              <a:defRPr sz="1800" b="1">
                <a:solidFill>
                  <a:srgbClr val="0F766E"/>
                </a:solidFill>
              </a:defRPr>
            </a:lvl3pPr>
            <a:lvl4pPr algn="l">
              <a:defRPr sz="1800" b="1">
                <a:solidFill>
                  <a:srgbClr val="0F766E"/>
                </a:solidFill>
              </a:defRPr>
            </a:lvl4pPr>
            <a:lvl5pPr algn="l">
              <a:defRPr sz="1800" b="1">
                <a:solidFill>
                  <a:srgbClr val="0F766E"/>
                </a:solidFill>
              </a:defRPr>
            </a:lvl5pPr>
            <a:lvl6pPr algn="l">
              <a:defRPr sz="1800" b="1">
                <a:solidFill>
                  <a:srgbClr val="0F766E"/>
                </a:solidFill>
              </a:defRPr>
            </a:lvl6pPr>
            <a:lvl7pPr algn="l">
              <a:defRPr sz="1800" b="1">
                <a:solidFill>
                  <a:srgbClr val="0F766E"/>
                </a:solidFill>
              </a:defRPr>
            </a:lvl7pPr>
            <a:lvl8pPr algn="l">
              <a:defRPr sz="1800" b="1">
                <a:solidFill>
                  <a:srgbClr val="0F766E"/>
                </a:solidFill>
              </a:defRPr>
            </a:lvl8pPr>
            <a:lvl9pPr algn="l">
              <a:defRPr sz="18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8DCFAE-0276-46C7-90D5-C64D2A4F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857750"/>
            <a:ext cx="9639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Explain the result in plain English</a:t>
            </a:r>
          </a:p>
        </p:txBody>
      </p:sp>
    </p:spTree>
    <p:extLst>
      <p:ext uri="{BB962C8B-B14F-4D97-AF65-F5344CB8AC3E}">
        <p14:creationId xmlns:p14="http://schemas.microsoft.com/office/powerpoint/2010/main" val="18224525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3F4C38-491F-4462-8215-5582BF03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F60CCC-6C96-489E-99DF-CDDEF847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A loop repeats a block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891A19-9978-4699-9D7D-D21A9C94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The computer follows the same steps for several values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047AA7-ADFE-4870-87E8-78D2EC28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CD1D59-12A0-4549-8DC0-7A5A73B2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0F766E"/>
                </a:solidFill>
              </a:defRPr>
            </a:defPPr>
            <a:lvl1pPr algn="l">
              <a:defRPr sz="1350" b="1">
                <a:solidFill>
                  <a:srgbClr val="0F766E"/>
                </a:solidFill>
              </a:defRPr>
            </a:lvl1pPr>
            <a:lvl2pPr algn="l">
              <a:defRPr sz="1350" b="1">
                <a:solidFill>
                  <a:srgbClr val="0F766E"/>
                </a:solidFill>
              </a:defRPr>
            </a:lvl2pPr>
            <a:lvl3pPr algn="l">
              <a:defRPr sz="1350" b="1">
                <a:solidFill>
                  <a:srgbClr val="0F766E"/>
                </a:solidFill>
              </a:defRPr>
            </a:lvl3pPr>
            <a:lvl4pPr algn="l">
              <a:defRPr sz="1350" b="1">
                <a:solidFill>
                  <a:srgbClr val="0F766E"/>
                </a:solidFill>
              </a:defRPr>
            </a:lvl4pPr>
            <a:lvl5pPr algn="l">
              <a:defRPr sz="1350" b="1">
                <a:solidFill>
                  <a:srgbClr val="0F766E"/>
                </a:solidFill>
              </a:defRPr>
            </a:lvl5pPr>
            <a:lvl6pPr algn="l">
              <a:defRPr sz="1350" b="1">
                <a:solidFill>
                  <a:srgbClr val="0F766E"/>
                </a:solidFill>
              </a:defRPr>
            </a:lvl6pPr>
            <a:lvl7pPr algn="l">
              <a:defRPr sz="1350" b="1">
                <a:solidFill>
                  <a:srgbClr val="0F766E"/>
                </a:solidFill>
              </a:defRPr>
            </a:lvl7pPr>
            <a:lvl8pPr algn="l">
              <a:defRPr sz="1350" b="1">
                <a:solidFill>
                  <a:srgbClr val="0F766E"/>
                </a:solidFill>
              </a:defRPr>
            </a:lvl8pPr>
            <a:lvl9pPr algn="l">
              <a:defRPr sz="13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PLAIN ENGLISH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C0650B-AA49-4850-A13E-B736C6C88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4787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22033"/>
                </a:solidFill>
              </a:defRPr>
            </a:defPPr>
            <a:lvl1pPr algn="l">
              <a:defRPr sz="2400" b="1">
                <a:solidFill>
                  <a:srgbClr val="122033"/>
                </a:solidFill>
              </a:defRPr>
            </a:lvl1pPr>
            <a:lvl2pPr algn="l">
              <a:defRPr sz="2400" b="1">
                <a:solidFill>
                  <a:srgbClr val="122033"/>
                </a:solidFill>
              </a:defRPr>
            </a:lvl2pPr>
            <a:lvl3pPr algn="l">
              <a:defRPr sz="2400" b="1">
                <a:solidFill>
                  <a:srgbClr val="122033"/>
                </a:solidFill>
              </a:defRPr>
            </a:lvl3pPr>
            <a:lvl4pPr algn="l">
              <a:defRPr sz="2400" b="1">
                <a:solidFill>
                  <a:srgbClr val="122033"/>
                </a:solidFill>
              </a:defRPr>
            </a:lvl4pPr>
            <a:lvl5pPr algn="l">
              <a:defRPr sz="2400" b="1">
                <a:solidFill>
                  <a:srgbClr val="122033"/>
                </a:solidFill>
              </a:defRPr>
            </a:lvl5pPr>
            <a:lvl6pPr algn="l">
              <a:defRPr sz="2400" b="1">
                <a:solidFill>
                  <a:srgbClr val="122033"/>
                </a:solidFill>
              </a:defRPr>
            </a:lvl6pPr>
            <a:lvl7pPr algn="l">
              <a:defRPr sz="2400" b="1">
                <a:solidFill>
                  <a:srgbClr val="122033"/>
                </a:solidFill>
              </a:defRPr>
            </a:lvl7pPr>
            <a:lvl8pPr algn="l">
              <a:defRPr sz="2400" b="1">
                <a:solidFill>
                  <a:srgbClr val="122033"/>
                </a:solidFill>
              </a:defRPr>
            </a:lvl8pPr>
            <a:lvl9pPr algn="l">
              <a:defRPr sz="2400" b="1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22033"/>
                </a:solidFill>
              </a:defRPr>
            </a:pPr>
            <a:r>
              <a:rPr sz="2400" b="1">
                <a:solidFill>
                  <a:srgbClr val="122033"/>
                </a:solidFill>
              </a:rPr>
              <a:t>For each player in the team, print the player’s name.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0CE40F-245D-446D-ABDE-76413026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0F766E"/>
                </a:solidFill>
              </a:defRPr>
            </a:defPPr>
            <a:lvl1pPr algn="l">
              <a:defRPr sz="1350" b="1">
                <a:solidFill>
                  <a:srgbClr val="0F766E"/>
                </a:solidFill>
              </a:defRPr>
            </a:lvl1pPr>
            <a:lvl2pPr algn="l">
              <a:defRPr sz="1350" b="1">
                <a:solidFill>
                  <a:srgbClr val="0F766E"/>
                </a:solidFill>
              </a:defRPr>
            </a:lvl2pPr>
            <a:lvl3pPr algn="l">
              <a:defRPr sz="1350" b="1">
                <a:solidFill>
                  <a:srgbClr val="0F766E"/>
                </a:solidFill>
              </a:defRPr>
            </a:lvl3pPr>
            <a:lvl4pPr algn="l">
              <a:defRPr sz="1350" b="1">
                <a:solidFill>
                  <a:srgbClr val="0F766E"/>
                </a:solidFill>
              </a:defRPr>
            </a:lvl4pPr>
            <a:lvl5pPr algn="l">
              <a:defRPr sz="1350" b="1">
                <a:solidFill>
                  <a:srgbClr val="0F766E"/>
                </a:solidFill>
              </a:defRPr>
            </a:lvl5pPr>
            <a:lvl6pPr algn="l">
              <a:defRPr sz="1350" b="1">
                <a:solidFill>
                  <a:srgbClr val="0F766E"/>
                </a:solidFill>
              </a:defRPr>
            </a:lvl6pPr>
            <a:lvl7pPr algn="l">
              <a:defRPr sz="1350" b="1">
                <a:solidFill>
                  <a:srgbClr val="0F766E"/>
                </a:solidFill>
              </a:defRPr>
            </a:lvl7pPr>
            <a:lvl8pPr algn="l">
              <a:defRPr sz="1350" b="1">
                <a:solidFill>
                  <a:srgbClr val="0F766E"/>
                </a:solidFill>
              </a:defRPr>
            </a:lvl8pPr>
            <a:lvl9pPr algn="l">
              <a:defRPr sz="13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PYTHON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4CF795-3A50-4444-A1D2-FFF50937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8096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D4F274-F8A6-45A5-9434-A4A79337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14750"/>
            <a:ext cx="75628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players = ["Ava", "Noah", "Zion"]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for player in players: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print(player)</a:t>
            </a:r>
          </a:p>
        </p:txBody>
      </p:sp>
    </p:spTree>
    <p:extLst>
      <p:ext uri="{BB962C8B-B14F-4D97-AF65-F5344CB8AC3E}">
        <p14:creationId xmlns:p14="http://schemas.microsoft.com/office/powerpoint/2010/main" val="9689960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475679-AB45-4F62-9104-DAD326DDA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51D323-19F9-4F60-A50F-B4102964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Human loop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1E4474-3F48-45B3-AB10-233821DE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Three volunteers act as the list, loop variable, and computer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6B1EC0-176F-44B7-8CE9-5FA03DE5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A9A30E-1965-4731-8E54-FA2ECF26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049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579761-F68C-4598-9ACB-E0FE3B79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504950"/>
            <a:ext cx="99726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List student points to the next name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1C62D0-4637-4EC0-AE12-05602F00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E8A786-991C-49F2-9E71-15C643C6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99726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Variable student holds that one name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E57262-E451-4F7B-A06B-30163BD0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6E3BCD-056E-443E-997D-763EAFC6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05150"/>
            <a:ext cx="99726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Computer student reads the indented instruction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8A9860-29CB-49A5-991C-17105FCF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B4720A-1F7B-4A2A-875D-A9B7A84E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99726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Class counts the iteration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704B25-744B-44CF-80C3-7B1E5B8E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053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7581C2-F2CE-4085-928C-A4024D1B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05350"/>
            <a:ext cx="99726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Repeat until the list has no more items</a:t>
            </a:r>
          </a:p>
        </p:txBody>
      </p:sp>
    </p:spTree>
    <p:extLst>
      <p:ext uri="{BB962C8B-B14F-4D97-AF65-F5344CB8AC3E}">
        <p14:creationId xmlns:p14="http://schemas.microsoft.com/office/powerpoint/2010/main" val="1494673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8891ED-1FE1-472C-8E54-561C907F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70BB4-FA11-44FD-94F5-E81A1806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Parts of a for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A46C9E-4D1B-4B93-972A-57503940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Point to each part before tracing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738A3C-8BF8-48ED-9599-AE4E3ED3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4AFAFA-9FEB-4D18-B32B-44877FF3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23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302191-38AF-4DB7-9EB8-7407DE73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05000"/>
            <a:ext cx="67056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enemies = ["slime", "ghost", "dragon"]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for enemy in enemies: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print("Battle:", enemy)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CB71ED-F530-4A2B-801F-EE854278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1D4ED8"/>
                </a:solidFill>
              </a:defRPr>
            </a:defPPr>
            <a:lvl1pPr algn="l">
              <a:defRPr sz="1725" b="1">
                <a:solidFill>
                  <a:srgbClr val="1D4ED8"/>
                </a:solidFill>
              </a:defRPr>
            </a:lvl1pPr>
            <a:lvl2pPr algn="l">
              <a:defRPr sz="1725" b="1">
                <a:solidFill>
                  <a:srgbClr val="1D4ED8"/>
                </a:solidFill>
              </a:defRPr>
            </a:lvl2pPr>
            <a:lvl3pPr algn="l">
              <a:defRPr sz="1725" b="1">
                <a:solidFill>
                  <a:srgbClr val="1D4ED8"/>
                </a:solidFill>
              </a:defRPr>
            </a:lvl3pPr>
            <a:lvl4pPr algn="l">
              <a:defRPr sz="1725" b="1">
                <a:solidFill>
                  <a:srgbClr val="1D4ED8"/>
                </a:solidFill>
              </a:defRPr>
            </a:lvl4pPr>
            <a:lvl5pPr algn="l">
              <a:defRPr sz="1725" b="1">
                <a:solidFill>
                  <a:srgbClr val="1D4ED8"/>
                </a:solidFill>
              </a:defRPr>
            </a:lvl5pPr>
            <a:lvl6pPr algn="l">
              <a:defRPr sz="1725" b="1">
                <a:solidFill>
                  <a:srgbClr val="1D4ED8"/>
                </a:solidFill>
              </a:defRPr>
            </a:lvl6pPr>
            <a:lvl7pPr algn="l">
              <a:defRPr sz="1725" b="1">
                <a:solidFill>
                  <a:srgbClr val="1D4ED8"/>
                </a:solidFill>
              </a:defRPr>
            </a:lvl7pPr>
            <a:lvl8pPr algn="l">
              <a:defRPr sz="1725" b="1">
                <a:solidFill>
                  <a:srgbClr val="1D4ED8"/>
                </a:solidFill>
              </a:defRPr>
            </a:lvl8pPr>
            <a:lvl9pPr algn="l">
              <a:defRPr sz="1725" b="1">
                <a:solidFill>
                  <a:srgbClr val="1D4ED8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D4ED8"/>
                </a:solidFill>
              </a:defRPr>
            </a:pPr>
            <a:r>
              <a:rPr sz="1725" b="1">
                <a:solidFill>
                  <a:srgbClr val="1D4ED8"/>
                </a:solidFill>
              </a:rPr>
              <a:t>collection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164E66-1E7F-4E45-B7B0-C926643F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E85D4A"/>
                </a:solidFill>
              </a:defRPr>
            </a:defPPr>
            <a:lvl1pPr algn="l">
              <a:defRPr sz="1725" b="1">
                <a:solidFill>
                  <a:srgbClr val="E85D4A"/>
                </a:solidFill>
              </a:defRPr>
            </a:lvl1pPr>
            <a:lvl2pPr algn="l">
              <a:defRPr sz="1725" b="1">
                <a:solidFill>
                  <a:srgbClr val="E85D4A"/>
                </a:solidFill>
              </a:defRPr>
            </a:lvl2pPr>
            <a:lvl3pPr algn="l">
              <a:defRPr sz="1725" b="1">
                <a:solidFill>
                  <a:srgbClr val="E85D4A"/>
                </a:solidFill>
              </a:defRPr>
            </a:lvl3pPr>
            <a:lvl4pPr algn="l">
              <a:defRPr sz="1725" b="1">
                <a:solidFill>
                  <a:srgbClr val="E85D4A"/>
                </a:solidFill>
              </a:defRPr>
            </a:lvl4pPr>
            <a:lvl5pPr algn="l">
              <a:defRPr sz="1725" b="1">
                <a:solidFill>
                  <a:srgbClr val="E85D4A"/>
                </a:solidFill>
              </a:defRPr>
            </a:lvl5pPr>
            <a:lvl6pPr algn="l">
              <a:defRPr sz="1725" b="1">
                <a:solidFill>
                  <a:srgbClr val="E85D4A"/>
                </a:solidFill>
              </a:defRPr>
            </a:lvl6pPr>
            <a:lvl7pPr algn="l">
              <a:defRPr sz="1725" b="1">
                <a:solidFill>
                  <a:srgbClr val="E85D4A"/>
                </a:solidFill>
              </a:defRPr>
            </a:lvl7pPr>
            <a:lvl8pPr algn="l">
              <a:defRPr sz="1725" b="1">
                <a:solidFill>
                  <a:srgbClr val="E85D4A"/>
                </a:solidFill>
              </a:defRPr>
            </a:lvl8pPr>
            <a:lvl9pPr algn="l">
              <a:defRPr sz="1725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E85D4A"/>
                </a:solidFill>
              </a:defRPr>
            </a:pPr>
            <a:r>
              <a:rPr sz="1725" b="1">
                <a:solidFill>
                  <a:srgbClr val="E85D4A"/>
                </a:solidFill>
              </a:rPr>
              <a:t>loop variable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70FBAA-62F9-45A9-BA66-60D72B8E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385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15803D"/>
                </a:solidFill>
              </a:defRPr>
            </a:defPPr>
            <a:lvl1pPr algn="l">
              <a:defRPr sz="1725" b="1">
                <a:solidFill>
                  <a:srgbClr val="15803D"/>
                </a:solidFill>
              </a:defRPr>
            </a:lvl1pPr>
            <a:lvl2pPr algn="l">
              <a:defRPr sz="1725" b="1">
                <a:solidFill>
                  <a:srgbClr val="15803D"/>
                </a:solidFill>
              </a:defRPr>
            </a:lvl2pPr>
            <a:lvl3pPr algn="l">
              <a:defRPr sz="1725" b="1">
                <a:solidFill>
                  <a:srgbClr val="15803D"/>
                </a:solidFill>
              </a:defRPr>
            </a:lvl3pPr>
            <a:lvl4pPr algn="l">
              <a:defRPr sz="1725" b="1">
                <a:solidFill>
                  <a:srgbClr val="15803D"/>
                </a:solidFill>
              </a:defRPr>
            </a:lvl4pPr>
            <a:lvl5pPr algn="l">
              <a:defRPr sz="1725" b="1">
                <a:solidFill>
                  <a:srgbClr val="15803D"/>
                </a:solidFill>
              </a:defRPr>
            </a:lvl5pPr>
            <a:lvl6pPr algn="l">
              <a:defRPr sz="1725" b="1">
                <a:solidFill>
                  <a:srgbClr val="15803D"/>
                </a:solidFill>
              </a:defRPr>
            </a:lvl6pPr>
            <a:lvl7pPr algn="l">
              <a:defRPr sz="1725" b="1">
                <a:solidFill>
                  <a:srgbClr val="15803D"/>
                </a:solidFill>
              </a:defRPr>
            </a:lvl7pPr>
            <a:lvl8pPr algn="l">
              <a:defRPr sz="1725" b="1">
                <a:solidFill>
                  <a:srgbClr val="15803D"/>
                </a:solidFill>
              </a:defRPr>
            </a:lvl8pPr>
            <a:lvl9pPr algn="l">
              <a:defRPr sz="1725" b="1">
                <a:solidFill>
                  <a:srgbClr val="15803D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5803D"/>
                </a:solidFill>
              </a:defRPr>
            </a:pPr>
            <a:r>
              <a:rPr sz="1725" b="1">
                <a:solidFill>
                  <a:srgbClr val="15803D"/>
                </a:solidFill>
              </a:rPr>
              <a:t>repeated block</a:t>
            </a:r>
          </a:p>
        </p:txBody>
      </p:sp>
    </p:spTree>
    <p:extLst>
      <p:ext uri="{BB962C8B-B14F-4D97-AF65-F5344CB8AC3E}">
        <p14:creationId xmlns:p14="http://schemas.microsoft.com/office/powerpoint/2010/main" val="6658470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4A5E29-5BCB-468C-B689-C3712F49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C21CE6-3B97-4BE3-9053-1EF6E7BE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Trace one iteration at a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3E3A47-6B09-4226-9663-7A089129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Predict the final count before Run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A553CB-D17B-4781-AF7B-BCCF0CFD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FADF43-A951-4F25-98C5-3BB9E87A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2390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7FB7B2-8AE8-452C-A92D-7904B13D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67056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enemies = ["slime", "ghost", "dragon"]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count =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for enemy in enemies: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count = count + 1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print(count, enemy)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print("Final:", count)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4303E8-D716-45F3-BEE9-4CEC57DC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192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0F766E"/>
                </a:solidFill>
              </a:defRPr>
            </a:defPPr>
            <a:lvl1pPr algn="l">
              <a:defRPr sz="1800" b="1">
                <a:solidFill>
                  <a:srgbClr val="0F766E"/>
                </a:solidFill>
              </a:defRPr>
            </a:lvl1pPr>
            <a:lvl2pPr algn="l">
              <a:defRPr sz="1800" b="1">
                <a:solidFill>
                  <a:srgbClr val="0F766E"/>
                </a:solidFill>
              </a:defRPr>
            </a:lvl2pPr>
            <a:lvl3pPr algn="l">
              <a:defRPr sz="1800" b="1">
                <a:solidFill>
                  <a:srgbClr val="0F766E"/>
                </a:solidFill>
              </a:defRPr>
            </a:lvl3pPr>
            <a:lvl4pPr algn="l">
              <a:defRPr sz="1800" b="1">
                <a:solidFill>
                  <a:srgbClr val="0F766E"/>
                </a:solidFill>
              </a:defRPr>
            </a:lvl4pPr>
            <a:lvl5pPr algn="l">
              <a:defRPr sz="1800" b="1">
                <a:solidFill>
                  <a:srgbClr val="0F766E"/>
                </a:solidFill>
              </a:defRPr>
            </a:lvl5pPr>
            <a:lvl6pPr algn="l">
              <a:defRPr sz="1800" b="1">
                <a:solidFill>
                  <a:srgbClr val="0F766E"/>
                </a:solidFill>
              </a:defRPr>
            </a:lvl6pPr>
            <a:lvl7pPr algn="l">
              <a:defRPr sz="1800" b="1">
                <a:solidFill>
                  <a:srgbClr val="0F766E"/>
                </a:solidFill>
              </a:defRPr>
            </a:lvl7pPr>
            <a:lvl8pPr algn="l">
              <a:defRPr sz="1800" b="1">
                <a:solidFill>
                  <a:srgbClr val="0F766E"/>
                </a:solidFill>
              </a:defRPr>
            </a:lvl8pPr>
            <a:lvl9pPr algn="l">
              <a:defRPr sz="18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Trace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AB86C4-0FE9-4288-92E4-F8DD65D4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14550"/>
            <a:ext cx="2952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Start: count =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1: count = ___</a:t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2: count = ___</a:t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3: count = ___</a:t>
            </a:r>
          </a:p>
        </p:txBody>
      </p:sp>
    </p:spTree>
    <p:extLst>
      <p:ext uri="{BB962C8B-B14F-4D97-AF65-F5344CB8AC3E}">
        <p14:creationId xmlns:p14="http://schemas.microsoft.com/office/powerpoint/2010/main" val="9935058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31126D-BC14-4EA3-8131-C5571B05A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D59A2F-5D47-4E57-9379-78DF0FAB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An accumulator builds a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7F61EB-34DD-46C7-A682-9D2EACB6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The variable keeps the total from earlier iterations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1C11DF-18B2-47FA-B88E-9600D4FE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45DC0F-EDF5-4CED-A957-5430D230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6572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FF565C-E7C7-4114-B991-A25AE28A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05000"/>
            <a:ext cx="60388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scores = [4, 6, 5]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total =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for score in scores: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total = total + score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print(total)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AA4A63-2B32-4450-8771-F9D09BEF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071A33"/>
                </a:solidFill>
              </a:defRPr>
            </a:defPPr>
            <a:lvl1pPr algn="ctr">
              <a:defRPr sz="2550" b="1">
                <a:solidFill>
                  <a:srgbClr val="071A33"/>
                </a:solidFill>
              </a:defRPr>
            </a:lvl1pPr>
            <a:lvl2pPr algn="ctr">
              <a:defRPr sz="2550" b="1">
                <a:solidFill>
                  <a:srgbClr val="071A33"/>
                </a:solidFill>
              </a:defRPr>
            </a:lvl2pPr>
            <a:lvl3pPr algn="ctr">
              <a:defRPr sz="2550" b="1">
                <a:solidFill>
                  <a:srgbClr val="071A33"/>
                </a:solidFill>
              </a:defRPr>
            </a:lvl3pPr>
            <a:lvl4pPr algn="ctr">
              <a:defRPr sz="2550" b="1">
                <a:solidFill>
                  <a:srgbClr val="071A33"/>
                </a:solidFill>
              </a:defRPr>
            </a:lvl4pPr>
            <a:lvl5pPr algn="ctr">
              <a:defRPr sz="2550" b="1">
                <a:solidFill>
                  <a:srgbClr val="071A33"/>
                </a:solidFill>
              </a:defRPr>
            </a:lvl5pPr>
            <a:lvl6pPr algn="ctr">
              <a:defRPr sz="2550" b="1">
                <a:solidFill>
                  <a:srgbClr val="071A33"/>
                </a:solidFill>
              </a:defRPr>
            </a:lvl6pPr>
            <a:lvl7pPr algn="ctr">
              <a:defRPr sz="2550" b="1">
                <a:solidFill>
                  <a:srgbClr val="071A33"/>
                </a:solidFill>
              </a:defRPr>
            </a:lvl7pPr>
            <a:lvl8pPr algn="ctr">
              <a:defRPr sz="2550" b="1">
                <a:solidFill>
                  <a:srgbClr val="071A33"/>
                </a:solidFill>
              </a:defRPr>
            </a:lvl8pPr>
            <a:lvl9pPr algn="ctr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5C05AB-7A21-41C3-830C-06D65B79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955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1D4ED8"/>
                </a:solidFill>
              </a:defRPr>
            </a:defPPr>
            <a:lvl1pPr algn="ctr">
              <a:defRPr sz="2550" b="1">
                <a:solidFill>
                  <a:srgbClr val="1D4ED8"/>
                </a:solidFill>
              </a:defRPr>
            </a:lvl1pPr>
            <a:lvl2pPr algn="ctr">
              <a:defRPr sz="2550" b="1">
                <a:solidFill>
                  <a:srgbClr val="1D4ED8"/>
                </a:solidFill>
              </a:defRPr>
            </a:lvl2pPr>
            <a:lvl3pPr algn="ctr">
              <a:defRPr sz="2550" b="1">
                <a:solidFill>
                  <a:srgbClr val="1D4ED8"/>
                </a:solidFill>
              </a:defRPr>
            </a:lvl3pPr>
            <a:lvl4pPr algn="ctr">
              <a:defRPr sz="2550" b="1">
                <a:solidFill>
                  <a:srgbClr val="1D4ED8"/>
                </a:solidFill>
              </a:defRPr>
            </a:lvl4pPr>
            <a:lvl5pPr algn="ctr">
              <a:defRPr sz="2550" b="1">
                <a:solidFill>
                  <a:srgbClr val="1D4ED8"/>
                </a:solidFill>
              </a:defRPr>
            </a:lvl5pPr>
            <a:lvl6pPr algn="ctr">
              <a:defRPr sz="2550" b="1">
                <a:solidFill>
                  <a:srgbClr val="1D4ED8"/>
                </a:solidFill>
              </a:defRPr>
            </a:lvl6pPr>
            <a:lvl7pPr algn="ctr">
              <a:defRPr sz="2550" b="1">
                <a:solidFill>
                  <a:srgbClr val="1D4ED8"/>
                </a:solidFill>
              </a:defRPr>
            </a:lvl7pPr>
            <a:lvl8pPr algn="ctr">
              <a:defRPr sz="2550" b="1">
                <a:solidFill>
                  <a:srgbClr val="1D4ED8"/>
                </a:solidFill>
              </a:defRPr>
            </a:lvl8pPr>
            <a:lvl9pPr algn="ctr">
              <a:defRPr sz="2550" b="1">
                <a:solidFill>
                  <a:srgbClr val="1D4ED8"/>
                </a:solidFill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1D4ED8"/>
                </a:solidFill>
              </a:defRPr>
            </a:pPr>
            <a:r>
              <a:rPr sz="2550" b="1">
                <a:solidFill>
                  <a:srgbClr val="1D4ED8"/>
                </a:solidFill>
              </a:rPr>
              <a:t>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2992D0-EC90-4740-A455-656FF167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955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0F766E"/>
                </a:solidFill>
              </a:defRPr>
            </a:defPPr>
            <a:lvl1pPr algn="ctr">
              <a:defRPr sz="2550" b="1">
                <a:solidFill>
                  <a:srgbClr val="0F766E"/>
                </a:solidFill>
              </a:defRPr>
            </a:lvl1pPr>
            <a:lvl2pPr algn="ctr">
              <a:defRPr sz="2550" b="1">
                <a:solidFill>
                  <a:srgbClr val="0F766E"/>
                </a:solidFill>
              </a:defRPr>
            </a:lvl2pPr>
            <a:lvl3pPr algn="ctr">
              <a:defRPr sz="2550" b="1">
                <a:solidFill>
                  <a:srgbClr val="0F766E"/>
                </a:solidFill>
              </a:defRPr>
            </a:lvl3pPr>
            <a:lvl4pPr algn="ctr">
              <a:defRPr sz="2550" b="1">
                <a:solidFill>
                  <a:srgbClr val="0F766E"/>
                </a:solidFill>
              </a:defRPr>
            </a:lvl4pPr>
            <a:lvl5pPr algn="ctr">
              <a:defRPr sz="2550" b="1">
                <a:solidFill>
                  <a:srgbClr val="0F766E"/>
                </a:solidFill>
              </a:defRPr>
            </a:lvl5pPr>
            <a:lvl6pPr algn="ctr">
              <a:defRPr sz="2550" b="1">
                <a:solidFill>
                  <a:srgbClr val="0F766E"/>
                </a:solidFill>
              </a:defRPr>
            </a:lvl6pPr>
            <a:lvl7pPr algn="ctr">
              <a:defRPr sz="2550" b="1">
                <a:solidFill>
                  <a:srgbClr val="0F766E"/>
                </a:solidFill>
              </a:defRPr>
            </a:lvl7pPr>
            <a:lvl8pPr algn="ctr">
              <a:defRPr sz="2550" b="1">
                <a:solidFill>
                  <a:srgbClr val="0F766E"/>
                </a:solidFill>
              </a:defRPr>
            </a:lvl8pPr>
            <a:lvl9pPr algn="ctr">
              <a:defRPr sz="25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0F766E"/>
                </a:solidFill>
              </a:defRPr>
            </a:pPr>
            <a:r>
              <a:rPr sz="2550" b="1">
                <a:solidFill>
                  <a:srgbClr val="0F766E"/>
                </a:solidFill>
              </a:rPr>
              <a:t>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78B5F3-CE31-4356-AC50-B2CB2602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3375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15803D"/>
                </a:solidFill>
              </a:defRPr>
            </a:defPPr>
            <a:lvl1pPr algn="ctr">
              <a:defRPr sz="2550" b="1">
                <a:solidFill>
                  <a:srgbClr val="15803D"/>
                </a:solidFill>
              </a:defRPr>
            </a:lvl1pPr>
            <a:lvl2pPr algn="ctr">
              <a:defRPr sz="2550" b="1">
                <a:solidFill>
                  <a:srgbClr val="15803D"/>
                </a:solidFill>
              </a:defRPr>
            </a:lvl2pPr>
            <a:lvl3pPr algn="ctr">
              <a:defRPr sz="2550" b="1">
                <a:solidFill>
                  <a:srgbClr val="15803D"/>
                </a:solidFill>
              </a:defRPr>
            </a:lvl3pPr>
            <a:lvl4pPr algn="ctr">
              <a:defRPr sz="2550" b="1">
                <a:solidFill>
                  <a:srgbClr val="15803D"/>
                </a:solidFill>
              </a:defRPr>
            </a:lvl4pPr>
            <a:lvl5pPr algn="ctr">
              <a:defRPr sz="2550" b="1">
                <a:solidFill>
                  <a:srgbClr val="15803D"/>
                </a:solidFill>
              </a:defRPr>
            </a:lvl5pPr>
            <a:lvl6pPr algn="ctr">
              <a:defRPr sz="2550" b="1">
                <a:solidFill>
                  <a:srgbClr val="15803D"/>
                </a:solidFill>
              </a:defRPr>
            </a:lvl6pPr>
            <a:lvl7pPr algn="ctr">
              <a:defRPr sz="2550" b="1">
                <a:solidFill>
                  <a:srgbClr val="15803D"/>
                </a:solidFill>
              </a:defRPr>
            </a:lvl7pPr>
            <a:lvl8pPr algn="ctr">
              <a:defRPr sz="2550" b="1">
                <a:solidFill>
                  <a:srgbClr val="15803D"/>
                </a:solidFill>
              </a:defRPr>
            </a:lvl8pPr>
            <a:lvl9pPr algn="ctr">
              <a:defRPr sz="2550" b="1">
                <a:solidFill>
                  <a:srgbClr val="15803D"/>
                </a:solidFill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15803D"/>
                </a:solidFill>
              </a:defRPr>
            </a:pPr>
            <a:r>
              <a:rPr sz="2550" b="1">
                <a:solidFill>
                  <a:srgbClr val="15803D"/>
                </a:solidFill>
              </a:rPr>
              <a:t>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2618DD-4645-4E6A-AF70-096F5D27A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72000"/>
            <a:ext cx="361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526174"/>
                </a:solidFill>
              </a:defRPr>
            </a:defPPr>
            <a:lvl1pPr algn="ctr">
              <a:defRPr sz="1725" b="1">
                <a:solidFill>
                  <a:srgbClr val="526174"/>
                </a:solidFill>
              </a:defRPr>
            </a:lvl1pPr>
            <a:lvl2pPr algn="ctr">
              <a:defRPr sz="1725" b="1">
                <a:solidFill>
                  <a:srgbClr val="526174"/>
                </a:solidFill>
              </a:defRPr>
            </a:lvl2pPr>
            <a:lvl3pPr algn="ctr">
              <a:defRPr sz="1725" b="1">
                <a:solidFill>
                  <a:srgbClr val="526174"/>
                </a:solidFill>
              </a:defRPr>
            </a:lvl3pPr>
            <a:lvl4pPr algn="ctr">
              <a:defRPr sz="1725" b="1">
                <a:solidFill>
                  <a:srgbClr val="526174"/>
                </a:solidFill>
              </a:defRPr>
            </a:lvl4pPr>
            <a:lvl5pPr algn="ctr">
              <a:defRPr sz="1725" b="1">
                <a:solidFill>
                  <a:srgbClr val="526174"/>
                </a:solidFill>
              </a:defRPr>
            </a:lvl5pPr>
            <a:lvl6pPr algn="ctr">
              <a:defRPr sz="1725" b="1">
                <a:solidFill>
                  <a:srgbClr val="526174"/>
                </a:solidFill>
              </a:defRPr>
            </a:lvl6pPr>
            <a:lvl7pPr algn="ctr">
              <a:defRPr sz="1725" b="1">
                <a:solidFill>
                  <a:srgbClr val="526174"/>
                </a:solidFill>
              </a:defRPr>
            </a:lvl7pPr>
            <a:lvl8pPr algn="ctr">
              <a:defRPr sz="1725" b="1">
                <a:solidFill>
                  <a:srgbClr val="526174"/>
                </a:solidFill>
              </a:defRPr>
            </a:lvl8pPr>
            <a:lvl9pPr algn="ctr">
              <a:defRPr sz="1725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526174"/>
                </a:solidFill>
              </a:defRPr>
            </a:pPr>
            <a:r>
              <a:rPr sz="1725" b="1">
                <a:solidFill>
                  <a:srgbClr val="526174"/>
                </a:solidFill>
              </a:rPr>
              <a:t>Say each update: old total + current score = new total</a:t>
            </a:r>
          </a:p>
        </p:txBody>
      </p:sp>
    </p:spTree>
    <p:extLst>
      <p:ext uri="{BB962C8B-B14F-4D97-AF65-F5344CB8AC3E}">
        <p14:creationId xmlns:p14="http://schemas.microsoft.com/office/powerpoint/2010/main" val="16767603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BF6259-317D-42BC-BE00-60520AF2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B23CDF-AC3A-4FDD-BB59-BBDF7471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While loops need an exit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8B6FDB-2A0B-49E5-B8F7-75927FB9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Name what stays true and what changes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0116CA-CD8F-4DC6-A2E9-F1F577C0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867E0F-4EA2-49C0-ABF7-7C2C58FE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638175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8E23B9-E8DB-45A9-BBE8-855BABF4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09750"/>
            <a:ext cx="58483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energy =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while energy &gt; 0: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print(energy)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energy = energy - 1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print("REST")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6BD721-56C9-4766-8280-AEE24F4B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288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0F766E"/>
                </a:solidFill>
              </a:defRPr>
            </a:defPPr>
            <a:lvl1pPr algn="l">
              <a:defRPr sz="1650" b="1">
                <a:solidFill>
                  <a:srgbClr val="0F766E"/>
                </a:solidFill>
              </a:defRPr>
            </a:lvl1pPr>
            <a:lvl2pPr algn="l">
              <a:defRPr sz="1650" b="1">
                <a:solidFill>
                  <a:srgbClr val="0F766E"/>
                </a:solidFill>
              </a:defRPr>
            </a:lvl2pPr>
            <a:lvl3pPr algn="l">
              <a:defRPr sz="1650" b="1">
                <a:solidFill>
                  <a:srgbClr val="0F766E"/>
                </a:solidFill>
              </a:defRPr>
            </a:lvl3pPr>
            <a:lvl4pPr algn="l">
              <a:defRPr sz="1650" b="1">
                <a:solidFill>
                  <a:srgbClr val="0F766E"/>
                </a:solidFill>
              </a:defRPr>
            </a:lvl4pPr>
            <a:lvl5pPr algn="l">
              <a:defRPr sz="1650" b="1">
                <a:solidFill>
                  <a:srgbClr val="0F766E"/>
                </a:solidFill>
              </a:defRPr>
            </a:lvl5pPr>
            <a:lvl6pPr algn="l">
              <a:defRPr sz="1650" b="1">
                <a:solidFill>
                  <a:srgbClr val="0F766E"/>
                </a:solidFill>
              </a:defRPr>
            </a:lvl6pPr>
            <a:lvl7pPr algn="l">
              <a:defRPr sz="1650" b="1">
                <a:solidFill>
                  <a:srgbClr val="0F766E"/>
                </a:solidFill>
              </a:defRPr>
            </a:lvl7pPr>
            <a:lvl8pPr algn="l">
              <a:defRPr sz="1650" b="1">
                <a:solidFill>
                  <a:srgbClr val="0F766E"/>
                </a:solidFill>
              </a:defRPr>
            </a:lvl8pPr>
            <a:lvl9pPr algn="l">
              <a:defRPr sz="16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Keeps running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9412ED-6530-4D27-9734-20A3B82C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479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122033"/>
                </a:solidFill>
              </a:defRPr>
            </a:defPPr>
            <a:lvl1pPr algn="l">
              <a:defRPr sz="2100" b="1">
                <a:solidFill>
                  <a:srgbClr val="122033"/>
                </a:solidFill>
              </a:defRPr>
            </a:lvl1pPr>
            <a:lvl2pPr algn="l">
              <a:defRPr sz="2100" b="1">
                <a:solidFill>
                  <a:srgbClr val="122033"/>
                </a:solidFill>
              </a:defRPr>
            </a:lvl2pPr>
            <a:lvl3pPr algn="l">
              <a:defRPr sz="2100" b="1">
                <a:solidFill>
                  <a:srgbClr val="122033"/>
                </a:solidFill>
              </a:defRPr>
            </a:lvl3pPr>
            <a:lvl4pPr algn="l">
              <a:defRPr sz="2100" b="1">
                <a:solidFill>
                  <a:srgbClr val="122033"/>
                </a:solidFill>
              </a:defRPr>
            </a:lvl4pPr>
            <a:lvl5pPr algn="l">
              <a:defRPr sz="2100" b="1">
                <a:solidFill>
                  <a:srgbClr val="122033"/>
                </a:solidFill>
              </a:defRPr>
            </a:lvl5pPr>
            <a:lvl6pPr algn="l">
              <a:defRPr sz="2100" b="1">
                <a:solidFill>
                  <a:srgbClr val="122033"/>
                </a:solidFill>
              </a:defRPr>
            </a:lvl6pPr>
            <a:lvl7pPr algn="l">
              <a:defRPr sz="2100" b="1">
                <a:solidFill>
                  <a:srgbClr val="122033"/>
                </a:solidFill>
              </a:defRPr>
            </a:lvl7pPr>
            <a:lvl8pPr algn="l">
              <a:defRPr sz="2100" b="1">
                <a:solidFill>
                  <a:srgbClr val="122033"/>
                </a:solidFill>
              </a:defRPr>
            </a:lvl8pPr>
            <a:lvl9pPr algn="l">
              <a:defRPr sz="2100" b="1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22033"/>
                </a:solidFill>
              </a:defRPr>
            </a:pPr>
            <a:r>
              <a:rPr sz="2100" b="1">
                <a:solidFill>
                  <a:srgbClr val="122033"/>
                </a:solidFill>
              </a:rPr>
              <a:t>energy &gt; 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5BB001-6FCD-43FE-9442-792A06B2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242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E85D4A"/>
                </a:solidFill>
              </a:defRPr>
            </a:defPPr>
            <a:lvl1pPr algn="l">
              <a:defRPr sz="1650" b="1">
                <a:solidFill>
                  <a:srgbClr val="E85D4A"/>
                </a:solidFill>
              </a:defRPr>
            </a:lvl1pPr>
            <a:lvl2pPr algn="l">
              <a:defRPr sz="1650" b="1">
                <a:solidFill>
                  <a:srgbClr val="E85D4A"/>
                </a:solidFill>
              </a:defRPr>
            </a:lvl2pPr>
            <a:lvl3pPr algn="l">
              <a:defRPr sz="1650" b="1">
                <a:solidFill>
                  <a:srgbClr val="E85D4A"/>
                </a:solidFill>
              </a:defRPr>
            </a:lvl3pPr>
            <a:lvl4pPr algn="l">
              <a:defRPr sz="1650" b="1">
                <a:solidFill>
                  <a:srgbClr val="E85D4A"/>
                </a:solidFill>
              </a:defRPr>
            </a:lvl4pPr>
            <a:lvl5pPr algn="l">
              <a:defRPr sz="1650" b="1">
                <a:solidFill>
                  <a:srgbClr val="E85D4A"/>
                </a:solidFill>
              </a:defRPr>
            </a:lvl5pPr>
            <a:lvl6pPr algn="l">
              <a:defRPr sz="1650" b="1">
                <a:solidFill>
                  <a:srgbClr val="E85D4A"/>
                </a:solidFill>
              </a:defRPr>
            </a:lvl6pPr>
            <a:lvl7pPr algn="l">
              <a:defRPr sz="1650" b="1">
                <a:solidFill>
                  <a:srgbClr val="E85D4A"/>
                </a:solidFill>
              </a:defRPr>
            </a:lvl7pPr>
            <a:lvl8pPr algn="l">
              <a:defRPr sz="1650" b="1">
                <a:solidFill>
                  <a:srgbClr val="E85D4A"/>
                </a:solidFill>
              </a:defRPr>
            </a:lvl8pPr>
            <a:lvl9pPr algn="l">
              <a:defRPr sz="1650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E85D4A"/>
                </a:solidFill>
              </a:defRPr>
            </a:pPr>
            <a:r>
              <a:rPr sz="1650" b="1">
                <a:solidFill>
                  <a:srgbClr val="E85D4A"/>
                </a:solidFill>
              </a:rPr>
              <a:t>Changes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30CE48-F648-4E16-9D4F-CC8D30A7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4330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122033"/>
                </a:solidFill>
              </a:defRPr>
            </a:defPPr>
            <a:lvl1pPr algn="l">
              <a:defRPr sz="1875" b="1">
                <a:solidFill>
                  <a:srgbClr val="122033"/>
                </a:solidFill>
              </a:defRPr>
            </a:lvl1pPr>
            <a:lvl2pPr algn="l">
              <a:defRPr sz="1875" b="1">
                <a:solidFill>
                  <a:srgbClr val="122033"/>
                </a:solidFill>
              </a:defRPr>
            </a:lvl2pPr>
            <a:lvl3pPr algn="l">
              <a:defRPr sz="1875" b="1">
                <a:solidFill>
                  <a:srgbClr val="122033"/>
                </a:solidFill>
              </a:defRPr>
            </a:lvl3pPr>
            <a:lvl4pPr algn="l">
              <a:defRPr sz="1875" b="1">
                <a:solidFill>
                  <a:srgbClr val="122033"/>
                </a:solidFill>
              </a:defRPr>
            </a:lvl4pPr>
            <a:lvl5pPr algn="l">
              <a:defRPr sz="1875" b="1">
                <a:solidFill>
                  <a:srgbClr val="122033"/>
                </a:solidFill>
              </a:defRPr>
            </a:lvl5pPr>
            <a:lvl6pPr algn="l">
              <a:defRPr sz="1875" b="1">
                <a:solidFill>
                  <a:srgbClr val="122033"/>
                </a:solidFill>
              </a:defRPr>
            </a:lvl6pPr>
            <a:lvl7pPr algn="l">
              <a:defRPr sz="1875" b="1">
                <a:solidFill>
                  <a:srgbClr val="122033"/>
                </a:solidFill>
              </a:defRPr>
            </a:lvl7pPr>
            <a:lvl8pPr algn="l">
              <a:defRPr sz="1875" b="1">
                <a:solidFill>
                  <a:srgbClr val="122033"/>
                </a:solidFill>
              </a:defRPr>
            </a:lvl8pPr>
            <a:lvl9pPr algn="l">
              <a:defRPr sz="1875" b="1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22033"/>
                </a:solidFill>
              </a:defRPr>
            </a:pPr>
            <a:r>
              <a:rPr sz="1875" b="1">
                <a:solidFill>
                  <a:srgbClr val="122033"/>
                </a:solidFill>
              </a:rPr>
              <a:t>energy = energy - 1</a:t>
            </a:r>
          </a:p>
        </p:txBody>
      </p:sp>
    </p:spTree>
    <p:extLst>
      <p:ext uri="{BB962C8B-B14F-4D97-AF65-F5344CB8AC3E}">
        <p14:creationId xmlns:p14="http://schemas.microsoft.com/office/powerpoint/2010/main" val="5712094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5BB695-8A9C-472B-8458-FFA068B7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4A1698-7168-4D4B-BE6C-6529C6F7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Loop check before Module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FF95D5-4395-4E07-9A23-D74FB963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Answer with a partner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F7D3F7-8172-4EDF-984A-12FDB7A4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2B7D20-5C38-4494-A38D-6B0203E1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0F766E"/>
                </a:solidFill>
              </a:defRPr>
            </a:defPPr>
            <a:lvl1pPr algn="l">
              <a:defRPr sz="2025" b="1">
                <a:solidFill>
                  <a:srgbClr val="0F766E"/>
                </a:solidFill>
              </a:defRPr>
            </a:lvl1pPr>
            <a:lvl2pPr algn="l">
              <a:defRPr sz="2025" b="1">
                <a:solidFill>
                  <a:srgbClr val="0F766E"/>
                </a:solidFill>
              </a:defRPr>
            </a:lvl2pPr>
            <a:lvl3pPr algn="l">
              <a:defRPr sz="2025" b="1">
                <a:solidFill>
                  <a:srgbClr val="0F766E"/>
                </a:solidFill>
              </a:defRPr>
            </a:lvl3pPr>
            <a:lvl4pPr algn="l">
              <a:defRPr sz="2025" b="1">
                <a:solidFill>
                  <a:srgbClr val="0F766E"/>
                </a:solidFill>
              </a:defRPr>
            </a:lvl4pPr>
            <a:lvl5pPr algn="l">
              <a:defRPr sz="2025" b="1">
                <a:solidFill>
                  <a:srgbClr val="0F766E"/>
                </a:solidFill>
              </a:defRPr>
            </a:lvl5pPr>
            <a:lvl6pPr algn="l">
              <a:defRPr sz="2025" b="1">
                <a:solidFill>
                  <a:srgbClr val="0F766E"/>
                </a:solidFill>
              </a:defRPr>
            </a:lvl6pPr>
            <a:lvl7pPr algn="l">
              <a:defRPr sz="2025" b="1">
                <a:solidFill>
                  <a:srgbClr val="0F766E"/>
                </a:solidFill>
              </a:defRPr>
            </a:lvl7pPr>
            <a:lvl8pPr algn="l">
              <a:defRPr sz="2025" b="1">
                <a:solidFill>
                  <a:srgbClr val="0F766E"/>
                </a:solidFill>
              </a:defRPr>
            </a:lvl8pPr>
            <a:lvl9pPr algn="l">
              <a:defRPr sz="20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887EC5-42FA-43AF-90DD-64E575B4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764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How many times does a for loop run over a four-item list?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BCDDB-B8EE-4083-8AED-82F0DC3C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0F766E"/>
                </a:solidFill>
              </a:defRPr>
            </a:defPPr>
            <a:lvl1pPr algn="l">
              <a:defRPr sz="2025" b="1">
                <a:solidFill>
                  <a:srgbClr val="0F766E"/>
                </a:solidFill>
              </a:defRPr>
            </a:lvl1pPr>
            <a:lvl2pPr algn="l">
              <a:defRPr sz="2025" b="1">
                <a:solidFill>
                  <a:srgbClr val="0F766E"/>
                </a:solidFill>
              </a:defRPr>
            </a:lvl2pPr>
            <a:lvl3pPr algn="l">
              <a:defRPr sz="2025" b="1">
                <a:solidFill>
                  <a:srgbClr val="0F766E"/>
                </a:solidFill>
              </a:defRPr>
            </a:lvl3pPr>
            <a:lvl4pPr algn="l">
              <a:defRPr sz="2025" b="1">
                <a:solidFill>
                  <a:srgbClr val="0F766E"/>
                </a:solidFill>
              </a:defRPr>
            </a:lvl4pPr>
            <a:lvl5pPr algn="l">
              <a:defRPr sz="2025" b="1">
                <a:solidFill>
                  <a:srgbClr val="0F766E"/>
                </a:solidFill>
              </a:defRPr>
            </a:lvl5pPr>
            <a:lvl6pPr algn="l">
              <a:defRPr sz="2025" b="1">
                <a:solidFill>
                  <a:srgbClr val="0F766E"/>
                </a:solidFill>
              </a:defRPr>
            </a:lvl6pPr>
            <a:lvl7pPr algn="l">
              <a:defRPr sz="2025" b="1">
                <a:solidFill>
                  <a:srgbClr val="0F766E"/>
                </a:solidFill>
              </a:defRPr>
            </a:lvl7pPr>
            <a:lvl8pPr algn="l">
              <a:defRPr sz="2025" b="1">
                <a:solidFill>
                  <a:srgbClr val="0F766E"/>
                </a:solidFill>
              </a:defRPr>
            </a:lvl8pPr>
            <a:lvl9pPr algn="l">
              <a:defRPr sz="20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1E4CB1-BB13-4112-B846-0FB24EC1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What does the loop variable hold during one iteration?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BE53FB-A8B1-451A-8596-00A31AFC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0F766E"/>
                </a:solidFill>
              </a:defRPr>
            </a:defPPr>
            <a:lvl1pPr algn="l">
              <a:defRPr sz="2025" b="1">
                <a:solidFill>
                  <a:srgbClr val="0F766E"/>
                </a:solidFill>
              </a:defRPr>
            </a:lvl1pPr>
            <a:lvl2pPr algn="l">
              <a:defRPr sz="2025" b="1">
                <a:solidFill>
                  <a:srgbClr val="0F766E"/>
                </a:solidFill>
              </a:defRPr>
            </a:lvl2pPr>
            <a:lvl3pPr algn="l">
              <a:defRPr sz="2025" b="1">
                <a:solidFill>
                  <a:srgbClr val="0F766E"/>
                </a:solidFill>
              </a:defRPr>
            </a:lvl3pPr>
            <a:lvl4pPr algn="l">
              <a:defRPr sz="2025" b="1">
                <a:solidFill>
                  <a:srgbClr val="0F766E"/>
                </a:solidFill>
              </a:defRPr>
            </a:lvl4pPr>
            <a:lvl5pPr algn="l">
              <a:defRPr sz="2025" b="1">
                <a:solidFill>
                  <a:srgbClr val="0F766E"/>
                </a:solidFill>
              </a:defRPr>
            </a:lvl5pPr>
            <a:lvl6pPr algn="l">
              <a:defRPr sz="2025" b="1">
                <a:solidFill>
                  <a:srgbClr val="0F766E"/>
                </a:solidFill>
              </a:defRPr>
            </a:lvl6pPr>
            <a:lvl7pPr algn="l">
              <a:defRPr sz="2025" b="1">
                <a:solidFill>
                  <a:srgbClr val="0F766E"/>
                </a:solidFill>
              </a:defRPr>
            </a:lvl7pPr>
            <a:lvl8pPr algn="l">
              <a:defRPr sz="2025" b="1">
                <a:solidFill>
                  <a:srgbClr val="0F766E"/>
                </a:solidFill>
              </a:defRPr>
            </a:lvl8pPr>
            <a:lvl9pPr algn="l">
              <a:defRPr sz="20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6D7712-DE39-419D-BC22-3E96D6A6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576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Why does an accumulator start before the loop?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8D94CF-4EED-4A0C-BD94-A41D1A58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482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0F766E"/>
                </a:solidFill>
              </a:defRPr>
            </a:defPPr>
            <a:lvl1pPr algn="l">
              <a:defRPr sz="2025" b="1">
                <a:solidFill>
                  <a:srgbClr val="0F766E"/>
                </a:solidFill>
              </a:defRPr>
            </a:lvl1pPr>
            <a:lvl2pPr algn="l">
              <a:defRPr sz="2025" b="1">
                <a:solidFill>
                  <a:srgbClr val="0F766E"/>
                </a:solidFill>
              </a:defRPr>
            </a:lvl2pPr>
            <a:lvl3pPr algn="l">
              <a:defRPr sz="2025" b="1">
                <a:solidFill>
                  <a:srgbClr val="0F766E"/>
                </a:solidFill>
              </a:defRPr>
            </a:lvl3pPr>
            <a:lvl4pPr algn="l">
              <a:defRPr sz="2025" b="1">
                <a:solidFill>
                  <a:srgbClr val="0F766E"/>
                </a:solidFill>
              </a:defRPr>
            </a:lvl4pPr>
            <a:lvl5pPr algn="l">
              <a:defRPr sz="2025" b="1">
                <a:solidFill>
                  <a:srgbClr val="0F766E"/>
                </a:solidFill>
              </a:defRPr>
            </a:lvl5pPr>
            <a:lvl6pPr algn="l">
              <a:defRPr sz="2025" b="1">
                <a:solidFill>
                  <a:srgbClr val="0F766E"/>
                </a:solidFill>
              </a:defRPr>
            </a:lvl6pPr>
            <a:lvl7pPr algn="l">
              <a:defRPr sz="2025" b="1">
                <a:solidFill>
                  <a:srgbClr val="0F766E"/>
                </a:solidFill>
              </a:defRPr>
            </a:lvl7pPr>
            <a:lvl8pPr algn="l">
              <a:defRPr sz="2025" b="1">
                <a:solidFill>
                  <a:srgbClr val="0F766E"/>
                </a:solidFill>
              </a:defRPr>
            </a:lvl8pPr>
            <a:lvl9pPr algn="l">
              <a:defRPr sz="20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227C25-C122-402C-AABC-EF623ADF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482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What must change inside most while loops?</a:t>
            </a:r>
          </a:p>
        </p:txBody>
      </p:sp>
    </p:spTree>
    <p:extLst>
      <p:ext uri="{BB962C8B-B14F-4D97-AF65-F5344CB8AC3E}">
        <p14:creationId xmlns:p14="http://schemas.microsoft.com/office/powerpoint/2010/main" val="188619632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D1B7F1-887A-496D-BA39-528749F1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16322B-BDCE-4F12-8C0B-7280C5B5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Module 1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FBC4D8-39CF-49BB-87D6-6961ADD9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Game Loadout: variables, lists, and decisions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7E91C5-2D97-4F18-80FF-24D62FD0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B628A9-5B46-421E-8C19-046DDF54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33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0F766E"/>
                </a:solidFill>
              </a:defRPr>
            </a:defPPr>
            <a:lvl1pPr algn="l">
              <a:defRPr sz="2025" b="1">
                <a:solidFill>
                  <a:srgbClr val="0F766E"/>
                </a:solidFill>
              </a:defRPr>
            </a:lvl1pPr>
            <a:lvl2pPr algn="l">
              <a:defRPr sz="2025" b="1">
                <a:solidFill>
                  <a:srgbClr val="0F766E"/>
                </a:solidFill>
              </a:defRPr>
            </a:lvl2pPr>
            <a:lvl3pPr algn="l">
              <a:defRPr sz="2025" b="1">
                <a:solidFill>
                  <a:srgbClr val="0F766E"/>
                </a:solidFill>
              </a:defRPr>
            </a:lvl3pPr>
            <a:lvl4pPr algn="l">
              <a:defRPr sz="2025" b="1">
                <a:solidFill>
                  <a:srgbClr val="0F766E"/>
                </a:solidFill>
              </a:defRPr>
            </a:lvl4pPr>
            <a:lvl5pPr algn="l">
              <a:defRPr sz="2025" b="1">
                <a:solidFill>
                  <a:srgbClr val="0F766E"/>
                </a:solidFill>
              </a:defRPr>
            </a:lvl5pPr>
            <a:lvl6pPr algn="l">
              <a:defRPr sz="2025" b="1">
                <a:solidFill>
                  <a:srgbClr val="0F766E"/>
                </a:solidFill>
              </a:defRPr>
            </a:lvl6pPr>
            <a:lvl7pPr algn="l">
              <a:defRPr sz="2025" b="1">
                <a:solidFill>
                  <a:srgbClr val="0F766E"/>
                </a:solidFill>
              </a:defRPr>
            </a:lvl7pPr>
            <a:lvl8pPr algn="l">
              <a:defRPr sz="2025" b="1">
                <a:solidFill>
                  <a:srgbClr val="0F766E"/>
                </a:solidFill>
              </a:defRPr>
            </a:lvl8pPr>
            <a:lvl9pPr algn="l">
              <a:defRPr sz="20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A3A032-8062-4D99-9C25-6D758D20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73355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Teacher models the first variable trace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6080DC-5044-43E6-93AB-37E714EA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0F766E"/>
                </a:solidFill>
              </a:defRPr>
            </a:defPPr>
            <a:lvl1pPr algn="l">
              <a:defRPr sz="2025" b="1">
                <a:solidFill>
                  <a:srgbClr val="0F766E"/>
                </a:solidFill>
              </a:defRPr>
            </a:lvl1pPr>
            <a:lvl2pPr algn="l">
              <a:defRPr sz="2025" b="1">
                <a:solidFill>
                  <a:srgbClr val="0F766E"/>
                </a:solidFill>
              </a:defRPr>
            </a:lvl2pPr>
            <a:lvl3pPr algn="l">
              <a:defRPr sz="2025" b="1">
                <a:solidFill>
                  <a:srgbClr val="0F766E"/>
                </a:solidFill>
              </a:defRPr>
            </a:lvl3pPr>
            <a:lvl4pPr algn="l">
              <a:defRPr sz="2025" b="1">
                <a:solidFill>
                  <a:srgbClr val="0F766E"/>
                </a:solidFill>
              </a:defRPr>
            </a:lvl4pPr>
            <a:lvl5pPr algn="l">
              <a:defRPr sz="2025" b="1">
                <a:solidFill>
                  <a:srgbClr val="0F766E"/>
                </a:solidFill>
              </a:defRPr>
            </a:lvl5pPr>
            <a:lvl6pPr algn="l">
              <a:defRPr sz="2025" b="1">
                <a:solidFill>
                  <a:srgbClr val="0F766E"/>
                </a:solidFill>
              </a:defRPr>
            </a:lvl6pPr>
            <a:lvl7pPr algn="l">
              <a:defRPr sz="2025" b="1">
                <a:solidFill>
                  <a:srgbClr val="0F766E"/>
                </a:solidFill>
              </a:defRPr>
            </a:lvl7pPr>
            <a:lvl8pPr algn="l">
              <a:defRPr sz="2025" b="1">
                <a:solidFill>
                  <a:srgbClr val="0F766E"/>
                </a:solidFill>
              </a:defRPr>
            </a:lvl8pPr>
            <a:lvl9pPr algn="l">
              <a:defRPr sz="20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BA9A2C-959A-455A-B13E-9B330EC8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8605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Class predicts the backpack after append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D3D9CF-1B2D-4832-BA7A-9391451D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0F766E"/>
                </a:solidFill>
              </a:defRPr>
            </a:defPPr>
            <a:lvl1pPr algn="l">
              <a:defRPr sz="2025" b="1">
                <a:solidFill>
                  <a:srgbClr val="0F766E"/>
                </a:solidFill>
              </a:defRPr>
            </a:lvl1pPr>
            <a:lvl2pPr algn="l">
              <a:defRPr sz="2025" b="1">
                <a:solidFill>
                  <a:srgbClr val="0F766E"/>
                </a:solidFill>
              </a:defRPr>
            </a:lvl2pPr>
            <a:lvl3pPr algn="l">
              <a:defRPr sz="2025" b="1">
                <a:solidFill>
                  <a:srgbClr val="0F766E"/>
                </a:solidFill>
              </a:defRPr>
            </a:lvl3pPr>
            <a:lvl4pPr algn="l">
              <a:defRPr sz="2025" b="1">
                <a:solidFill>
                  <a:srgbClr val="0F766E"/>
                </a:solidFill>
              </a:defRPr>
            </a:lvl4pPr>
            <a:lvl5pPr algn="l">
              <a:defRPr sz="2025" b="1">
                <a:solidFill>
                  <a:srgbClr val="0F766E"/>
                </a:solidFill>
              </a:defRPr>
            </a:lvl5pPr>
            <a:lvl6pPr algn="l">
              <a:defRPr sz="2025" b="1">
                <a:solidFill>
                  <a:srgbClr val="0F766E"/>
                </a:solidFill>
              </a:defRPr>
            </a:lvl6pPr>
            <a:lvl7pPr algn="l">
              <a:defRPr sz="2025" b="1">
                <a:solidFill>
                  <a:srgbClr val="0F766E"/>
                </a:solidFill>
              </a:defRPr>
            </a:lvl7pPr>
            <a:lvl8pPr algn="l">
              <a:defRPr sz="2025" b="1">
                <a:solidFill>
                  <a:srgbClr val="0F766E"/>
                </a:solidFill>
              </a:defRPr>
            </a:lvl8pPr>
            <a:lvl9pPr algn="l">
              <a:defRPr sz="20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719CBD-A93D-4B1C-8EEA-D31DD373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3855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Pairs test the decision boundary at 9, 10, and 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110C3F-FD6B-4AFD-BBA8-D24C4377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910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0F766E"/>
                </a:solidFill>
              </a:defRPr>
            </a:defPPr>
            <a:lvl1pPr algn="l">
              <a:defRPr sz="2025" b="1">
                <a:solidFill>
                  <a:srgbClr val="0F766E"/>
                </a:solidFill>
              </a:defRPr>
            </a:lvl1pPr>
            <a:lvl2pPr algn="l">
              <a:defRPr sz="2025" b="1">
                <a:solidFill>
                  <a:srgbClr val="0F766E"/>
                </a:solidFill>
              </a:defRPr>
            </a:lvl2pPr>
            <a:lvl3pPr algn="l">
              <a:defRPr sz="2025" b="1">
                <a:solidFill>
                  <a:srgbClr val="0F766E"/>
                </a:solidFill>
              </a:defRPr>
            </a:lvl3pPr>
            <a:lvl4pPr algn="l">
              <a:defRPr sz="2025" b="1">
                <a:solidFill>
                  <a:srgbClr val="0F766E"/>
                </a:solidFill>
              </a:defRPr>
            </a:lvl4pPr>
            <a:lvl5pPr algn="l">
              <a:defRPr sz="2025" b="1">
                <a:solidFill>
                  <a:srgbClr val="0F766E"/>
                </a:solidFill>
              </a:defRPr>
            </a:lvl5pPr>
            <a:lvl6pPr algn="l">
              <a:defRPr sz="2025" b="1">
                <a:solidFill>
                  <a:srgbClr val="0F766E"/>
                </a:solidFill>
              </a:defRPr>
            </a:lvl6pPr>
            <a:lvl7pPr algn="l">
              <a:defRPr sz="2025" b="1">
                <a:solidFill>
                  <a:srgbClr val="0F766E"/>
                </a:solidFill>
              </a:defRPr>
            </a:lvl7pPr>
            <a:lvl8pPr algn="l">
              <a:defRPr sz="2025" b="1">
                <a:solidFill>
                  <a:srgbClr val="0F766E"/>
                </a:solidFill>
              </a:defRPr>
            </a:lvl8pPr>
            <a:lvl9pPr algn="l">
              <a:defRPr sz="20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B300C9-B234-4AA2-A308-49B38E24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9105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Students complete the loadout boss challenge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22D427-9FB8-45D6-9617-15AB7EC8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197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D4ED8"/>
                </a:solidFill>
              </a:defRPr>
            </a:defPPr>
            <a:lvl1pPr algn="l">
              <a:defRPr sz="1800" b="1">
                <a:solidFill>
                  <a:srgbClr val="1D4ED8"/>
                </a:solidFill>
              </a:defRPr>
            </a:lvl1pPr>
            <a:lvl2pPr algn="l">
              <a:defRPr sz="1800" b="1">
                <a:solidFill>
                  <a:srgbClr val="1D4ED8"/>
                </a:solidFill>
              </a:defRPr>
            </a:lvl2pPr>
            <a:lvl3pPr algn="l">
              <a:defRPr sz="1800" b="1">
                <a:solidFill>
                  <a:srgbClr val="1D4ED8"/>
                </a:solidFill>
              </a:defRPr>
            </a:lvl3pPr>
            <a:lvl4pPr algn="l">
              <a:defRPr sz="1800" b="1">
                <a:solidFill>
                  <a:srgbClr val="1D4ED8"/>
                </a:solidFill>
              </a:defRPr>
            </a:lvl4pPr>
            <a:lvl5pPr algn="l">
              <a:defRPr sz="1800" b="1">
                <a:solidFill>
                  <a:srgbClr val="1D4ED8"/>
                </a:solidFill>
              </a:defRPr>
            </a:lvl5pPr>
            <a:lvl6pPr algn="l">
              <a:defRPr sz="1800" b="1">
                <a:solidFill>
                  <a:srgbClr val="1D4ED8"/>
                </a:solidFill>
              </a:defRPr>
            </a:lvl6pPr>
            <a:lvl7pPr algn="l">
              <a:defRPr sz="1800" b="1">
                <a:solidFill>
                  <a:srgbClr val="1D4ED8"/>
                </a:solidFill>
              </a:defRPr>
            </a:lvl7pPr>
            <a:lvl8pPr algn="l">
              <a:defRPr sz="1800" b="1">
                <a:solidFill>
                  <a:srgbClr val="1D4ED8"/>
                </a:solidFill>
              </a:defRPr>
            </a:lvl8pPr>
            <a:lvl9pPr algn="l">
              <a:defRPr sz="1800" b="1">
                <a:solidFill>
                  <a:srgbClr val="1D4ED8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D4ED8"/>
                </a:solidFill>
              </a:defRPr>
            </a:pPr>
            <a:r>
              <a:rPr sz="1800" b="1">
                <a:solidFill>
                  <a:srgbClr val="1D4ED8"/>
                </a:solidFill>
              </a:rPr>
              <a:t>Open module-1-game-loadout.ipynb in Colab</a:t>
            </a:r>
          </a:p>
        </p:txBody>
      </p:sp>
    </p:spTree>
    <p:extLst>
      <p:ext uri="{BB962C8B-B14F-4D97-AF65-F5344CB8AC3E}">
        <p14:creationId xmlns:p14="http://schemas.microsoft.com/office/powerpoint/2010/main" val="19376161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40648E-AD70-47DA-9D95-5AA8D1B0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4B4D59-93AB-4075-99B1-1134F8CC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Practice before Module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2AB0F1-DB7D-43B5-966E-13DA91FA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No typing for the first prediction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CD5BEB-A5F9-468E-8D76-DF026C4F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FEEEA5-58CB-426E-84F5-01D4C08A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6191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982E36-E41A-4681-9800-426B7197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000250"/>
            <a:ext cx="56578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coins = 5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coins = coins + 3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coins = coins - 1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print(coins)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E31F1E-4A02-4B1B-8601-616BC593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238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1. Write the starting value</a:t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2. Update after treasure</a:t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3. Update after the shop</a:t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4. Compare with a partner</a:t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5. Run and explain</a:t>
            </a:r>
          </a:p>
        </p:txBody>
      </p:sp>
    </p:spTree>
    <p:extLst>
      <p:ext uri="{BB962C8B-B14F-4D97-AF65-F5344CB8AC3E}">
        <p14:creationId xmlns:p14="http://schemas.microsoft.com/office/powerpoint/2010/main" val="23432962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E8364D-DD58-4DBC-A74A-A9AF0EA3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4DE08C-B3C4-43D5-A7E8-764B5D35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Break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B7E3B1-BAD4-418C-9206-7E9D5090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10 minutes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D2865E-DB2C-4882-97D3-4A97B71E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D4F08D-AE7F-4E2A-90A5-4A2D32A0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717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00" b="1">
                <a:solidFill>
                  <a:srgbClr val="071A33"/>
                </a:solidFill>
              </a:defRPr>
            </a:defPPr>
            <a:lvl1pPr algn="ctr">
              <a:defRPr sz="2400" b="1">
                <a:solidFill>
                  <a:srgbClr val="071A33"/>
                </a:solidFill>
              </a:defRPr>
            </a:lvl1pPr>
            <a:lvl2pPr algn="ctr">
              <a:defRPr sz="2400" b="1">
                <a:solidFill>
                  <a:srgbClr val="071A33"/>
                </a:solidFill>
              </a:defRPr>
            </a:lvl2pPr>
            <a:lvl3pPr algn="ctr">
              <a:defRPr sz="2400" b="1">
                <a:solidFill>
                  <a:srgbClr val="071A33"/>
                </a:solidFill>
              </a:defRPr>
            </a:lvl3pPr>
            <a:lvl4pPr algn="ctr">
              <a:defRPr sz="2400" b="1">
                <a:solidFill>
                  <a:srgbClr val="071A33"/>
                </a:solidFill>
              </a:defRPr>
            </a:lvl4pPr>
            <a:lvl5pPr algn="ctr">
              <a:defRPr sz="2400" b="1">
                <a:solidFill>
                  <a:srgbClr val="071A33"/>
                </a:solidFill>
              </a:defRPr>
            </a:lvl5pPr>
            <a:lvl6pPr algn="ctr">
              <a:defRPr sz="2400" b="1">
                <a:solidFill>
                  <a:srgbClr val="071A33"/>
                </a:solidFill>
              </a:defRPr>
            </a:lvl6pPr>
            <a:lvl7pPr algn="ctr">
              <a:defRPr sz="2400" b="1">
                <a:solidFill>
                  <a:srgbClr val="071A33"/>
                </a:solidFill>
              </a:defRPr>
            </a:lvl7pPr>
            <a:lvl8pPr algn="ctr">
              <a:defRPr sz="2400" b="1">
                <a:solidFill>
                  <a:srgbClr val="071A33"/>
                </a:solidFill>
              </a:defRPr>
            </a:lvl8pPr>
            <a:lvl9pPr algn="ctr">
              <a:defRPr sz="240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071A33"/>
                </a:solidFill>
              </a:defRPr>
            </a:pPr>
            <a:r>
              <a:rPr sz="2400" b="1">
                <a:solidFill>
                  <a:srgbClr val="071A33"/>
                </a:solidFill>
              </a:rPr>
              <a:t>Stand up. Get water. Be back when the timer ends.</a:t>
            </a:r>
          </a:p>
        </p:txBody>
      </p:sp>
    </p:spTree>
    <p:extLst>
      <p:ext uri="{BB962C8B-B14F-4D97-AF65-F5344CB8AC3E}">
        <p14:creationId xmlns:p14="http://schemas.microsoft.com/office/powerpoint/2010/main" val="17922276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0B04BC-5832-4976-B2CE-813ACADB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D25DF0-432C-4CB2-ABB5-FC5976A0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Module 2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473896-3046-4811-A110-8B76EBDE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Arcade Loop Trainer is today’s main learning block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76D239-39E3-44FD-BEAE-05C4A73B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5C2EF5-AC46-45CA-BA87-69DBD421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52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F766E"/>
                </a:solidFill>
              </a:defRPr>
            </a:defPPr>
            <a:lvl1pPr algn="l">
              <a:defRPr sz="1725" b="1">
                <a:solidFill>
                  <a:srgbClr val="0F766E"/>
                </a:solidFill>
              </a:defRPr>
            </a:lvl1pPr>
            <a:lvl2pPr algn="l">
              <a:defRPr sz="1725" b="1">
                <a:solidFill>
                  <a:srgbClr val="0F766E"/>
                </a:solidFill>
              </a:defRPr>
            </a:lvl2pPr>
            <a:lvl3pPr algn="l">
              <a:defRPr sz="1725" b="1">
                <a:solidFill>
                  <a:srgbClr val="0F766E"/>
                </a:solidFill>
              </a:defRPr>
            </a:lvl3pPr>
            <a:lvl4pPr algn="l">
              <a:defRPr sz="1725" b="1">
                <a:solidFill>
                  <a:srgbClr val="0F766E"/>
                </a:solidFill>
              </a:defRPr>
            </a:lvl4pPr>
            <a:lvl5pPr algn="l">
              <a:defRPr sz="1725" b="1">
                <a:solidFill>
                  <a:srgbClr val="0F766E"/>
                </a:solidFill>
              </a:defRPr>
            </a:lvl5pPr>
            <a:lvl6pPr algn="l">
              <a:defRPr sz="1725" b="1">
                <a:solidFill>
                  <a:srgbClr val="0F766E"/>
                </a:solidFill>
              </a:defRPr>
            </a:lvl6pPr>
            <a:lvl7pPr algn="l">
              <a:defRPr sz="1725" b="1">
                <a:solidFill>
                  <a:srgbClr val="0F766E"/>
                </a:solidFill>
              </a:defRPr>
            </a:lvl7pPr>
            <a:lvl8pPr algn="l">
              <a:defRPr sz="1725" b="1">
                <a:solidFill>
                  <a:srgbClr val="0F766E"/>
                </a:solidFill>
              </a:defRPr>
            </a:lvl8pPr>
            <a:lvl9pPr algn="l">
              <a:defRPr sz="17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298B3F-D50E-4F47-9348-C1D1F338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352550"/>
            <a:ext cx="1011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22033"/>
                </a:solidFill>
              </a:defRPr>
            </a:defPPr>
            <a:lvl1pPr algn="l">
              <a:defRPr sz="1725" b="0">
                <a:solidFill>
                  <a:srgbClr val="122033"/>
                </a:solidFill>
              </a:defRPr>
            </a:lvl1pPr>
            <a:lvl2pPr algn="l">
              <a:defRPr sz="1725" b="0">
                <a:solidFill>
                  <a:srgbClr val="122033"/>
                </a:solidFill>
              </a:defRPr>
            </a:lvl2pPr>
            <a:lvl3pPr algn="l">
              <a:defRPr sz="1725" b="0">
                <a:solidFill>
                  <a:srgbClr val="122033"/>
                </a:solidFill>
              </a:defRPr>
            </a:lvl3pPr>
            <a:lvl4pPr algn="l">
              <a:defRPr sz="1725" b="0">
                <a:solidFill>
                  <a:srgbClr val="122033"/>
                </a:solidFill>
              </a:defRPr>
            </a:lvl4pPr>
            <a:lvl5pPr algn="l">
              <a:defRPr sz="1725" b="0">
                <a:solidFill>
                  <a:srgbClr val="122033"/>
                </a:solidFill>
              </a:defRPr>
            </a:lvl5pPr>
            <a:lvl6pPr algn="l">
              <a:defRPr sz="1725" b="0">
                <a:solidFill>
                  <a:srgbClr val="122033"/>
                </a:solidFill>
              </a:defRPr>
            </a:lvl6pPr>
            <a:lvl7pPr algn="l">
              <a:defRPr sz="1725" b="0">
                <a:solidFill>
                  <a:srgbClr val="122033"/>
                </a:solidFill>
              </a:defRPr>
            </a:lvl7pPr>
            <a:lvl8pPr algn="l">
              <a:defRPr sz="1725" b="0">
                <a:solidFill>
                  <a:srgbClr val="122033"/>
                </a:solidFill>
              </a:defRPr>
            </a:lvl8pPr>
            <a:lvl9pPr algn="l">
              <a:defRPr sz="17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22033"/>
                </a:solidFill>
              </a:defRPr>
            </a:pPr>
            <a:r>
              <a:rPr sz="1725" b="0">
                <a:solidFill>
                  <a:srgbClr val="122033"/>
                </a:solidFill>
              </a:rPr>
              <a:t>Act out one loop with student volunteers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1DB8D5-6CCC-4D11-997E-52E7D160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F766E"/>
                </a:solidFill>
              </a:defRPr>
            </a:defPPr>
            <a:lvl1pPr algn="l">
              <a:defRPr sz="1725" b="1">
                <a:solidFill>
                  <a:srgbClr val="0F766E"/>
                </a:solidFill>
              </a:defRPr>
            </a:lvl1pPr>
            <a:lvl2pPr algn="l">
              <a:defRPr sz="1725" b="1">
                <a:solidFill>
                  <a:srgbClr val="0F766E"/>
                </a:solidFill>
              </a:defRPr>
            </a:lvl2pPr>
            <a:lvl3pPr algn="l">
              <a:defRPr sz="1725" b="1">
                <a:solidFill>
                  <a:srgbClr val="0F766E"/>
                </a:solidFill>
              </a:defRPr>
            </a:lvl3pPr>
            <a:lvl4pPr algn="l">
              <a:defRPr sz="1725" b="1">
                <a:solidFill>
                  <a:srgbClr val="0F766E"/>
                </a:solidFill>
              </a:defRPr>
            </a:lvl4pPr>
            <a:lvl5pPr algn="l">
              <a:defRPr sz="1725" b="1">
                <a:solidFill>
                  <a:srgbClr val="0F766E"/>
                </a:solidFill>
              </a:defRPr>
            </a:lvl5pPr>
            <a:lvl6pPr algn="l">
              <a:defRPr sz="1725" b="1">
                <a:solidFill>
                  <a:srgbClr val="0F766E"/>
                </a:solidFill>
              </a:defRPr>
            </a:lvl6pPr>
            <a:lvl7pPr algn="l">
              <a:defRPr sz="1725" b="1">
                <a:solidFill>
                  <a:srgbClr val="0F766E"/>
                </a:solidFill>
              </a:defRPr>
            </a:lvl7pPr>
            <a:lvl8pPr algn="l">
              <a:defRPr sz="1725" b="1">
                <a:solidFill>
                  <a:srgbClr val="0F766E"/>
                </a:solidFill>
              </a:defRPr>
            </a:lvl8pPr>
            <a:lvl9pPr algn="l">
              <a:defRPr sz="17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CFB735-B24A-4927-9E5D-CFF98BF9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76450"/>
            <a:ext cx="1011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22033"/>
                </a:solidFill>
              </a:defRPr>
            </a:defPPr>
            <a:lvl1pPr algn="l">
              <a:defRPr sz="1725" b="0">
                <a:solidFill>
                  <a:srgbClr val="122033"/>
                </a:solidFill>
              </a:defRPr>
            </a:lvl1pPr>
            <a:lvl2pPr algn="l">
              <a:defRPr sz="1725" b="0">
                <a:solidFill>
                  <a:srgbClr val="122033"/>
                </a:solidFill>
              </a:defRPr>
            </a:lvl2pPr>
            <a:lvl3pPr algn="l">
              <a:defRPr sz="1725" b="0">
                <a:solidFill>
                  <a:srgbClr val="122033"/>
                </a:solidFill>
              </a:defRPr>
            </a:lvl3pPr>
            <a:lvl4pPr algn="l">
              <a:defRPr sz="1725" b="0">
                <a:solidFill>
                  <a:srgbClr val="122033"/>
                </a:solidFill>
              </a:defRPr>
            </a:lvl4pPr>
            <a:lvl5pPr algn="l">
              <a:defRPr sz="1725" b="0">
                <a:solidFill>
                  <a:srgbClr val="122033"/>
                </a:solidFill>
              </a:defRPr>
            </a:lvl5pPr>
            <a:lvl6pPr algn="l">
              <a:defRPr sz="1725" b="0">
                <a:solidFill>
                  <a:srgbClr val="122033"/>
                </a:solidFill>
              </a:defRPr>
            </a:lvl6pPr>
            <a:lvl7pPr algn="l">
              <a:defRPr sz="1725" b="0">
                <a:solidFill>
                  <a:srgbClr val="122033"/>
                </a:solidFill>
              </a:defRPr>
            </a:lvl7pPr>
            <a:lvl8pPr algn="l">
              <a:defRPr sz="1725" b="0">
                <a:solidFill>
                  <a:srgbClr val="122033"/>
                </a:solidFill>
              </a:defRPr>
            </a:lvl8pPr>
            <a:lvl9pPr algn="l">
              <a:defRPr sz="17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22033"/>
                </a:solidFill>
              </a:defRPr>
            </a:pPr>
            <a:r>
              <a:rPr sz="1725" b="0">
                <a:solidFill>
                  <a:srgbClr val="122033"/>
                </a:solidFill>
              </a:rPr>
              <a:t>Trace a counter through four iterations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8B1ED4-F301-42CB-AB3B-6A60C051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F766E"/>
                </a:solidFill>
              </a:defRPr>
            </a:defPPr>
            <a:lvl1pPr algn="l">
              <a:defRPr sz="1725" b="1">
                <a:solidFill>
                  <a:srgbClr val="0F766E"/>
                </a:solidFill>
              </a:defRPr>
            </a:lvl1pPr>
            <a:lvl2pPr algn="l">
              <a:defRPr sz="1725" b="1">
                <a:solidFill>
                  <a:srgbClr val="0F766E"/>
                </a:solidFill>
              </a:defRPr>
            </a:lvl2pPr>
            <a:lvl3pPr algn="l">
              <a:defRPr sz="1725" b="1">
                <a:solidFill>
                  <a:srgbClr val="0F766E"/>
                </a:solidFill>
              </a:defRPr>
            </a:lvl3pPr>
            <a:lvl4pPr algn="l">
              <a:defRPr sz="1725" b="1">
                <a:solidFill>
                  <a:srgbClr val="0F766E"/>
                </a:solidFill>
              </a:defRPr>
            </a:lvl4pPr>
            <a:lvl5pPr algn="l">
              <a:defRPr sz="1725" b="1">
                <a:solidFill>
                  <a:srgbClr val="0F766E"/>
                </a:solidFill>
              </a:defRPr>
            </a:lvl5pPr>
            <a:lvl6pPr algn="l">
              <a:defRPr sz="1725" b="1">
                <a:solidFill>
                  <a:srgbClr val="0F766E"/>
                </a:solidFill>
              </a:defRPr>
            </a:lvl6pPr>
            <a:lvl7pPr algn="l">
              <a:defRPr sz="1725" b="1">
                <a:solidFill>
                  <a:srgbClr val="0F766E"/>
                </a:solidFill>
              </a:defRPr>
            </a:lvl7pPr>
            <a:lvl8pPr algn="l">
              <a:defRPr sz="1725" b="1">
                <a:solidFill>
                  <a:srgbClr val="0F766E"/>
                </a:solidFill>
              </a:defRPr>
            </a:lvl8pPr>
            <a:lvl9pPr algn="l">
              <a:defRPr sz="17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071DD1-0B58-4EBD-A1A4-C2A566CD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00350"/>
            <a:ext cx="1011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22033"/>
                </a:solidFill>
              </a:defRPr>
            </a:defPPr>
            <a:lvl1pPr algn="l">
              <a:defRPr sz="1725" b="0">
                <a:solidFill>
                  <a:srgbClr val="122033"/>
                </a:solidFill>
              </a:defRPr>
            </a:lvl1pPr>
            <a:lvl2pPr algn="l">
              <a:defRPr sz="1725" b="0">
                <a:solidFill>
                  <a:srgbClr val="122033"/>
                </a:solidFill>
              </a:defRPr>
            </a:lvl2pPr>
            <a:lvl3pPr algn="l">
              <a:defRPr sz="1725" b="0">
                <a:solidFill>
                  <a:srgbClr val="122033"/>
                </a:solidFill>
              </a:defRPr>
            </a:lvl3pPr>
            <a:lvl4pPr algn="l">
              <a:defRPr sz="1725" b="0">
                <a:solidFill>
                  <a:srgbClr val="122033"/>
                </a:solidFill>
              </a:defRPr>
            </a:lvl4pPr>
            <a:lvl5pPr algn="l">
              <a:defRPr sz="1725" b="0">
                <a:solidFill>
                  <a:srgbClr val="122033"/>
                </a:solidFill>
              </a:defRPr>
            </a:lvl5pPr>
            <a:lvl6pPr algn="l">
              <a:defRPr sz="1725" b="0">
                <a:solidFill>
                  <a:srgbClr val="122033"/>
                </a:solidFill>
              </a:defRPr>
            </a:lvl6pPr>
            <a:lvl7pPr algn="l">
              <a:defRPr sz="1725" b="0">
                <a:solidFill>
                  <a:srgbClr val="122033"/>
                </a:solidFill>
              </a:defRPr>
            </a:lvl7pPr>
            <a:lvl8pPr algn="l">
              <a:defRPr sz="1725" b="0">
                <a:solidFill>
                  <a:srgbClr val="122033"/>
                </a:solidFill>
              </a:defRPr>
            </a:lvl8pPr>
            <a:lvl9pPr algn="l">
              <a:defRPr sz="17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22033"/>
                </a:solidFill>
              </a:defRPr>
            </a:pPr>
            <a:r>
              <a:rPr sz="1725" b="0">
                <a:solidFill>
                  <a:srgbClr val="122033"/>
                </a:solidFill>
              </a:rPr>
              <a:t>Trace an accumulator through three scores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DC885A-C9FC-414D-90D3-11131015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F766E"/>
                </a:solidFill>
              </a:defRPr>
            </a:defPPr>
            <a:lvl1pPr algn="l">
              <a:defRPr sz="1725" b="1">
                <a:solidFill>
                  <a:srgbClr val="0F766E"/>
                </a:solidFill>
              </a:defRPr>
            </a:lvl1pPr>
            <a:lvl2pPr algn="l">
              <a:defRPr sz="1725" b="1">
                <a:solidFill>
                  <a:srgbClr val="0F766E"/>
                </a:solidFill>
              </a:defRPr>
            </a:lvl2pPr>
            <a:lvl3pPr algn="l">
              <a:defRPr sz="1725" b="1">
                <a:solidFill>
                  <a:srgbClr val="0F766E"/>
                </a:solidFill>
              </a:defRPr>
            </a:lvl3pPr>
            <a:lvl4pPr algn="l">
              <a:defRPr sz="1725" b="1">
                <a:solidFill>
                  <a:srgbClr val="0F766E"/>
                </a:solidFill>
              </a:defRPr>
            </a:lvl4pPr>
            <a:lvl5pPr algn="l">
              <a:defRPr sz="1725" b="1">
                <a:solidFill>
                  <a:srgbClr val="0F766E"/>
                </a:solidFill>
              </a:defRPr>
            </a:lvl5pPr>
            <a:lvl6pPr algn="l">
              <a:defRPr sz="1725" b="1">
                <a:solidFill>
                  <a:srgbClr val="0F766E"/>
                </a:solidFill>
              </a:defRPr>
            </a:lvl6pPr>
            <a:lvl7pPr algn="l">
              <a:defRPr sz="1725" b="1">
                <a:solidFill>
                  <a:srgbClr val="0F766E"/>
                </a:solidFill>
              </a:defRPr>
            </a:lvl7pPr>
            <a:lvl8pPr algn="l">
              <a:defRPr sz="1725" b="1">
                <a:solidFill>
                  <a:srgbClr val="0F766E"/>
                </a:solidFill>
              </a:defRPr>
            </a:lvl8pPr>
            <a:lvl9pPr algn="l">
              <a:defRPr sz="17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E459CF-7276-403B-A978-A5155F19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24250"/>
            <a:ext cx="1011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22033"/>
                </a:solidFill>
              </a:defRPr>
            </a:defPPr>
            <a:lvl1pPr algn="l">
              <a:defRPr sz="1725" b="0">
                <a:solidFill>
                  <a:srgbClr val="122033"/>
                </a:solidFill>
              </a:defRPr>
            </a:lvl1pPr>
            <a:lvl2pPr algn="l">
              <a:defRPr sz="1725" b="0">
                <a:solidFill>
                  <a:srgbClr val="122033"/>
                </a:solidFill>
              </a:defRPr>
            </a:lvl2pPr>
            <a:lvl3pPr algn="l">
              <a:defRPr sz="1725" b="0">
                <a:solidFill>
                  <a:srgbClr val="122033"/>
                </a:solidFill>
              </a:defRPr>
            </a:lvl3pPr>
            <a:lvl4pPr algn="l">
              <a:defRPr sz="1725" b="0">
                <a:solidFill>
                  <a:srgbClr val="122033"/>
                </a:solidFill>
              </a:defRPr>
            </a:lvl4pPr>
            <a:lvl5pPr algn="l">
              <a:defRPr sz="1725" b="0">
                <a:solidFill>
                  <a:srgbClr val="122033"/>
                </a:solidFill>
              </a:defRPr>
            </a:lvl5pPr>
            <a:lvl6pPr algn="l">
              <a:defRPr sz="1725" b="0">
                <a:solidFill>
                  <a:srgbClr val="122033"/>
                </a:solidFill>
              </a:defRPr>
            </a:lvl6pPr>
            <a:lvl7pPr algn="l">
              <a:defRPr sz="1725" b="0">
                <a:solidFill>
                  <a:srgbClr val="122033"/>
                </a:solidFill>
              </a:defRPr>
            </a:lvl7pPr>
            <a:lvl8pPr algn="l">
              <a:defRPr sz="1725" b="0">
                <a:solidFill>
                  <a:srgbClr val="122033"/>
                </a:solidFill>
              </a:defRPr>
            </a:lvl8pPr>
            <a:lvl9pPr algn="l">
              <a:defRPr sz="17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22033"/>
                </a:solidFill>
              </a:defRPr>
            </a:pPr>
            <a:r>
              <a:rPr sz="1725" b="0">
                <a:solidFill>
                  <a:srgbClr val="122033"/>
                </a:solidFill>
              </a:rPr>
              <a:t>Build a new list inside a loop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022BD1-5E69-4555-81D8-D6774428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F766E"/>
                </a:solidFill>
              </a:defRPr>
            </a:defPPr>
            <a:lvl1pPr algn="l">
              <a:defRPr sz="1725" b="1">
                <a:solidFill>
                  <a:srgbClr val="0F766E"/>
                </a:solidFill>
              </a:defRPr>
            </a:lvl1pPr>
            <a:lvl2pPr algn="l">
              <a:defRPr sz="1725" b="1">
                <a:solidFill>
                  <a:srgbClr val="0F766E"/>
                </a:solidFill>
              </a:defRPr>
            </a:lvl2pPr>
            <a:lvl3pPr algn="l">
              <a:defRPr sz="1725" b="1">
                <a:solidFill>
                  <a:srgbClr val="0F766E"/>
                </a:solidFill>
              </a:defRPr>
            </a:lvl3pPr>
            <a:lvl4pPr algn="l">
              <a:defRPr sz="1725" b="1">
                <a:solidFill>
                  <a:srgbClr val="0F766E"/>
                </a:solidFill>
              </a:defRPr>
            </a:lvl4pPr>
            <a:lvl5pPr algn="l">
              <a:defRPr sz="1725" b="1">
                <a:solidFill>
                  <a:srgbClr val="0F766E"/>
                </a:solidFill>
              </a:defRPr>
            </a:lvl5pPr>
            <a:lvl6pPr algn="l">
              <a:defRPr sz="1725" b="1">
                <a:solidFill>
                  <a:srgbClr val="0F766E"/>
                </a:solidFill>
              </a:defRPr>
            </a:lvl6pPr>
            <a:lvl7pPr algn="l">
              <a:defRPr sz="1725" b="1">
                <a:solidFill>
                  <a:srgbClr val="0F766E"/>
                </a:solidFill>
              </a:defRPr>
            </a:lvl7pPr>
            <a:lvl8pPr algn="l">
              <a:defRPr sz="1725" b="1">
                <a:solidFill>
                  <a:srgbClr val="0F766E"/>
                </a:solidFill>
              </a:defRPr>
            </a:lvl8pPr>
            <a:lvl9pPr algn="l">
              <a:defRPr sz="17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F29092-883C-4C31-BF76-EB00EFB4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48150"/>
            <a:ext cx="1011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22033"/>
                </a:solidFill>
              </a:defRPr>
            </a:defPPr>
            <a:lvl1pPr algn="l">
              <a:defRPr sz="1725" b="0">
                <a:solidFill>
                  <a:srgbClr val="122033"/>
                </a:solidFill>
              </a:defRPr>
            </a:lvl1pPr>
            <a:lvl2pPr algn="l">
              <a:defRPr sz="1725" b="0">
                <a:solidFill>
                  <a:srgbClr val="122033"/>
                </a:solidFill>
              </a:defRPr>
            </a:lvl2pPr>
            <a:lvl3pPr algn="l">
              <a:defRPr sz="1725" b="0">
                <a:solidFill>
                  <a:srgbClr val="122033"/>
                </a:solidFill>
              </a:defRPr>
            </a:lvl3pPr>
            <a:lvl4pPr algn="l">
              <a:defRPr sz="1725" b="0">
                <a:solidFill>
                  <a:srgbClr val="122033"/>
                </a:solidFill>
              </a:defRPr>
            </a:lvl4pPr>
            <a:lvl5pPr algn="l">
              <a:defRPr sz="1725" b="0">
                <a:solidFill>
                  <a:srgbClr val="122033"/>
                </a:solidFill>
              </a:defRPr>
            </a:lvl5pPr>
            <a:lvl6pPr algn="l">
              <a:defRPr sz="1725" b="0">
                <a:solidFill>
                  <a:srgbClr val="122033"/>
                </a:solidFill>
              </a:defRPr>
            </a:lvl6pPr>
            <a:lvl7pPr algn="l">
              <a:defRPr sz="1725" b="0">
                <a:solidFill>
                  <a:srgbClr val="122033"/>
                </a:solidFill>
              </a:defRPr>
            </a:lvl7pPr>
            <a:lvl8pPr algn="l">
              <a:defRPr sz="1725" b="0">
                <a:solidFill>
                  <a:srgbClr val="122033"/>
                </a:solidFill>
              </a:defRPr>
            </a:lvl8pPr>
            <a:lvl9pPr algn="l">
              <a:defRPr sz="17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22033"/>
                </a:solidFill>
              </a:defRPr>
            </a:pPr>
            <a:r>
              <a:rPr sz="1725" b="0">
                <a:solidFill>
                  <a:srgbClr val="122033"/>
                </a:solidFill>
              </a:rPr>
              <a:t>Repair a while loop so it stops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6A1F4C-D3A0-4DAA-8E7D-995FD3C4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720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F766E"/>
                </a:solidFill>
              </a:defRPr>
            </a:defPPr>
            <a:lvl1pPr algn="l">
              <a:defRPr sz="1725" b="1">
                <a:solidFill>
                  <a:srgbClr val="0F766E"/>
                </a:solidFill>
              </a:defRPr>
            </a:lvl1pPr>
            <a:lvl2pPr algn="l">
              <a:defRPr sz="1725" b="1">
                <a:solidFill>
                  <a:srgbClr val="0F766E"/>
                </a:solidFill>
              </a:defRPr>
            </a:lvl2pPr>
            <a:lvl3pPr algn="l">
              <a:defRPr sz="1725" b="1">
                <a:solidFill>
                  <a:srgbClr val="0F766E"/>
                </a:solidFill>
              </a:defRPr>
            </a:lvl3pPr>
            <a:lvl4pPr algn="l">
              <a:defRPr sz="1725" b="1">
                <a:solidFill>
                  <a:srgbClr val="0F766E"/>
                </a:solidFill>
              </a:defRPr>
            </a:lvl4pPr>
            <a:lvl5pPr algn="l">
              <a:defRPr sz="1725" b="1">
                <a:solidFill>
                  <a:srgbClr val="0F766E"/>
                </a:solidFill>
              </a:defRPr>
            </a:lvl5pPr>
            <a:lvl6pPr algn="l">
              <a:defRPr sz="1725" b="1">
                <a:solidFill>
                  <a:srgbClr val="0F766E"/>
                </a:solidFill>
              </a:defRPr>
            </a:lvl6pPr>
            <a:lvl7pPr algn="l">
              <a:defRPr sz="1725" b="1">
                <a:solidFill>
                  <a:srgbClr val="0F766E"/>
                </a:solidFill>
              </a:defRPr>
            </a:lvl7pPr>
            <a:lvl8pPr algn="l">
              <a:defRPr sz="1725" b="1">
                <a:solidFill>
                  <a:srgbClr val="0F766E"/>
                </a:solidFill>
              </a:defRPr>
            </a:lvl8pPr>
            <a:lvl9pPr algn="l">
              <a:defRPr sz="17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A41A11-2927-460E-B2ED-902FC32B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72050"/>
            <a:ext cx="1011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22033"/>
                </a:solidFill>
              </a:defRPr>
            </a:defPPr>
            <a:lvl1pPr algn="l">
              <a:defRPr sz="1725" b="0">
                <a:solidFill>
                  <a:srgbClr val="122033"/>
                </a:solidFill>
              </a:defRPr>
            </a:lvl1pPr>
            <a:lvl2pPr algn="l">
              <a:defRPr sz="1725" b="0">
                <a:solidFill>
                  <a:srgbClr val="122033"/>
                </a:solidFill>
              </a:defRPr>
            </a:lvl2pPr>
            <a:lvl3pPr algn="l">
              <a:defRPr sz="1725" b="0">
                <a:solidFill>
                  <a:srgbClr val="122033"/>
                </a:solidFill>
              </a:defRPr>
            </a:lvl3pPr>
            <a:lvl4pPr algn="l">
              <a:defRPr sz="1725" b="0">
                <a:solidFill>
                  <a:srgbClr val="122033"/>
                </a:solidFill>
              </a:defRPr>
            </a:lvl4pPr>
            <a:lvl5pPr algn="l">
              <a:defRPr sz="1725" b="0">
                <a:solidFill>
                  <a:srgbClr val="122033"/>
                </a:solidFill>
              </a:defRPr>
            </a:lvl5pPr>
            <a:lvl6pPr algn="l">
              <a:defRPr sz="1725" b="0">
                <a:solidFill>
                  <a:srgbClr val="122033"/>
                </a:solidFill>
              </a:defRPr>
            </a:lvl6pPr>
            <a:lvl7pPr algn="l">
              <a:defRPr sz="1725" b="0">
                <a:solidFill>
                  <a:srgbClr val="122033"/>
                </a:solidFill>
              </a:defRPr>
            </a:lvl7pPr>
            <a:lvl8pPr algn="l">
              <a:defRPr sz="1725" b="0">
                <a:solidFill>
                  <a:srgbClr val="122033"/>
                </a:solidFill>
              </a:defRPr>
            </a:lvl8pPr>
            <a:lvl9pPr algn="l">
              <a:defRPr sz="17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22033"/>
                </a:solidFill>
              </a:defRPr>
            </a:pPr>
            <a:r>
              <a:rPr sz="1725" b="0">
                <a:solidFill>
                  <a:srgbClr val="122033"/>
                </a:solidFill>
              </a:rPr>
              <a:t>Complete the arcade scoreboard boss</a:t>
            </a:r>
          </a:p>
        </p:txBody>
      </p:sp>
    </p:spTree>
    <p:extLst>
      <p:ext uri="{BB962C8B-B14F-4D97-AF65-F5344CB8AC3E}">
        <p14:creationId xmlns:p14="http://schemas.microsoft.com/office/powerpoint/2010/main" val="213969124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5E5D28-093F-4D8C-A530-71151C806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5B7367-24F7-47BA-B76B-683EA2F6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Loop boss challenge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F11976-12DC-40F2-AE69-32954C0C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Count games, total scores, and identify bonus rounds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ED90C2-63AC-4F69-BAF3-2E5CC498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241069-B09C-427B-BC35-5830EBD3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28750"/>
            <a:ext cx="6953250" cy="428625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41E55F-4E63-4DA8-AA4A-97E21CE9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619250"/>
            <a:ext cx="64198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scores = [8, 12, 5, 15]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games = 0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total =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for score in scores: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games += 1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total += score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if score &gt;= 10: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    print("BONUS", score)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9D81BA-DD16-4C95-9BC3-23889A481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573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E85D4A"/>
                </a:solidFill>
              </a:defRPr>
            </a:defPPr>
            <a:lvl1pPr algn="l">
              <a:defRPr sz="1800" b="1">
                <a:solidFill>
                  <a:srgbClr val="E85D4A"/>
                </a:solidFill>
              </a:defRPr>
            </a:lvl1pPr>
            <a:lvl2pPr algn="l">
              <a:defRPr sz="1800" b="1">
                <a:solidFill>
                  <a:srgbClr val="E85D4A"/>
                </a:solidFill>
              </a:defRPr>
            </a:lvl2pPr>
            <a:lvl3pPr algn="l">
              <a:defRPr sz="1800" b="1">
                <a:solidFill>
                  <a:srgbClr val="E85D4A"/>
                </a:solidFill>
              </a:defRPr>
            </a:lvl3pPr>
            <a:lvl4pPr algn="l">
              <a:defRPr sz="1800" b="1">
                <a:solidFill>
                  <a:srgbClr val="E85D4A"/>
                </a:solidFill>
              </a:defRPr>
            </a:lvl4pPr>
            <a:lvl5pPr algn="l">
              <a:defRPr sz="1800" b="1">
                <a:solidFill>
                  <a:srgbClr val="E85D4A"/>
                </a:solidFill>
              </a:defRPr>
            </a:lvl5pPr>
            <a:lvl6pPr algn="l">
              <a:defRPr sz="1800" b="1">
                <a:solidFill>
                  <a:srgbClr val="E85D4A"/>
                </a:solidFill>
              </a:defRPr>
            </a:lvl6pPr>
            <a:lvl7pPr algn="l">
              <a:defRPr sz="1800" b="1">
                <a:solidFill>
                  <a:srgbClr val="E85D4A"/>
                </a:solidFill>
              </a:defRPr>
            </a:lvl7pPr>
            <a:lvl8pPr algn="l">
              <a:defRPr sz="1800" b="1">
                <a:solidFill>
                  <a:srgbClr val="E85D4A"/>
                </a:solidFill>
              </a:defRPr>
            </a:lvl8pPr>
            <a:lvl9pPr algn="l">
              <a:defRPr sz="1800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E85D4A"/>
                </a:solidFill>
              </a:defRPr>
            </a:pPr>
            <a:r>
              <a:rPr sz="1800" b="1">
                <a:solidFill>
                  <a:srgbClr val="E85D4A"/>
                </a:solidFill>
              </a:rPr>
              <a:t>Before Run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A8EF12-744A-4C42-BABB-520FC130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38375"/>
            <a:ext cx="2952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games = 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total = 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bonus scores = ___</a:t>
            </a:r>
          </a:p>
        </p:txBody>
      </p:sp>
    </p:spTree>
    <p:extLst>
      <p:ext uri="{BB962C8B-B14F-4D97-AF65-F5344CB8AC3E}">
        <p14:creationId xmlns:p14="http://schemas.microsoft.com/office/powerpoint/2010/main" val="63697449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9D592D-DEC6-4227-B96B-8A93D51D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A91799-6332-4421-9B7B-A8FC1D7E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Break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34FD92-64FC-474F-BBE4-B541E666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10 minutes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74FAB1-5969-4C8B-8963-280ACD87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72A678-2628-47D7-A6AD-D813FA34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717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00" b="1">
                <a:solidFill>
                  <a:srgbClr val="071A33"/>
                </a:solidFill>
              </a:defRPr>
            </a:defPPr>
            <a:lvl1pPr algn="ctr">
              <a:defRPr sz="2400" b="1">
                <a:solidFill>
                  <a:srgbClr val="071A33"/>
                </a:solidFill>
              </a:defRPr>
            </a:lvl1pPr>
            <a:lvl2pPr algn="ctr">
              <a:defRPr sz="2400" b="1">
                <a:solidFill>
                  <a:srgbClr val="071A33"/>
                </a:solidFill>
              </a:defRPr>
            </a:lvl2pPr>
            <a:lvl3pPr algn="ctr">
              <a:defRPr sz="2400" b="1">
                <a:solidFill>
                  <a:srgbClr val="071A33"/>
                </a:solidFill>
              </a:defRPr>
            </a:lvl3pPr>
            <a:lvl4pPr algn="ctr">
              <a:defRPr sz="2400" b="1">
                <a:solidFill>
                  <a:srgbClr val="071A33"/>
                </a:solidFill>
              </a:defRPr>
            </a:lvl4pPr>
            <a:lvl5pPr algn="ctr">
              <a:defRPr sz="2400" b="1">
                <a:solidFill>
                  <a:srgbClr val="071A33"/>
                </a:solidFill>
              </a:defRPr>
            </a:lvl5pPr>
            <a:lvl6pPr algn="ctr">
              <a:defRPr sz="2400" b="1">
                <a:solidFill>
                  <a:srgbClr val="071A33"/>
                </a:solidFill>
              </a:defRPr>
            </a:lvl6pPr>
            <a:lvl7pPr algn="ctr">
              <a:defRPr sz="2400" b="1">
                <a:solidFill>
                  <a:srgbClr val="071A33"/>
                </a:solidFill>
              </a:defRPr>
            </a:lvl7pPr>
            <a:lvl8pPr algn="ctr">
              <a:defRPr sz="2400" b="1">
                <a:solidFill>
                  <a:srgbClr val="071A33"/>
                </a:solidFill>
              </a:defRPr>
            </a:lvl8pPr>
            <a:lvl9pPr algn="ctr">
              <a:defRPr sz="240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071A33"/>
                </a:solidFill>
              </a:defRPr>
            </a:pPr>
            <a:r>
              <a:rPr sz="2400" b="1">
                <a:solidFill>
                  <a:srgbClr val="071A33"/>
                </a:solidFill>
              </a:rPr>
              <a:t>Reset your brain. Module 3 connects functions and loops.</a:t>
            </a:r>
          </a:p>
        </p:txBody>
      </p:sp>
    </p:spTree>
    <p:extLst>
      <p:ext uri="{BB962C8B-B14F-4D97-AF65-F5344CB8AC3E}">
        <p14:creationId xmlns:p14="http://schemas.microsoft.com/office/powerpoint/2010/main" val="93951125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E63A67-6AB9-4BD8-AEE7-F628DC6D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8EE463-3EF5-4C67-8C20-25073A3E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Module 3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568C2C-21FD-4675-8C9A-26909AB3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Power-Up Functions: name reusable jobs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897507-3F7E-4372-8EA6-3A7459FB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607A07-5555-4020-B3D0-0E4BB345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65722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855015-0482-4F1D-901A-EFACB85D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09750"/>
            <a:ext cx="60388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def add_bonus(score, bonus):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new_score = score + bonus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return new_score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final_score = add_bonus(10, 5)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77344A-61CA-49E0-85E7-B7C6765A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6687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0F766E"/>
                </a:solidFill>
              </a:defRPr>
            </a:defPPr>
            <a:lvl1pPr algn="l">
              <a:defRPr sz="1800" b="1">
                <a:solidFill>
                  <a:srgbClr val="0F766E"/>
                </a:solidFill>
              </a:defRPr>
            </a:lvl1pPr>
            <a:lvl2pPr algn="l">
              <a:defRPr sz="1800" b="1">
                <a:solidFill>
                  <a:srgbClr val="0F766E"/>
                </a:solidFill>
              </a:defRPr>
            </a:lvl2pPr>
            <a:lvl3pPr algn="l">
              <a:defRPr sz="1800" b="1">
                <a:solidFill>
                  <a:srgbClr val="0F766E"/>
                </a:solidFill>
              </a:defRPr>
            </a:lvl3pPr>
            <a:lvl4pPr algn="l">
              <a:defRPr sz="1800" b="1">
                <a:solidFill>
                  <a:srgbClr val="0F766E"/>
                </a:solidFill>
              </a:defRPr>
            </a:lvl4pPr>
            <a:lvl5pPr algn="l">
              <a:defRPr sz="1800" b="1">
                <a:solidFill>
                  <a:srgbClr val="0F766E"/>
                </a:solidFill>
              </a:defRPr>
            </a:lvl5pPr>
            <a:lvl6pPr algn="l">
              <a:defRPr sz="1800" b="1">
                <a:solidFill>
                  <a:srgbClr val="0F766E"/>
                </a:solidFill>
              </a:defRPr>
            </a:lvl6pPr>
            <a:lvl7pPr algn="l">
              <a:defRPr sz="1800" b="1">
                <a:solidFill>
                  <a:srgbClr val="0F766E"/>
                </a:solidFill>
              </a:defRPr>
            </a:lvl7pPr>
            <a:lvl8pPr algn="l">
              <a:defRPr sz="1800" b="1">
                <a:solidFill>
                  <a:srgbClr val="0F766E"/>
                </a:solidFill>
              </a:defRPr>
            </a:lvl8pPr>
            <a:lvl9pPr algn="l">
              <a:defRPr sz="18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Trace the call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2548A8-8EE6-4D5F-8069-B8164B38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33600"/>
            <a:ext cx="3048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arguments</a:t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10 and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parameters</a:t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score and bonus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return value</a:t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37730214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2FE7CD-CF1F-4D83-BFAE-4229DBA0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F3CE40-BD24-4983-8AFA-964F50F2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Functions can contain loops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DB6B56-1266-4F60-B971-704C99E6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One function can own the complete totaling job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FE58E7-210D-4A7F-B785-5AFFACFA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84B7E4-AACC-4642-992E-F187F059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733425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7541B5-7C7F-4EB0-9506-E8C36F4E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62125"/>
            <a:ext cx="68008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def total_scores(scores):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total = 0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for score in scores: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    total += score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return total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team_total = total_scores([4, 6, 5])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590154-2933-4C88-915E-272D25D2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E85D4A"/>
                </a:solidFill>
              </a:defRPr>
            </a:defPPr>
            <a:lvl1pPr algn="l">
              <a:defRPr sz="1800" b="1">
                <a:solidFill>
                  <a:srgbClr val="E85D4A"/>
                </a:solidFill>
              </a:defRPr>
            </a:lvl1pPr>
            <a:lvl2pPr algn="l">
              <a:defRPr sz="1800" b="1">
                <a:solidFill>
                  <a:srgbClr val="E85D4A"/>
                </a:solidFill>
              </a:defRPr>
            </a:lvl2pPr>
            <a:lvl3pPr algn="l">
              <a:defRPr sz="1800" b="1">
                <a:solidFill>
                  <a:srgbClr val="E85D4A"/>
                </a:solidFill>
              </a:defRPr>
            </a:lvl3pPr>
            <a:lvl4pPr algn="l">
              <a:defRPr sz="1800" b="1">
                <a:solidFill>
                  <a:srgbClr val="E85D4A"/>
                </a:solidFill>
              </a:defRPr>
            </a:lvl4pPr>
            <a:lvl5pPr algn="l">
              <a:defRPr sz="1800" b="1">
                <a:solidFill>
                  <a:srgbClr val="E85D4A"/>
                </a:solidFill>
              </a:defRPr>
            </a:lvl5pPr>
            <a:lvl6pPr algn="l">
              <a:defRPr sz="1800" b="1">
                <a:solidFill>
                  <a:srgbClr val="E85D4A"/>
                </a:solidFill>
              </a:defRPr>
            </a:lvl6pPr>
            <a:lvl7pPr algn="l">
              <a:defRPr sz="1800" b="1">
                <a:solidFill>
                  <a:srgbClr val="E85D4A"/>
                </a:solidFill>
              </a:defRPr>
            </a:lvl7pPr>
            <a:lvl8pPr algn="l">
              <a:defRPr sz="1800" b="1">
                <a:solidFill>
                  <a:srgbClr val="E85D4A"/>
                </a:solidFill>
              </a:defRPr>
            </a:lvl8pPr>
            <a:lvl9pPr algn="l">
              <a:defRPr sz="1800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E85D4A"/>
                </a:solidFill>
              </a:defRPr>
            </a:pPr>
            <a:r>
              <a:rPr sz="1800" b="1">
                <a:solidFill>
                  <a:srgbClr val="E85D4A"/>
                </a:solidFill>
              </a:rPr>
              <a:t>Explain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8F7249-D7CF-4E81-96CD-C3CBCF60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38375"/>
            <a:ext cx="2571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What enters?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What repeats?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What changes?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What returns?</a:t>
            </a:r>
          </a:p>
        </p:txBody>
      </p:sp>
    </p:spTree>
    <p:extLst>
      <p:ext uri="{BB962C8B-B14F-4D97-AF65-F5344CB8AC3E}">
        <p14:creationId xmlns:p14="http://schemas.microsoft.com/office/powerpoint/2010/main" val="950778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170660-3D68-4335-98F4-59A533702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8FFFE5-91AB-42EA-907B-92D73616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Peer debug routine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0D3E0E-3006-4B4A-A58E-A1058204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The reviewer explains before touching the keyboard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A58F19-7205-431B-AB6B-99A23E56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73B3D0-E179-46B1-91C0-83A8C807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30B07C-68C0-415A-8A64-27B38691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5240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Developer states the expected result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D7F530-695B-4CF7-B31E-6E2CBF84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42E04C-F53E-4A21-8F6F-273E7A2C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622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Reviewer traces one test case on paper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81FE43-7F29-499E-ACD8-967DBCF9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04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F94731-9CE3-41D0-9AB3-930F6C45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004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Pair runs the same case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B9A206-581F-4FD6-84C8-CE2A069E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386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25F780-704C-4E28-A779-4DA44FDA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386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Reviewer names the first unexpected value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2E1756-A53D-4D59-9451-F983D751B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768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8741E1-99A6-49B8-854E-09ECC609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768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Developer changes one line and retests</a:t>
            </a:r>
          </a:p>
        </p:txBody>
      </p:sp>
    </p:spTree>
    <p:extLst>
      <p:ext uri="{BB962C8B-B14F-4D97-AF65-F5344CB8AC3E}">
        <p14:creationId xmlns:p14="http://schemas.microsoft.com/office/powerpoint/2010/main" val="43694120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A8CDAC-DA64-4CA3-BAA8-38CDDD88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CB912D-D812-4697-9F3B-F5F93E63D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Exit ticket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79A761-99A3-4CB2-AA4E-1566B494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Write complete sentences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E0DD61-AF7E-474C-A801-46AE136E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DD9BA1-F8A0-45CC-9E9D-17C894BE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859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68A2E4-E96D-453B-BF1C-9D8D803F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4859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What does a loop variable hold?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788C36-DDDA-442A-8123-0C256A56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06CD37-D6D2-4A32-89B3-C9E66815F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241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How does an accumulator change?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0A2A8D-F80D-43B6-881F-26CF20E8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623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0EF716-A05A-4202-8979-FEB4F932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623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When would you choose while instead of for?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32792F-672A-448E-9697-DA76C4380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1E0669-BF48-4BBA-B3A1-70528266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005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What must happen so a while loop stops?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3D21AA-055C-4E2D-8C23-6A83DEE3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387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C225B8-0E01-485A-8672-512AE8CD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387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How can a function use a loop?</a:t>
            </a:r>
          </a:p>
        </p:txBody>
      </p:sp>
    </p:spTree>
    <p:extLst>
      <p:ext uri="{BB962C8B-B14F-4D97-AF65-F5344CB8AC3E}">
        <p14:creationId xmlns:p14="http://schemas.microsoft.com/office/powerpoint/2010/main" val="18922482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2026-10-31T02:50:01.6720000Z</dcterms:created>
  <dcterms:modified xsi:type="dcterms:W3CDTF">2026-10-31T02:50:01.6720000Z</dcterms:modified>
</coreProperties>
</file>