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111aaa2e9444a2" /><Relationship Type="http://schemas.openxmlformats.org/officeDocument/2006/relationships/extended-properties" Target="/docProps/app.xml" Id="Rb7272cd2c96742d0" /><Relationship Type="http://schemas.openxmlformats.org/officeDocument/2006/relationships/officeDocument" Target="/ppt/presentation.xml" Id="Rbaf4af9ca8d7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305d915dbe409c"/>
  </p:sldMasterIdLst>
  <p:notesMasterIdLst>
    <p:notesMasterId xmlns:r="http://schemas.openxmlformats.org/officeDocument/2006/relationships" r:id="R9b7b0a1e70c04f78"/>
  </p:notesMasterIdLst>
  <p:sldIdLst>
    <p:sldId xmlns:r="http://schemas.openxmlformats.org/officeDocument/2006/relationships" id="256" r:id="Rf2a1c6fe6158478c"/>
    <p:sldId xmlns:r="http://schemas.openxmlformats.org/officeDocument/2006/relationships" id="257" r:id="Rb3d3ca72196d4ddf"/>
    <p:sldId xmlns:r="http://schemas.openxmlformats.org/officeDocument/2006/relationships" id="258" r:id="R009fc017cf7a4286"/>
    <p:sldId xmlns:r="http://schemas.openxmlformats.org/officeDocument/2006/relationships" id="259" r:id="Rd162a2ee9fd24b4b"/>
    <p:sldId xmlns:r="http://schemas.openxmlformats.org/officeDocument/2006/relationships" id="260" r:id="R3c09da561da84450"/>
    <p:sldId xmlns:r="http://schemas.openxmlformats.org/officeDocument/2006/relationships" id="261" r:id="R7ea5a5883130420f"/>
    <p:sldId xmlns:r="http://schemas.openxmlformats.org/officeDocument/2006/relationships" id="262" r:id="Rc2cee923d13f4cb9"/>
    <p:sldId xmlns:r="http://schemas.openxmlformats.org/officeDocument/2006/relationships" id="263" r:id="R15d9d9e6b19547d5"/>
    <p:sldId xmlns:r="http://schemas.openxmlformats.org/officeDocument/2006/relationships" id="264" r:id="R5a56810685be4019"/>
    <p:sldId xmlns:r="http://schemas.openxmlformats.org/officeDocument/2006/relationships" id="265" r:id="Rd41a85bb3ad043b0"/>
    <p:sldId xmlns:r="http://schemas.openxmlformats.org/officeDocument/2006/relationships" id="266" r:id="R72fb6a34b0f44a21"/>
    <p:sldId xmlns:r="http://schemas.openxmlformats.org/officeDocument/2006/relationships" id="267" r:id="R2ce6fe37f6044676"/>
    <p:sldId xmlns:r="http://schemas.openxmlformats.org/officeDocument/2006/relationships" id="268" r:id="R5fae5cdbe4034f74"/>
    <p:sldId xmlns:r="http://schemas.openxmlformats.org/officeDocument/2006/relationships" id="269" r:id="Rbb12486253144708"/>
    <p:sldId xmlns:r="http://schemas.openxmlformats.org/officeDocument/2006/relationships" id="270" r:id="R269f1d9322d84eb6"/>
    <p:sldId xmlns:r="http://schemas.openxmlformats.org/officeDocument/2006/relationships" id="271" r:id="Rc426d943091841f4"/>
    <p:sldId xmlns:r="http://schemas.openxmlformats.org/officeDocument/2006/relationships" id="272" r:id="Ra182a64bd58a4155"/>
    <p:sldId xmlns:r="http://schemas.openxmlformats.org/officeDocument/2006/relationships" id="273" r:id="Rd77f10b5b2804ece"/>
    <p:sldId xmlns:r="http://schemas.openxmlformats.org/officeDocument/2006/relationships" id="274" r:id="Rc247e08d657a46b2"/>
    <p:sldId xmlns:r="http://schemas.openxmlformats.org/officeDocument/2006/relationships" id="275" r:id="Raa61407fb44c49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381fc5a5f4463" /><Relationship Type="http://schemas.openxmlformats.org/officeDocument/2006/relationships/slideMaster" Target="/ppt/slideMasters/slideMaster1.xml" Id="Rc6305d915dbe409c" /><Relationship Type="http://schemas.openxmlformats.org/officeDocument/2006/relationships/notesMaster" Target="/ppt/notesMasters/notesMaster1.xml" Id="R9b7b0a1e70c04f78" /><Relationship Type="http://schemas.openxmlformats.org/officeDocument/2006/relationships/presProps" Target="/ppt/presProps.xml" Id="R128bc3586335491a" /><Relationship Type="http://schemas.openxmlformats.org/officeDocument/2006/relationships/tableStyles" Target="/ppt/tableStyles.xml" Id="Rd00a1cfc39254f78" /><Relationship Type="http://schemas.openxmlformats.org/officeDocument/2006/relationships/slide" Target="/ppt/slides/slide1.xml" Id="Rf2a1c6fe6158478c" /><Relationship Type="http://schemas.openxmlformats.org/officeDocument/2006/relationships/slide" Target="/ppt/slides/slide2.xml" Id="Rb3d3ca72196d4ddf" /><Relationship Type="http://schemas.openxmlformats.org/officeDocument/2006/relationships/slide" Target="/ppt/slides/slide3.xml" Id="R009fc017cf7a4286" /><Relationship Type="http://schemas.openxmlformats.org/officeDocument/2006/relationships/slide" Target="/ppt/slides/slide4.xml" Id="Rd162a2ee9fd24b4b" /><Relationship Type="http://schemas.openxmlformats.org/officeDocument/2006/relationships/slide" Target="/ppt/slides/slide5.xml" Id="R3c09da561da84450" /><Relationship Type="http://schemas.openxmlformats.org/officeDocument/2006/relationships/slide" Target="/ppt/slides/slide6.xml" Id="R7ea5a5883130420f" /><Relationship Type="http://schemas.openxmlformats.org/officeDocument/2006/relationships/slide" Target="/ppt/slides/slide7.xml" Id="Rc2cee923d13f4cb9" /><Relationship Type="http://schemas.openxmlformats.org/officeDocument/2006/relationships/slide" Target="/ppt/slides/slide8.xml" Id="R15d9d9e6b19547d5" /><Relationship Type="http://schemas.openxmlformats.org/officeDocument/2006/relationships/slide" Target="/ppt/slides/slide9.xml" Id="R5a56810685be4019" /><Relationship Type="http://schemas.openxmlformats.org/officeDocument/2006/relationships/slide" Target="/ppt/slides/slide10.xml" Id="Rd41a85bb3ad043b0" /><Relationship Type="http://schemas.openxmlformats.org/officeDocument/2006/relationships/slide" Target="/ppt/slides/slide11.xml" Id="R72fb6a34b0f44a21" /><Relationship Type="http://schemas.openxmlformats.org/officeDocument/2006/relationships/slide" Target="/ppt/slides/slide12.xml" Id="R2ce6fe37f6044676" /><Relationship Type="http://schemas.openxmlformats.org/officeDocument/2006/relationships/slide" Target="/ppt/slides/slide13.xml" Id="R5fae5cdbe4034f74" /><Relationship Type="http://schemas.openxmlformats.org/officeDocument/2006/relationships/slide" Target="/ppt/slides/slide14.xml" Id="Rbb12486253144708" /><Relationship Type="http://schemas.openxmlformats.org/officeDocument/2006/relationships/slide" Target="/ppt/slides/slide15.xml" Id="R269f1d9322d84eb6" /><Relationship Type="http://schemas.openxmlformats.org/officeDocument/2006/relationships/slide" Target="/ppt/slides/slide16.xml" Id="Rc426d943091841f4" /><Relationship Type="http://schemas.openxmlformats.org/officeDocument/2006/relationships/slide" Target="/ppt/slides/slide17.xml" Id="Ra182a64bd58a4155" /><Relationship Type="http://schemas.openxmlformats.org/officeDocument/2006/relationships/slide" Target="/ppt/slides/slide18.xml" Id="Rd77f10b5b2804ece" /><Relationship Type="http://schemas.openxmlformats.org/officeDocument/2006/relationships/slide" Target="/ppt/slides/slide19.xml" Id="Rc247e08d657a46b2" /><Relationship Type="http://schemas.openxmlformats.org/officeDocument/2006/relationships/slide" Target="/ppt/slides/slide20.xml" Id="Raa61407fb44c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17ce2d905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5a141d1a8d467c" /><Relationship Type="http://schemas.openxmlformats.org/officeDocument/2006/relationships/notesMaster" Target="/ppt/notesMasters/notesMaster1.xml" Id="Rb7a6a0b7c657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dd1352acd94765" /><Relationship Type="http://schemas.openxmlformats.org/officeDocument/2006/relationships/notesMaster" Target="/ppt/notesMasters/notesMaster1.xml" Id="R770850a779a1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64e9c05e24b51" /><Relationship Type="http://schemas.openxmlformats.org/officeDocument/2006/relationships/notesMaster" Target="/ppt/notesMasters/notesMaster1.xml" Id="R543540ec84fe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42b2bd85584404" /><Relationship Type="http://schemas.openxmlformats.org/officeDocument/2006/relationships/notesMaster" Target="/ppt/notesMasters/notesMaster1.xml" Id="R1db18df030cb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7b21a3510d47d4" /><Relationship Type="http://schemas.openxmlformats.org/officeDocument/2006/relationships/notesMaster" Target="/ppt/notesMasters/notesMaster1.xml" Id="Re9114b7708864a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875cc564d4f19" /><Relationship Type="http://schemas.openxmlformats.org/officeDocument/2006/relationships/notesMaster" Target="/ppt/notesMasters/notesMaster1.xml" Id="R711c33a1dd21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58d8a9a3004d40" /><Relationship Type="http://schemas.openxmlformats.org/officeDocument/2006/relationships/notesMaster" Target="/ppt/notesMasters/notesMaster1.xml" Id="Rfed8d8c6e03741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37f4957ab04288" /><Relationship Type="http://schemas.openxmlformats.org/officeDocument/2006/relationships/notesMaster" Target="/ppt/notesMasters/notesMaster1.xml" Id="R2169eb8f346542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b0abdfacdd4fea" /><Relationship Type="http://schemas.openxmlformats.org/officeDocument/2006/relationships/notesMaster" Target="/ppt/notesMasters/notesMaster1.xml" Id="Ra9e5a2b6ecbf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f13eb49b3d40a1" /><Relationship Type="http://schemas.openxmlformats.org/officeDocument/2006/relationships/notesMaster" Target="/ppt/notesMasters/notesMaster1.xml" Id="Rf00ae460fc9243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0fd70c908e406a" /><Relationship Type="http://schemas.openxmlformats.org/officeDocument/2006/relationships/notesMaster" Target="/ppt/notesMasters/notesMaster1.xml" Id="R20cedba7606e4b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a3b3e8231d4bd3" /><Relationship Type="http://schemas.openxmlformats.org/officeDocument/2006/relationships/notesMaster" Target="/ppt/notesMasters/notesMaster1.xml" Id="R1ff8d57a6d6b40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3fecce67a4410a" /><Relationship Type="http://schemas.openxmlformats.org/officeDocument/2006/relationships/notesMaster" Target="/ppt/notesMasters/notesMaster1.xml" Id="Rded875354de34a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ef9e27c10e4116" /><Relationship Type="http://schemas.openxmlformats.org/officeDocument/2006/relationships/notesMaster" Target="/ppt/notesMasters/notesMaster1.xml" Id="R535fa0dee81248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6ae29ab4ba45f6" /><Relationship Type="http://schemas.openxmlformats.org/officeDocument/2006/relationships/notesMaster" Target="/ppt/notesMasters/notesMaster1.xml" Id="R6c282379197049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0768d90f50411f" /><Relationship Type="http://schemas.openxmlformats.org/officeDocument/2006/relationships/notesMaster" Target="/ppt/notesMasters/notesMaster1.xml" Id="R64898d6c9df741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b78fee34164de5" /><Relationship Type="http://schemas.openxmlformats.org/officeDocument/2006/relationships/notesMaster" Target="/ppt/notesMasters/notesMaster1.xml" Id="Re3d64d7798a14f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be072f37a3454f" /><Relationship Type="http://schemas.openxmlformats.org/officeDocument/2006/relationships/notesMaster" Target="/ppt/notesMasters/notesMaster1.xml" Id="R8459370e5b964d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81530bb31847a8" /><Relationship Type="http://schemas.openxmlformats.org/officeDocument/2006/relationships/notesMaster" Target="/ppt/notesMasters/notesMaster1.xml" Id="Re0312755911041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4dfbd9341b4415" /><Relationship Type="http://schemas.openxmlformats.org/officeDocument/2006/relationships/notesMaster" Target="/ppt/notesMasters/notesMaster1.xml" Id="R06eaec7a3c2f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895093d1b41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beb33ea9244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5b81ea5f547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ace5eeb1743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a3fb57e6146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d9ce8a04949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7F34B9-3A0A-4E90-9BEF-2A04802E9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19F352-AE99-4D07-83B0-6CBDF0D601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CDD614-44F9-4787-A6BE-934309E26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41D96A-3E33-431D-B32E-E75858688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C460E5-5BF2-45EF-997E-EED3FF4796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3CD720-F321-4AD2-9FF1-CD11FF579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725155-10DC-41F5-8D4D-A756D82119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05AD0D-3E88-45DE-9358-66F7D7817B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40C334-0E77-448A-82CE-F39DE1D19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C5CFBC-130C-4123-B526-53C1489AB9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995bcb7054be8" /><Relationship Type="http://schemas.openxmlformats.org/officeDocument/2006/relationships/slideLayout" Target="/ppt/slideLayouts/slideLayout1.xml" Id="Rc15a265e94bf46c3" /><Relationship Type="http://schemas.openxmlformats.org/officeDocument/2006/relationships/slideLayout" Target="/ppt/slideLayouts/slideLayout2.xml" Id="R8815d18c09cb4a5e" /><Relationship Type="http://schemas.openxmlformats.org/officeDocument/2006/relationships/slideLayout" Target="/ppt/slideLayouts/slideLayout3.xml" Id="R9f96d2cbacc943ca" /><Relationship Type="http://schemas.openxmlformats.org/officeDocument/2006/relationships/slideLayout" Target="/ppt/slideLayouts/slideLayout4.xml" Id="Rddbccb05830e4fcd" /><Relationship Type="http://schemas.openxmlformats.org/officeDocument/2006/relationships/slideLayout" Target="/ppt/slideLayouts/slideLayout5.xml" Id="Rb03ee20140204de1" /><Relationship Type="http://schemas.openxmlformats.org/officeDocument/2006/relationships/slideLayout" Target="/ppt/slideLayouts/slideLayout6.xml" Id="R12b2f21a7a0e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a265e94bf46c3"/>
    <p:sldLayoutId xmlns:r="http://schemas.openxmlformats.org/officeDocument/2006/relationships" id="2147483650" r:id="R8815d18c09cb4a5e"/>
    <p:sldLayoutId xmlns:r="http://schemas.openxmlformats.org/officeDocument/2006/relationships" id="2147483651" r:id="R9f96d2cbacc943ca"/>
    <p:sldLayoutId xmlns:r="http://schemas.openxmlformats.org/officeDocument/2006/relationships" id="2147483652" r:id="Rddbccb05830e4fcd"/>
    <p:sldLayoutId xmlns:r="http://schemas.openxmlformats.org/officeDocument/2006/relationships" id="2147483653" r:id="Rb03ee20140204de1"/>
    <p:sldLayoutId xmlns:r="http://schemas.openxmlformats.org/officeDocument/2006/relationships" id="2147483654" r:id="R12b2f21a7a0e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f291ccedf49f2" /><Relationship Type="http://schemas.openxmlformats.org/officeDocument/2006/relationships/notesSlide" Target="/ppt/notesSlides/notesSlide1.xml" Id="Rf7e0650e748944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bbb0c67364585" /><Relationship Type="http://schemas.openxmlformats.org/officeDocument/2006/relationships/notesSlide" Target="/ppt/notesSlides/notesSlide2.xml" Id="Rf2e97e808e1f41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66d20e37a4fca" /><Relationship Type="http://schemas.openxmlformats.org/officeDocument/2006/relationships/notesSlide" Target="/ppt/notesSlides/notesSlide3.xml" Id="R97281012ed1e4e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b3b482eab4842" /><Relationship Type="http://schemas.openxmlformats.org/officeDocument/2006/relationships/notesSlide" Target="/ppt/notesSlides/notesSlide4.xml" Id="R4670f5461763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aceac49414a94" /><Relationship Type="http://schemas.openxmlformats.org/officeDocument/2006/relationships/notesSlide" Target="/ppt/notesSlides/notesSlide5.xml" Id="Rc778076dab6b49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6a41af36c4475" /><Relationship Type="http://schemas.openxmlformats.org/officeDocument/2006/relationships/notesSlide" Target="/ppt/notesSlides/notesSlide6.xml" Id="Rafc9027d414844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79c9a314c4561" /><Relationship Type="http://schemas.openxmlformats.org/officeDocument/2006/relationships/notesSlide" Target="/ppt/notesSlides/notesSlide7.xml" Id="R298bede795ae44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56b1c31584ba1" /><Relationship Type="http://schemas.openxmlformats.org/officeDocument/2006/relationships/notesSlide" Target="/ppt/notesSlides/notesSlide8.xml" Id="R5db1076fbd2747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081e7a87840bc" /><Relationship Type="http://schemas.openxmlformats.org/officeDocument/2006/relationships/notesSlide" Target="/ppt/notesSlides/notesSlide9.xml" Id="R27992e8a666f42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1837b538e4af9" /><Relationship Type="http://schemas.openxmlformats.org/officeDocument/2006/relationships/notesSlide" Target="/ppt/notesSlides/notesSlide10.xml" Id="R90292d63cf7540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8d0b5adf841d3" /><Relationship Type="http://schemas.openxmlformats.org/officeDocument/2006/relationships/notesSlide" Target="/ppt/notesSlides/notesSlide11.xml" Id="R78ecdabfa54747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193e3befc47f9" /><Relationship Type="http://schemas.openxmlformats.org/officeDocument/2006/relationships/notesSlide" Target="/ppt/notesSlides/notesSlide12.xml" Id="Rba19b95589674d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a5341d8ce4cfc" /><Relationship Type="http://schemas.openxmlformats.org/officeDocument/2006/relationships/notesSlide" Target="/ppt/notesSlides/notesSlide13.xml" Id="R92591eb2289f41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36127e7344476" /><Relationship Type="http://schemas.openxmlformats.org/officeDocument/2006/relationships/notesSlide" Target="/ppt/notesSlides/notesSlide14.xml" Id="R3125e01733e449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415ad5e704341" /><Relationship Type="http://schemas.openxmlformats.org/officeDocument/2006/relationships/notesSlide" Target="/ppt/notesSlides/notesSlide15.xml" Id="Rf3c5c77eddb946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7cdc1432f4113" /><Relationship Type="http://schemas.openxmlformats.org/officeDocument/2006/relationships/notesSlide" Target="/ppt/notesSlides/notesSlide16.xml" Id="R03ea0795d96e4c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92131fffe4bd5" /><Relationship Type="http://schemas.openxmlformats.org/officeDocument/2006/relationships/notesSlide" Target="/ppt/notesSlides/notesSlide17.xml" Id="R3986135feab74c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716edbfd74568" /><Relationship Type="http://schemas.openxmlformats.org/officeDocument/2006/relationships/notesSlide" Target="/ppt/notesSlides/notesSlide18.xml" Id="R8d7d3758c99547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ad17986ee4d4b" /><Relationship Type="http://schemas.openxmlformats.org/officeDocument/2006/relationships/notesSlide" Target="/ppt/notesSlides/notesSlide19.xml" Id="R8eb51ab1cb8d49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667cdbfdb4398" /><Relationship Type="http://schemas.openxmlformats.org/officeDocument/2006/relationships/notesSlide" Target="/ppt/notesSlides/notesSlide20.xml" Id="R45b10e843cea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CE3C-8909-4B1B-971F-6E5DCD7F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20329-384D-4632-BB91-25B2E05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Python Loop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5BBF8-A9FA-4492-8E09-5B0402C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practice before every lab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29E3E-5F92-4F65-A55D-CF76BB24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  •  Mario review  • 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750328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F5A99-D51A-4153-8451-2C38F2E5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51A85-ED46-4C46-B2D6-B784A63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DF15D-52E4-4815-8162-8D31E73E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B63CA-79AC-4DAA-BAD8-9D59A47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AE2DB-D441-4ACB-AF2E-A2B3A50A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13B31-A8D0-4E34-AFB3-1125D2F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5B2C9-8B05-49E1-974A-DEED9775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30D91-23AC-4FA2-BBC5-C8D0DF9A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9:15–9:35  Mario review and class voting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F202E-24DB-4C6F-AA25-858E48D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23502-2366-4E93-B93F-ED84177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9:35–10:25  Super Mario Team Quest in 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8EDFA-606A-49C0-9287-97DB1FC4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EBD2F-F41D-4B49-9814-22828201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10:00  Coin Rush photo showcase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B905D-7E84-4842-8539-528AD79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E407C-DA5A-49C2-8460-9380595D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BF6D2-92F1-4447-AE38-C7472CED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8A7DC-5F20-4E41-B1E0-5A85E2B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D95E4-6642-4009-97F3-19E97EEA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B70F3-BD8F-48D6-8622-0722E274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7B440-F69A-474D-AFC3-C510E76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96849-C199-4963-A21B-BF4F5EE6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11:30–1:00  Module 3, boss challenge, peer debugging, and exit</a:t>
            </a:r>
          </a:p>
        </p:txBody>
      </p:sp>
    </p:spTree>
    <p:extLst>
      <p:ext uri="{BB962C8B-B14F-4D97-AF65-F5344CB8AC3E}">
        <p14:creationId xmlns:p14="http://schemas.microsoft.com/office/powerpoint/2010/main" val="295593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8E296-E7E8-449E-93DD-EFAD5181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A4481-3357-4AC1-8E58-EC32ABAC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Google 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3B45D-5440-45B3-92F3-6EC53C03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GitHub supplies the class notebook. Google Drive stores your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FC97D-ED13-474E-B83B-38F1C81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AC547-DCBE-4903-BAA3-722B099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ABAD9-5D65-4E62-B168-DCAF30FF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Open the module link from the Week 5 GitHub README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9B2BF-65E1-40CB-AA4E-F28C33D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57092-5BE9-4972-A4FA-366F2E4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Sign into the Google account you will use for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6C3A8-1D1B-476A-A84F-878A570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BE5CC-A38D-40E3-A1D2-1723A728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File, then Save a copy in 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725A1-FD07-47CC-AF2E-277177C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5451D-C173-4063-A8CD-9170DCF3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Rename the copy with your name and module number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8CA76-4752-4074-8B76-11C7A1B5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F4DF3-F1A0-4652-8E4B-66B7116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Complete the lesson only in your saved Drive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25077-AB4A-4714-B3D8-13ADD5F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85D4A"/>
                </a:solidFill>
              </a:defRPr>
            </a:defPPr>
            <a:lvl1pPr algn="l">
              <a:defRPr sz="1575" b="1">
                <a:solidFill>
                  <a:srgbClr val="E85D4A"/>
                </a:solidFill>
              </a:defRPr>
            </a:lvl1pPr>
            <a:lvl2pPr algn="l">
              <a:defRPr sz="1575" b="1">
                <a:solidFill>
                  <a:srgbClr val="E85D4A"/>
                </a:solidFill>
              </a:defRPr>
            </a:lvl2pPr>
            <a:lvl3pPr algn="l">
              <a:defRPr sz="1575" b="1">
                <a:solidFill>
                  <a:srgbClr val="E85D4A"/>
                </a:solidFill>
              </a:defRPr>
            </a:lvl3pPr>
            <a:lvl4pPr algn="l">
              <a:defRPr sz="1575" b="1">
                <a:solidFill>
                  <a:srgbClr val="E85D4A"/>
                </a:solidFill>
              </a:defRPr>
            </a:lvl4pPr>
            <a:lvl5pPr algn="l">
              <a:defRPr sz="1575" b="1">
                <a:solidFill>
                  <a:srgbClr val="E85D4A"/>
                </a:solidFill>
              </a:defRPr>
            </a:lvl5pPr>
            <a:lvl6pPr algn="l">
              <a:defRPr sz="1575" b="1">
                <a:solidFill>
                  <a:srgbClr val="E85D4A"/>
                </a:solidFill>
              </a:defRPr>
            </a:lvl6pPr>
            <a:lvl7pPr algn="l">
              <a:defRPr sz="1575" b="1">
                <a:solidFill>
                  <a:srgbClr val="E85D4A"/>
                </a:solidFill>
              </a:defRPr>
            </a:lvl7pPr>
            <a:lvl8pPr algn="l">
              <a:defRPr sz="1575" b="1">
                <a:solidFill>
                  <a:srgbClr val="E85D4A"/>
                </a:solidFill>
              </a:defRPr>
            </a:lvl8pPr>
            <a:lvl9pPr algn="l">
              <a:defRPr sz="15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85D4A"/>
                </a:solidFill>
              </a:defRPr>
            </a:pPr>
            <a:r>
              <a:rPr sz="1575" b="1">
                <a:solidFill>
                  <a:srgbClr val="E85D4A"/>
                </a:solidFill>
              </a:rPr>
              <a:t>git pull updates a repository on a local computer. You do not need it for today’s Colab lesson.</a:t>
            </a:r>
          </a:p>
        </p:txBody>
      </p:sp>
    </p:spTree>
    <p:extLst>
      <p:ext uri="{BB962C8B-B14F-4D97-AF65-F5344CB8AC3E}">
        <p14:creationId xmlns:p14="http://schemas.microsoft.com/office/powerpoint/2010/main" val="460514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D7144-00B5-4FBA-9777-51CB9C2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23143-EB93-4261-B46D-0F9132BA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loop repeats a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4ACA6-FFD9-4238-BB0D-78FCF159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computer follows the same steps for several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0CEAE-745A-429B-9CB7-7073ED6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4FB89-5413-44BB-B7BA-F328599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PLAIN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E5138-E1BE-4D78-B43C-7E6FDF61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22033"/>
                </a:solidFill>
              </a:defRPr>
            </a:defPPr>
            <a:lvl1pPr algn="l">
              <a:defRPr sz="2400" b="1">
                <a:solidFill>
                  <a:srgbClr val="122033"/>
                </a:solidFill>
              </a:defRPr>
            </a:lvl1pPr>
            <a:lvl2pPr algn="l">
              <a:defRPr sz="2400" b="1">
                <a:solidFill>
                  <a:srgbClr val="122033"/>
                </a:solidFill>
              </a:defRPr>
            </a:lvl2pPr>
            <a:lvl3pPr algn="l">
              <a:defRPr sz="2400" b="1">
                <a:solidFill>
                  <a:srgbClr val="122033"/>
                </a:solidFill>
              </a:defRPr>
            </a:lvl3pPr>
            <a:lvl4pPr algn="l">
              <a:defRPr sz="2400" b="1">
                <a:solidFill>
                  <a:srgbClr val="122033"/>
                </a:solidFill>
              </a:defRPr>
            </a:lvl4pPr>
            <a:lvl5pPr algn="l">
              <a:defRPr sz="2400" b="1">
                <a:solidFill>
                  <a:srgbClr val="122033"/>
                </a:solidFill>
              </a:defRPr>
            </a:lvl5pPr>
            <a:lvl6pPr algn="l">
              <a:defRPr sz="2400" b="1">
                <a:solidFill>
                  <a:srgbClr val="122033"/>
                </a:solidFill>
              </a:defRPr>
            </a:lvl6pPr>
            <a:lvl7pPr algn="l">
              <a:defRPr sz="2400" b="1">
                <a:solidFill>
                  <a:srgbClr val="122033"/>
                </a:solidFill>
              </a:defRPr>
            </a:lvl7pPr>
            <a:lvl8pPr algn="l">
              <a:defRPr sz="2400" b="1">
                <a:solidFill>
                  <a:srgbClr val="122033"/>
                </a:solidFill>
              </a:defRPr>
            </a:lvl8pPr>
            <a:lvl9pPr algn="l">
              <a:defRPr sz="24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033"/>
                </a:solidFill>
              </a:defRPr>
            </a:pPr>
            <a:r>
              <a:rPr sz="2400" b="1">
                <a:solidFill>
                  <a:srgbClr val="122033"/>
                </a:solidFill>
              </a:rPr>
              <a:t>For each player in the team, print the player’s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24CEC-E9D1-4891-A656-925D910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8D86C-6689-4B12-959F-EE5AEEF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96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34AD2-1683-4997-B148-03768FC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562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players = ["Ava", "Noah", "Zion"]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player in players: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print(player)</a:t>
            </a:r>
          </a:p>
        </p:txBody>
      </p:sp>
    </p:spTree>
    <p:extLst>
      <p:ext uri="{BB962C8B-B14F-4D97-AF65-F5344CB8AC3E}">
        <p14:creationId xmlns:p14="http://schemas.microsoft.com/office/powerpoint/2010/main" val="1954479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8A1F3-1BE2-4593-A994-4C5F380D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88A9-BB01-421D-9661-ACC3B5E9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Human loop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D1820-9F77-43E1-AC25-4F759C0A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Three volunteers act as the list, loop variable, and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A0472-0209-4A5C-9189-14C2540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5E90E-71FA-4B8E-BD55-4A9AE52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EA4F5-CDE9-45EF-A195-8DADDF70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List student points to the next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3500D-B859-4268-9A99-48DEE07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A0179-5AC7-40D3-9075-44483930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Variable student holds that one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2C3C-745C-4B33-B5AF-14151F5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B9790-E32A-4860-A960-BF0E1591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Computer student reads the indented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549A2-D879-4360-9ECD-A4C59B71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5A822-3C83-473C-8C29-0FC31B9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Class counts the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8BDB3-2538-4085-A64B-81A11F9C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0F28B-1AD6-477A-84E1-AFAD04F3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Repeat until the list has no more items</a:t>
            </a:r>
          </a:p>
        </p:txBody>
      </p:sp>
    </p:spTree>
    <p:extLst>
      <p:ext uri="{BB962C8B-B14F-4D97-AF65-F5344CB8AC3E}">
        <p14:creationId xmlns:p14="http://schemas.microsoft.com/office/powerpoint/2010/main" val="1827325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8CD2E-F1FA-4531-8826-D72B4FC8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7FFC-F8EB-4D56-81E4-E3C064A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Parts of a for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C46F6-8A26-485F-859B-75471C9A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Point to each part before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C0BAB-F531-4E19-85FB-D0DA45D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70885-FAE6-4F4B-AA9F-BD61D271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2AF48-C57D-4588-86EC-EAC939C2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705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print("Battle:", enemy)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B0173-85E9-42CE-BD2B-1A30B493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</a:defRPr>
            </a:defPPr>
            <a:lvl1pPr algn="l">
              <a:defRPr sz="1725" b="1">
                <a:solidFill>
                  <a:srgbClr val="1D4ED8"/>
                </a:solidFill>
              </a:defRPr>
            </a:lvl1pPr>
            <a:lvl2pPr algn="l">
              <a:defRPr sz="1725" b="1">
                <a:solidFill>
                  <a:srgbClr val="1D4ED8"/>
                </a:solidFill>
              </a:defRPr>
            </a:lvl2pPr>
            <a:lvl3pPr algn="l">
              <a:defRPr sz="1725" b="1">
                <a:solidFill>
                  <a:srgbClr val="1D4ED8"/>
                </a:solidFill>
              </a:defRPr>
            </a:lvl3pPr>
            <a:lvl4pPr algn="l">
              <a:defRPr sz="1725" b="1">
                <a:solidFill>
                  <a:srgbClr val="1D4ED8"/>
                </a:solidFill>
              </a:defRPr>
            </a:lvl4pPr>
            <a:lvl5pPr algn="l">
              <a:defRPr sz="1725" b="1">
                <a:solidFill>
                  <a:srgbClr val="1D4ED8"/>
                </a:solidFill>
              </a:defRPr>
            </a:lvl5pPr>
            <a:lvl6pPr algn="l">
              <a:defRPr sz="1725" b="1">
                <a:solidFill>
                  <a:srgbClr val="1D4ED8"/>
                </a:solidFill>
              </a:defRPr>
            </a:lvl6pPr>
            <a:lvl7pPr algn="l">
              <a:defRPr sz="1725" b="1">
                <a:solidFill>
                  <a:srgbClr val="1D4ED8"/>
                </a:solidFill>
              </a:defRPr>
            </a:lvl7pPr>
            <a:lvl8pPr algn="l">
              <a:defRPr sz="1725" b="1">
                <a:solidFill>
                  <a:srgbClr val="1D4ED8"/>
                </a:solidFill>
              </a:defRPr>
            </a:lvl8pPr>
            <a:lvl9pPr algn="l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E56BF-2D52-49F0-8221-A0FA275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loop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89376-3CD2-46F7-B56A-7B47902F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5803D"/>
                </a:solidFill>
              </a:defRPr>
            </a:defPPr>
            <a:lvl1pPr algn="l">
              <a:defRPr sz="1725" b="1">
                <a:solidFill>
                  <a:srgbClr val="15803D"/>
                </a:solidFill>
              </a:defRPr>
            </a:lvl1pPr>
            <a:lvl2pPr algn="l">
              <a:defRPr sz="1725" b="1">
                <a:solidFill>
                  <a:srgbClr val="15803D"/>
                </a:solidFill>
              </a:defRPr>
            </a:lvl2pPr>
            <a:lvl3pPr algn="l">
              <a:defRPr sz="1725" b="1">
                <a:solidFill>
                  <a:srgbClr val="15803D"/>
                </a:solidFill>
              </a:defRPr>
            </a:lvl3pPr>
            <a:lvl4pPr algn="l">
              <a:defRPr sz="1725" b="1">
                <a:solidFill>
                  <a:srgbClr val="15803D"/>
                </a:solidFill>
              </a:defRPr>
            </a:lvl4pPr>
            <a:lvl5pPr algn="l">
              <a:defRPr sz="1725" b="1">
                <a:solidFill>
                  <a:srgbClr val="15803D"/>
                </a:solidFill>
              </a:defRPr>
            </a:lvl5pPr>
            <a:lvl6pPr algn="l">
              <a:defRPr sz="1725" b="1">
                <a:solidFill>
                  <a:srgbClr val="15803D"/>
                </a:solidFill>
              </a:defRPr>
            </a:lvl6pPr>
            <a:lvl7pPr algn="l">
              <a:defRPr sz="1725" b="1">
                <a:solidFill>
                  <a:srgbClr val="15803D"/>
                </a:solidFill>
              </a:defRPr>
            </a:lvl7pPr>
            <a:lvl8pPr algn="l">
              <a:defRPr sz="1725" b="1">
                <a:solidFill>
                  <a:srgbClr val="15803D"/>
                </a:solidFill>
              </a:defRPr>
            </a:lvl8pPr>
            <a:lvl9pPr algn="l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repeated block</a:t>
            </a:r>
          </a:p>
        </p:txBody>
      </p:sp>
    </p:spTree>
    <p:extLst>
      <p:ext uri="{BB962C8B-B14F-4D97-AF65-F5344CB8AC3E}">
        <p14:creationId xmlns:p14="http://schemas.microsoft.com/office/powerpoint/2010/main" val="605574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A3707-56CA-471D-97B4-73C2B37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C270A-C36E-4532-97D7-9A3143F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Trace one iteration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1A9A2-0112-4790-8FED-1B90DD2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Predict the final count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113E6-3F15-4E05-865B-DD83B68E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A676C-7541-4BBF-8737-D37DDE5A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79628-71D0-4107-81CE-C4021F81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7056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count = count + 1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print(count, enemy)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print("Final:",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FEAA3-C9DB-4477-9FD0-CA4C143B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A0312-379C-4949-9818-6CBBE64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Start: 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3: count = ___</a:t>
            </a:r>
          </a:p>
        </p:txBody>
      </p:sp>
    </p:spTree>
    <p:extLst>
      <p:ext uri="{BB962C8B-B14F-4D97-AF65-F5344CB8AC3E}">
        <p14:creationId xmlns:p14="http://schemas.microsoft.com/office/powerpoint/2010/main" val="919246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C0684-4697-4A43-85B8-5B06B0E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25ECF-1A63-49B3-94E7-AAAD49A1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An accumulator builds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39446-7D1D-4D66-B793-E512D3C9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variable keeps the total from earlier iterations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6DFCE-F9E8-4CA1-B032-44F91EC5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79B8-E6AA-4C50-8CA4-5BC189AF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1D9EC-CD4B-48C4-A1F6-FDC580A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038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[4, 6, 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total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print(total)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9B770-98F0-4820-AE8C-0CC18FB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A33"/>
                </a:solidFill>
              </a:defRPr>
            </a:defPPr>
            <a:lvl1pPr algn="ctr">
              <a:defRPr sz="2550" b="1">
                <a:solidFill>
                  <a:srgbClr val="071A33"/>
                </a:solidFill>
              </a:defRPr>
            </a:lvl1pPr>
            <a:lvl2pPr algn="ctr">
              <a:defRPr sz="2550" b="1">
                <a:solidFill>
                  <a:srgbClr val="071A33"/>
                </a:solidFill>
              </a:defRPr>
            </a:lvl2pPr>
            <a:lvl3pPr algn="ctr">
              <a:defRPr sz="2550" b="1">
                <a:solidFill>
                  <a:srgbClr val="071A33"/>
                </a:solidFill>
              </a:defRPr>
            </a:lvl3pPr>
            <a:lvl4pPr algn="ctr">
              <a:defRPr sz="2550" b="1">
                <a:solidFill>
                  <a:srgbClr val="071A33"/>
                </a:solidFill>
              </a:defRPr>
            </a:lvl4pPr>
            <a:lvl5pPr algn="ctr">
              <a:defRPr sz="2550" b="1">
                <a:solidFill>
                  <a:srgbClr val="071A33"/>
                </a:solidFill>
              </a:defRPr>
            </a:lvl5pPr>
            <a:lvl6pPr algn="ctr">
              <a:defRPr sz="2550" b="1">
                <a:solidFill>
                  <a:srgbClr val="071A33"/>
                </a:solidFill>
              </a:defRPr>
            </a:lvl6pPr>
            <a:lvl7pPr algn="ctr">
              <a:defRPr sz="2550" b="1">
                <a:solidFill>
                  <a:srgbClr val="071A33"/>
                </a:solidFill>
              </a:defRPr>
            </a:lvl7pPr>
            <a:lvl8pPr algn="ctr">
              <a:defRPr sz="2550" b="1">
                <a:solidFill>
                  <a:srgbClr val="071A33"/>
                </a:solidFill>
              </a:defRPr>
            </a:lvl8pPr>
            <a:lvl9pPr algn="ctr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BBDE8-DD28-497D-B7EE-70A3CD7F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D4ED8"/>
                </a:solidFill>
              </a:defRPr>
            </a:defPPr>
            <a:lvl1pPr algn="ctr">
              <a:defRPr sz="2550" b="1">
                <a:solidFill>
                  <a:srgbClr val="1D4ED8"/>
                </a:solidFill>
              </a:defRPr>
            </a:lvl1pPr>
            <a:lvl2pPr algn="ctr">
              <a:defRPr sz="2550" b="1">
                <a:solidFill>
                  <a:srgbClr val="1D4ED8"/>
                </a:solidFill>
              </a:defRPr>
            </a:lvl2pPr>
            <a:lvl3pPr algn="ctr">
              <a:defRPr sz="2550" b="1">
                <a:solidFill>
                  <a:srgbClr val="1D4ED8"/>
                </a:solidFill>
              </a:defRPr>
            </a:lvl3pPr>
            <a:lvl4pPr algn="ctr">
              <a:defRPr sz="2550" b="1">
                <a:solidFill>
                  <a:srgbClr val="1D4ED8"/>
                </a:solidFill>
              </a:defRPr>
            </a:lvl4pPr>
            <a:lvl5pPr algn="ctr">
              <a:defRPr sz="2550" b="1">
                <a:solidFill>
                  <a:srgbClr val="1D4ED8"/>
                </a:solidFill>
              </a:defRPr>
            </a:lvl5pPr>
            <a:lvl6pPr algn="ctr">
              <a:defRPr sz="2550" b="1">
                <a:solidFill>
                  <a:srgbClr val="1D4ED8"/>
                </a:solidFill>
              </a:defRPr>
            </a:lvl6pPr>
            <a:lvl7pPr algn="ctr">
              <a:defRPr sz="2550" b="1">
                <a:solidFill>
                  <a:srgbClr val="1D4ED8"/>
                </a:solidFill>
              </a:defRPr>
            </a:lvl7pPr>
            <a:lvl8pPr algn="ctr">
              <a:defRPr sz="2550" b="1">
                <a:solidFill>
                  <a:srgbClr val="1D4ED8"/>
                </a:solidFill>
              </a:defRPr>
            </a:lvl8pPr>
            <a:lvl9pPr algn="ctr">
              <a:defRPr sz="25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5DEE9-515E-44F8-97B1-F6A28260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</a:defRPr>
            </a:defPPr>
            <a:lvl1pPr algn="ctr">
              <a:defRPr sz="2550" b="1">
                <a:solidFill>
                  <a:srgbClr val="0F766E"/>
                </a:solidFill>
              </a:defRPr>
            </a:lvl1pPr>
            <a:lvl2pPr algn="ctr">
              <a:defRPr sz="2550" b="1">
                <a:solidFill>
                  <a:srgbClr val="0F766E"/>
                </a:solidFill>
              </a:defRPr>
            </a:lvl2pPr>
            <a:lvl3pPr algn="ctr">
              <a:defRPr sz="2550" b="1">
                <a:solidFill>
                  <a:srgbClr val="0F766E"/>
                </a:solidFill>
              </a:defRPr>
            </a:lvl3pPr>
            <a:lvl4pPr algn="ctr">
              <a:defRPr sz="2550" b="1">
                <a:solidFill>
                  <a:srgbClr val="0F766E"/>
                </a:solidFill>
              </a:defRPr>
            </a:lvl4pPr>
            <a:lvl5pPr algn="ctr">
              <a:defRPr sz="2550" b="1">
                <a:solidFill>
                  <a:srgbClr val="0F766E"/>
                </a:solidFill>
              </a:defRPr>
            </a:lvl5pPr>
            <a:lvl6pPr algn="ctr">
              <a:defRPr sz="2550" b="1">
                <a:solidFill>
                  <a:srgbClr val="0F766E"/>
                </a:solidFill>
              </a:defRPr>
            </a:lvl6pPr>
            <a:lvl7pPr algn="ctr">
              <a:defRPr sz="2550" b="1">
                <a:solidFill>
                  <a:srgbClr val="0F766E"/>
                </a:solidFill>
              </a:defRPr>
            </a:lvl7pPr>
            <a:lvl8pPr algn="ctr">
              <a:defRPr sz="2550" b="1">
                <a:solidFill>
                  <a:srgbClr val="0F766E"/>
                </a:solidFill>
              </a:defRPr>
            </a:lvl8pPr>
            <a:lvl9pPr algn="ctr">
              <a:defRPr sz="25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E121F-6961-4D92-A74F-6B84F3C9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5803D"/>
                </a:solidFill>
              </a:defRPr>
            </a:defPPr>
            <a:lvl1pPr algn="ctr">
              <a:defRPr sz="2550" b="1">
                <a:solidFill>
                  <a:srgbClr val="15803D"/>
                </a:solidFill>
              </a:defRPr>
            </a:lvl1pPr>
            <a:lvl2pPr algn="ctr">
              <a:defRPr sz="2550" b="1">
                <a:solidFill>
                  <a:srgbClr val="15803D"/>
                </a:solidFill>
              </a:defRPr>
            </a:lvl2pPr>
            <a:lvl3pPr algn="ctr">
              <a:defRPr sz="2550" b="1">
                <a:solidFill>
                  <a:srgbClr val="15803D"/>
                </a:solidFill>
              </a:defRPr>
            </a:lvl3pPr>
            <a:lvl4pPr algn="ctr">
              <a:defRPr sz="2550" b="1">
                <a:solidFill>
                  <a:srgbClr val="15803D"/>
                </a:solidFill>
              </a:defRPr>
            </a:lvl4pPr>
            <a:lvl5pPr algn="ctr">
              <a:defRPr sz="2550" b="1">
                <a:solidFill>
                  <a:srgbClr val="15803D"/>
                </a:solidFill>
              </a:defRPr>
            </a:lvl5pPr>
            <a:lvl6pPr algn="ctr">
              <a:defRPr sz="2550" b="1">
                <a:solidFill>
                  <a:srgbClr val="15803D"/>
                </a:solidFill>
              </a:defRPr>
            </a:lvl6pPr>
            <a:lvl7pPr algn="ctr">
              <a:defRPr sz="2550" b="1">
                <a:solidFill>
                  <a:srgbClr val="15803D"/>
                </a:solidFill>
              </a:defRPr>
            </a:lvl7pPr>
            <a:lvl8pPr algn="ctr">
              <a:defRPr sz="2550" b="1">
                <a:solidFill>
                  <a:srgbClr val="15803D"/>
                </a:solidFill>
              </a:defRPr>
            </a:lvl8pPr>
            <a:lvl9pPr algn="ctr">
              <a:defRPr sz="2550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A4368-8531-4021-AA95-8EF601C3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26174"/>
                </a:solidFill>
              </a:defRPr>
            </a:defPPr>
            <a:lvl1pPr algn="ctr">
              <a:defRPr sz="1725" b="1">
                <a:solidFill>
                  <a:srgbClr val="526174"/>
                </a:solidFill>
              </a:defRPr>
            </a:lvl1pPr>
            <a:lvl2pPr algn="ctr">
              <a:defRPr sz="1725" b="1">
                <a:solidFill>
                  <a:srgbClr val="526174"/>
                </a:solidFill>
              </a:defRPr>
            </a:lvl2pPr>
            <a:lvl3pPr algn="ctr">
              <a:defRPr sz="1725" b="1">
                <a:solidFill>
                  <a:srgbClr val="526174"/>
                </a:solidFill>
              </a:defRPr>
            </a:lvl3pPr>
            <a:lvl4pPr algn="ctr">
              <a:defRPr sz="1725" b="1">
                <a:solidFill>
                  <a:srgbClr val="526174"/>
                </a:solidFill>
              </a:defRPr>
            </a:lvl4pPr>
            <a:lvl5pPr algn="ctr">
              <a:defRPr sz="1725" b="1">
                <a:solidFill>
                  <a:srgbClr val="526174"/>
                </a:solidFill>
              </a:defRPr>
            </a:lvl5pPr>
            <a:lvl6pPr algn="ctr">
              <a:defRPr sz="1725" b="1">
                <a:solidFill>
                  <a:srgbClr val="526174"/>
                </a:solidFill>
              </a:defRPr>
            </a:lvl6pPr>
            <a:lvl7pPr algn="ctr">
              <a:defRPr sz="1725" b="1">
                <a:solidFill>
                  <a:srgbClr val="526174"/>
                </a:solidFill>
              </a:defRPr>
            </a:lvl7pPr>
            <a:lvl8pPr algn="ctr">
              <a:defRPr sz="1725" b="1">
                <a:solidFill>
                  <a:srgbClr val="526174"/>
                </a:solidFill>
              </a:defRPr>
            </a:lvl8pPr>
            <a:lvl9pPr algn="ctr">
              <a:defRPr sz="1725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26174"/>
                </a:solidFill>
              </a:defRPr>
            </a:pPr>
            <a:r>
              <a:rPr sz="1725" b="1">
                <a:solidFill>
                  <a:srgbClr val="526174"/>
                </a:solidFill>
              </a:rPr>
              <a:t>Say each update: old total + current score = new total</a:t>
            </a:r>
          </a:p>
        </p:txBody>
      </p:sp>
    </p:spTree>
    <p:extLst>
      <p:ext uri="{BB962C8B-B14F-4D97-AF65-F5344CB8AC3E}">
        <p14:creationId xmlns:p14="http://schemas.microsoft.com/office/powerpoint/2010/main" val="708060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55E74-B2A2-4789-BA03-B39F5150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A97E-EF4F-4F8E-B5CB-6A82428B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While loops need an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F060B-0329-455C-B890-EAEEC03C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Name what stays true and 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24252-9BCC-439D-95B8-B21B0EA6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B8BF-DF10-40F8-86FF-697463F4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81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B7039-0FE6-4868-B93D-EC181D7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84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energy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while energy &gt; 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print(energy)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energy = energy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print("REST")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9A21C-9774-4EB7-A3E1-6541623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Keeps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C6F4F-EC4B-4C22-A3AF-863E8C4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033"/>
                </a:solidFill>
              </a:defRPr>
            </a:defPPr>
            <a:lvl1pPr algn="l">
              <a:defRPr sz="2100" b="1">
                <a:solidFill>
                  <a:srgbClr val="122033"/>
                </a:solidFill>
              </a:defRPr>
            </a:lvl1pPr>
            <a:lvl2pPr algn="l">
              <a:defRPr sz="2100" b="1">
                <a:solidFill>
                  <a:srgbClr val="122033"/>
                </a:solidFill>
              </a:defRPr>
            </a:lvl2pPr>
            <a:lvl3pPr algn="l">
              <a:defRPr sz="2100" b="1">
                <a:solidFill>
                  <a:srgbClr val="122033"/>
                </a:solidFill>
              </a:defRPr>
            </a:lvl3pPr>
            <a:lvl4pPr algn="l">
              <a:defRPr sz="2100" b="1">
                <a:solidFill>
                  <a:srgbClr val="122033"/>
                </a:solidFill>
              </a:defRPr>
            </a:lvl4pPr>
            <a:lvl5pPr algn="l">
              <a:defRPr sz="2100" b="1">
                <a:solidFill>
                  <a:srgbClr val="122033"/>
                </a:solidFill>
              </a:defRPr>
            </a:lvl5pPr>
            <a:lvl6pPr algn="l">
              <a:defRPr sz="2100" b="1">
                <a:solidFill>
                  <a:srgbClr val="122033"/>
                </a:solidFill>
              </a:defRPr>
            </a:lvl6pPr>
            <a:lvl7pPr algn="l">
              <a:defRPr sz="2100" b="1">
                <a:solidFill>
                  <a:srgbClr val="122033"/>
                </a:solidFill>
              </a:defRPr>
            </a:lvl7pPr>
            <a:lvl8pPr algn="l">
              <a:defRPr sz="2100" b="1">
                <a:solidFill>
                  <a:srgbClr val="122033"/>
                </a:solidFill>
              </a:defRPr>
            </a:lvl8pPr>
            <a:lvl9pPr algn="l">
              <a:defRPr sz="21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033"/>
                </a:solidFill>
              </a:defRPr>
            </a:pPr>
            <a:r>
              <a:rPr sz="2100" b="1">
                <a:solidFill>
                  <a:srgbClr val="122033"/>
                </a:solidFill>
              </a:rPr>
              <a:t>energy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CF593-9DE2-46F2-9D31-B323AAD9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5D4A"/>
                </a:solidFill>
              </a:defRPr>
            </a:defPPr>
            <a:lvl1pPr algn="l">
              <a:defRPr sz="1650" b="1">
                <a:solidFill>
                  <a:srgbClr val="E85D4A"/>
                </a:solidFill>
              </a:defRPr>
            </a:lvl1pPr>
            <a:lvl2pPr algn="l">
              <a:defRPr sz="1650" b="1">
                <a:solidFill>
                  <a:srgbClr val="E85D4A"/>
                </a:solidFill>
              </a:defRPr>
            </a:lvl2pPr>
            <a:lvl3pPr algn="l">
              <a:defRPr sz="1650" b="1">
                <a:solidFill>
                  <a:srgbClr val="E85D4A"/>
                </a:solidFill>
              </a:defRPr>
            </a:lvl3pPr>
            <a:lvl4pPr algn="l">
              <a:defRPr sz="1650" b="1">
                <a:solidFill>
                  <a:srgbClr val="E85D4A"/>
                </a:solidFill>
              </a:defRPr>
            </a:lvl4pPr>
            <a:lvl5pPr algn="l">
              <a:defRPr sz="1650" b="1">
                <a:solidFill>
                  <a:srgbClr val="E85D4A"/>
                </a:solidFill>
              </a:defRPr>
            </a:lvl5pPr>
            <a:lvl6pPr algn="l">
              <a:defRPr sz="1650" b="1">
                <a:solidFill>
                  <a:srgbClr val="E85D4A"/>
                </a:solidFill>
              </a:defRPr>
            </a:lvl6pPr>
            <a:lvl7pPr algn="l">
              <a:defRPr sz="1650" b="1">
                <a:solidFill>
                  <a:srgbClr val="E85D4A"/>
                </a:solidFill>
              </a:defRPr>
            </a:lvl7pPr>
            <a:lvl8pPr algn="l">
              <a:defRPr sz="1650" b="1">
                <a:solidFill>
                  <a:srgbClr val="E85D4A"/>
                </a:solidFill>
              </a:defRPr>
            </a:lvl8pPr>
            <a:lvl9pPr algn="l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342D3-2267-476C-B2C3-0EF541B4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energy = energy - 1</a:t>
            </a:r>
          </a:p>
        </p:txBody>
      </p:sp>
    </p:spTree>
    <p:extLst>
      <p:ext uri="{BB962C8B-B14F-4D97-AF65-F5344CB8AC3E}">
        <p14:creationId xmlns:p14="http://schemas.microsoft.com/office/powerpoint/2010/main" val="1799187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C6F13-E551-40CC-9D08-8DAADA65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685C4-FAC2-4489-BEA7-E037E3C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check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3FD16-9814-46A6-A6E6-894A5BF6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Answer with a partner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82A64-DCB3-47DF-AF43-A2C0737A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DA495-D597-49B0-8402-53FF966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9F26E-B36B-4A99-9907-306F55D5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How many times does a for loop run over a four-item list?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EA35-BD2A-4833-8602-39AF2ED2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AB846-58F2-4967-BAAB-E6A68233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does the loop variable hold during one iteration?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3A40C-2C96-4BDE-B7E8-3A811AF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24323-9BF4-4F36-9D98-625FF6ED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Why does an accumulator start before the loop?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6A0A8-6D98-4C9E-AB77-6255D27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6B3A4-ED49-4EB3-9776-1DE61B87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must change inside most while loops?</a:t>
            </a:r>
          </a:p>
        </p:txBody>
      </p:sp>
    </p:spTree>
    <p:extLst>
      <p:ext uri="{BB962C8B-B14F-4D97-AF65-F5344CB8AC3E}">
        <p14:creationId xmlns:p14="http://schemas.microsoft.com/office/powerpoint/2010/main" val="705731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0BB23-60AC-4A1B-8DB9-B07E066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74A05-2129-4423-8FA7-ABB2D3C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Team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D2943-2D07-4555-B7BB-9B288A52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is the main showcase from 9:35 to 10:25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CDA09-D8F3-4C9F-AE9D-DCEE1990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BD1A2-75DD-4CE0-A80D-2C802BB4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F5B6-AD56-4BA8-99EB-3ABBE319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Teams choose Driver, Navigator, Predictor, and Reporter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A7797-FA8F-4259-8FD6-32C5A15F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C142-6F82-4EB2-AF5A-E6D5B4D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Each code cell changes an animated Mario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2142D-F7F5-4604-B6AE-6748C3B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C8C01-D502-437E-9D88-F1B8306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Students visit another team for the 10:00 Coin 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D578E-F0A9-4266-B90D-DC1664D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F568A-BC96-4117-8E7A-0F28366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Pairs finish with a Mario versus Bowser castle battle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6FF80-09D4-48AC-BB00-B3CA4A9D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87074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8D709-5E2D-40FE-B870-3514BF4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89712-0D62-48FA-9D64-8A6FDC0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Coin Rush photo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FCA28-88B2-410E-9C04-4E8D9BD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At 10:00, every team visits another team and triggers the reveal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E18CE-45D6-454C-A546-C11A776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90D9F-1228-469A-B54C-421F1C9C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E094-342F-4C2F-8A6F-F1F94F8E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6134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starting_coins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visitor_bonus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question_bonus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if coins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finish = "SECRET PIPE UNLOCKED!"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D015D-C9EC-428F-957A-4F188C9F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E85D4A"/>
                </a:solidFill>
              </a:defRPr>
            </a:defPPr>
            <a:lvl1pPr algn="l">
              <a:defRPr sz="1875" b="1">
                <a:solidFill>
                  <a:srgbClr val="E85D4A"/>
                </a:solidFill>
              </a:defRPr>
            </a:lvl1pPr>
            <a:lvl2pPr algn="l">
              <a:defRPr sz="1875" b="1">
                <a:solidFill>
                  <a:srgbClr val="E85D4A"/>
                </a:solidFill>
              </a:defRPr>
            </a:lvl2pPr>
            <a:lvl3pPr algn="l">
              <a:defRPr sz="1875" b="1">
                <a:solidFill>
                  <a:srgbClr val="E85D4A"/>
                </a:solidFill>
              </a:defRPr>
            </a:lvl3pPr>
            <a:lvl4pPr algn="l">
              <a:defRPr sz="1875" b="1">
                <a:solidFill>
                  <a:srgbClr val="E85D4A"/>
                </a:solidFill>
              </a:defRPr>
            </a:lvl4pPr>
            <a:lvl5pPr algn="l">
              <a:defRPr sz="1875" b="1">
                <a:solidFill>
                  <a:srgbClr val="E85D4A"/>
                </a:solidFill>
              </a:defRPr>
            </a:lvl5pPr>
            <a:lvl6pPr algn="l">
              <a:defRPr sz="1875" b="1">
                <a:solidFill>
                  <a:srgbClr val="E85D4A"/>
                </a:solidFill>
              </a:defRPr>
            </a:lvl6pPr>
            <a:lvl7pPr algn="l">
              <a:defRPr sz="1875" b="1">
                <a:solidFill>
                  <a:srgbClr val="E85D4A"/>
                </a:solidFill>
              </a:defRPr>
            </a:lvl7pPr>
            <a:lvl8pPr algn="l">
              <a:defRPr sz="1875" b="1">
                <a:solidFill>
                  <a:srgbClr val="E85D4A"/>
                </a:solidFill>
              </a:defRPr>
            </a:lvl8pPr>
            <a:lvl9pPr algn="l">
              <a:defRPr sz="18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85D4A"/>
                </a:solidFill>
              </a:defRPr>
            </a:pPr>
            <a:r>
              <a:rPr sz="1875" b="1">
                <a:solidFill>
                  <a:srgbClr val="E85D4A"/>
                </a:solidFill>
              </a:rPr>
              <a:t>Photo 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F6772-01F5-45F3-A157-EC7EE48E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Teams stand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Predictors announce the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Drivers run at the same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Animated results fill every screen</a:t>
            </a:r>
          </a:p>
        </p:txBody>
      </p:sp>
    </p:spTree>
    <p:extLst>
      <p:ext uri="{BB962C8B-B14F-4D97-AF65-F5344CB8AC3E}">
        <p14:creationId xmlns:p14="http://schemas.microsoft.com/office/powerpoint/2010/main" val="14661342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C1FAC-E87A-4611-9C64-DB5CBDA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E052C-6F66-4679-A271-5C9E06D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FDB38-E7EA-48AE-9E8F-30879F5E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1B468-4EEC-4906-BCC3-B34F8E7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5244E-4C1F-40FC-A1F2-922D15BF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739329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20009-5DA7-48E4-8BDE-FCFB96F4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1176F-8AAA-4723-BD14-124E8DDE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BFB3D-7DA0-4EE6-B998-F6EA5C52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35140-D02A-44E5-83BD-97422557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F3DB-76F3-47A9-9957-A4A14288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8E748-E6F7-41E8-BDC1-0EC0FB15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3AC2A-20FF-416E-AAD5-44FB4F7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BD8D8-8FA4-446D-AE6E-46676781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8D8E7-B66D-476E-A6CF-D9EA5B5F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0BB31-813B-44F8-A1E1-211EFE2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5F356-5FDD-4850-8F6B-55CC0E52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5E7C9-1F37-4417-B3E9-2624D1A5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2D711-CCE4-44CC-B4F0-C5D4E52A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4C40F-CDE9-4513-ADAF-7DC1A2C5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2E645-0E92-48AC-AF41-50137AA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8800A-8F4E-43BB-B909-F44E2C3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4328276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F9FA6-1926-47A3-BB38-83925244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75D0B-4A2F-430E-A205-2131007F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AEC20-3E9A-4B13-8E00-10FC105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5500F-4802-42E4-A26A-4C27D57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093F-DF90-4446-A60B-EFA15139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39E5D-C175-4E30-B18D-974FD70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2F161-2FF8-4191-B199-83B9AF0C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ABE62-7B67-4ADD-965C-4A4EFAA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18104428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F2D9A-B83B-439D-B981-FA7BC70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D443F-8ED5-45D7-BB3B-99D57994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D3E4B-3373-40EE-98B2-0A7F31F9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91C1B-0753-43C7-9614-70DBDAF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9F90C-88BC-42DA-AF88-0561C973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16073225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BDD0D-4BA0-4E07-8A13-E2809017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782B4-C089-42E4-90A2-7D2A217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361A-AD74-4E93-9492-6C6F3287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3555D-21E4-43AE-A5D2-0370FBF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919DE-5BB8-4791-B762-4AE276A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DD623-3526-4901-80E9-A5657E7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8E777-1D51-4208-AD4E-352F93EE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22ED8-834B-4CA2-9A56-205B18B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59787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01ADC-0B67-4F30-ADAE-468884A0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0A9A8-80A9-4A41-AF97-D18EFBD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EED16-087D-4FA0-83F0-C814EB58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921DF-935A-4656-9606-E11DF4B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C34A6-B033-4A02-A6F5-29F225E3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115EB-5170-4425-950C-7F1C3E26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98FE6-7A6D-4367-9D87-2591B7B5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DF174-68E5-4063-A322-5C53917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2033786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66C16-80A0-405E-AA71-C75541E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73BC5-D467-421B-99BD-D91DE953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E4BA1-42AF-4BD9-BFE5-B8C4E04F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9A0C7-15AE-4344-8E23-0B16749C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28ED-2CB7-4851-A569-FABBB62C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519FF-AF3B-48EC-988C-034E347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2BFC-3FF6-4D2D-A254-103749E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0CB3D-8148-4B5A-B809-2F55D089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09089-F114-4E53-AFCE-226B2302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15960-B591-4BF5-BD8A-BF93A7C2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BB523-E561-4A83-B897-C9F0ACBA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353AA-D81D-4B11-B962-D2C839F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2DEE5-B4DB-4C1E-8F4B-694B6F3E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84091-D96E-4433-BC79-74610ACD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194433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89A7D-C90D-4352-8CE5-AD7F359E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DBA79-9BE3-4BB3-A818-F4F209F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21561-FFC5-424A-8C1F-459ADF6E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AB5F6-D3F8-472D-BCAA-F0F6330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A6EDB-391E-4BEC-880A-8AF242A0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D6E87-3304-47DB-811F-3BD34CB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07CC1-12BB-4FBE-81CF-05FB931A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3531F-5C92-4D6A-BAFB-9166C1CA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11D50-BD11-47FE-9FD6-914730EC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F10AA-1DE4-40F3-A40D-9F4849E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545E7-4A0D-4C4F-B790-D29FAB22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FF359-171F-4E5D-B005-BEF22DA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2EC35-5072-4E85-8607-D1158B1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D7476-7F82-4527-BA5D-9D3232C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958590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2026-10-31T03:13:19.2080000Z</dcterms:created>
  <dcterms:modified xsi:type="dcterms:W3CDTF">2026-10-31T03:13:19.2080000Z</dcterms:modified>
</coreProperties>
</file>