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86427f35314ba8" /><Relationship Type="http://schemas.openxmlformats.org/officeDocument/2006/relationships/extended-properties" Target="/docProps/app.xml" Id="Ree00d7b06b6848cb" /><Relationship Type="http://schemas.openxmlformats.org/officeDocument/2006/relationships/officeDocument" Target="/ppt/presentation.xml" Id="Ra7e373416b4740a7" /></Relationships>
</file>

<file path=ppt/presentation.xml><?xml version="1.0" encoding="utf-8"?>
<p:presentation xmlns:p="http://schemas.openxmlformats.org/presentationml/2006/main">
  <p:sldMasterIdLst>
    <p:sldMasterId xmlns:r="http://schemas.openxmlformats.org/officeDocument/2006/relationships" id="2147483648" r:id="R0b8ee77596684573"/>
  </p:sldMasterIdLst>
  <p:notesMasterIdLst>
    <p:notesMasterId xmlns:r="http://schemas.openxmlformats.org/officeDocument/2006/relationships" r:id="R1f0d124e572f49fe"/>
  </p:notesMasterIdLst>
  <p:sldIdLst>
    <p:sldId xmlns:r="http://schemas.openxmlformats.org/officeDocument/2006/relationships" id="256" r:id="Rddc4b8cf31ba490b"/>
    <p:sldId xmlns:r="http://schemas.openxmlformats.org/officeDocument/2006/relationships" id="257" r:id="R25d8c030f26c40ae"/>
    <p:sldId xmlns:r="http://schemas.openxmlformats.org/officeDocument/2006/relationships" id="258" r:id="R8eda447f0db44340"/>
    <p:sldId xmlns:r="http://schemas.openxmlformats.org/officeDocument/2006/relationships" id="259" r:id="R9a658b31e03f4f5f"/>
    <p:sldId xmlns:r="http://schemas.openxmlformats.org/officeDocument/2006/relationships" id="260" r:id="Ra41642f5a87243ff"/>
    <p:sldId xmlns:r="http://schemas.openxmlformats.org/officeDocument/2006/relationships" id="261" r:id="Rf5c0a73b4c4f45bc"/>
    <p:sldId xmlns:r="http://schemas.openxmlformats.org/officeDocument/2006/relationships" id="262" r:id="Rfabdecf5fc3044fe"/>
    <p:sldId xmlns:r="http://schemas.openxmlformats.org/officeDocument/2006/relationships" id="263" r:id="R1f5e28e0aa2341d4"/>
    <p:sldId xmlns:r="http://schemas.openxmlformats.org/officeDocument/2006/relationships" id="264" r:id="R9e308a2333444f56"/>
    <p:sldId xmlns:r="http://schemas.openxmlformats.org/officeDocument/2006/relationships" id="265" r:id="Rc19999de31a7483d"/>
    <p:sldId xmlns:r="http://schemas.openxmlformats.org/officeDocument/2006/relationships" id="266" r:id="R20088a8afadc427c"/>
    <p:sldId xmlns:r="http://schemas.openxmlformats.org/officeDocument/2006/relationships" id="267" r:id="R4401259265754f1d"/>
    <p:sldId xmlns:r="http://schemas.openxmlformats.org/officeDocument/2006/relationships" id="268" r:id="Reea6eab725694e80"/>
    <p:sldId xmlns:r="http://schemas.openxmlformats.org/officeDocument/2006/relationships" id="269" r:id="R6834c5aeaee642b0"/>
    <p:sldId xmlns:r="http://schemas.openxmlformats.org/officeDocument/2006/relationships" id="270" r:id="Rcf7189086715420e"/>
    <p:sldId xmlns:r="http://schemas.openxmlformats.org/officeDocument/2006/relationships" id="271" r:id="Re8cb001082a14786"/>
    <p:sldId xmlns:r="http://schemas.openxmlformats.org/officeDocument/2006/relationships" id="272" r:id="R30b350edffa9449a"/>
    <p:sldId xmlns:r="http://schemas.openxmlformats.org/officeDocument/2006/relationships" id="273" r:id="R910983a4dd344920"/>
    <p:sldId xmlns:r="http://schemas.openxmlformats.org/officeDocument/2006/relationships" id="274" r:id="R0d11e0205e8a4903"/>
    <p:sldId xmlns:r="http://schemas.openxmlformats.org/officeDocument/2006/relationships" id="275" r:id="R78b120bca6a1481e"/>
    <p:sldId xmlns:r="http://schemas.openxmlformats.org/officeDocument/2006/relationships" id="276" r:id="R8448f4c537804bc7"/>
    <p:sldId xmlns:r="http://schemas.openxmlformats.org/officeDocument/2006/relationships" id="277" r:id="R87ea6ac7be964dff"/>
    <p:sldId xmlns:r="http://schemas.openxmlformats.org/officeDocument/2006/relationships" id="278" r:id="R5863613045774a02"/>
    <p:sldId xmlns:r="http://schemas.openxmlformats.org/officeDocument/2006/relationships" id="279" r:id="Rc70fc26e1a834d78"/>
    <p:sldId xmlns:r="http://schemas.openxmlformats.org/officeDocument/2006/relationships" id="280" r:id="R94b6b48be06f4c58"/>
    <p:sldId xmlns:r="http://schemas.openxmlformats.org/officeDocument/2006/relationships" id="281" r:id="Rc5f6a65f9bed4567"/>
    <p:sldId xmlns:r="http://schemas.openxmlformats.org/officeDocument/2006/relationships" id="282" r:id="R7810b0d9fd474d52"/>
    <p:sldId xmlns:r="http://schemas.openxmlformats.org/officeDocument/2006/relationships" id="283" r:id="Rb3c4521b5bb540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09e0b94f4b43da" /><Relationship Type="http://schemas.openxmlformats.org/officeDocument/2006/relationships/slideMaster" Target="/ppt/slideMasters/slideMaster1.xml" Id="R0b8ee77596684573" /><Relationship Type="http://schemas.openxmlformats.org/officeDocument/2006/relationships/notesMaster" Target="/ppt/notesMasters/notesMaster1.xml" Id="R1f0d124e572f49fe" /><Relationship Type="http://schemas.openxmlformats.org/officeDocument/2006/relationships/presProps" Target="/ppt/presProps.xml" Id="R62548e103c6a42f2" /><Relationship Type="http://schemas.openxmlformats.org/officeDocument/2006/relationships/tableStyles" Target="/ppt/tableStyles.xml" Id="R6233fe019748455e" /><Relationship Type="http://schemas.openxmlformats.org/officeDocument/2006/relationships/slide" Target="/ppt/slides/slide1.xml" Id="Rddc4b8cf31ba490b" /><Relationship Type="http://schemas.openxmlformats.org/officeDocument/2006/relationships/slide" Target="/ppt/slides/slide2.xml" Id="R25d8c030f26c40ae" /><Relationship Type="http://schemas.openxmlformats.org/officeDocument/2006/relationships/slide" Target="/ppt/slides/slide3.xml" Id="R8eda447f0db44340" /><Relationship Type="http://schemas.openxmlformats.org/officeDocument/2006/relationships/slide" Target="/ppt/slides/slide4.xml" Id="R9a658b31e03f4f5f" /><Relationship Type="http://schemas.openxmlformats.org/officeDocument/2006/relationships/slide" Target="/ppt/slides/slide5.xml" Id="Ra41642f5a87243ff" /><Relationship Type="http://schemas.openxmlformats.org/officeDocument/2006/relationships/slide" Target="/ppt/slides/slide6.xml" Id="Rf5c0a73b4c4f45bc" /><Relationship Type="http://schemas.openxmlformats.org/officeDocument/2006/relationships/slide" Target="/ppt/slides/slide7.xml" Id="Rfabdecf5fc3044fe" /><Relationship Type="http://schemas.openxmlformats.org/officeDocument/2006/relationships/slide" Target="/ppt/slides/slide8.xml" Id="R1f5e28e0aa2341d4" /><Relationship Type="http://schemas.openxmlformats.org/officeDocument/2006/relationships/slide" Target="/ppt/slides/slide9.xml" Id="R9e308a2333444f56" /><Relationship Type="http://schemas.openxmlformats.org/officeDocument/2006/relationships/slide" Target="/ppt/slides/slide10.xml" Id="Rc19999de31a7483d" /><Relationship Type="http://schemas.openxmlformats.org/officeDocument/2006/relationships/slide" Target="/ppt/slides/slide11.xml" Id="R20088a8afadc427c" /><Relationship Type="http://schemas.openxmlformats.org/officeDocument/2006/relationships/slide" Target="/ppt/slides/slide12.xml" Id="R4401259265754f1d" /><Relationship Type="http://schemas.openxmlformats.org/officeDocument/2006/relationships/slide" Target="/ppt/slides/slide13.xml" Id="Reea6eab725694e80" /><Relationship Type="http://schemas.openxmlformats.org/officeDocument/2006/relationships/slide" Target="/ppt/slides/slide14.xml" Id="R6834c5aeaee642b0" /><Relationship Type="http://schemas.openxmlformats.org/officeDocument/2006/relationships/slide" Target="/ppt/slides/slide15.xml" Id="Rcf7189086715420e" /><Relationship Type="http://schemas.openxmlformats.org/officeDocument/2006/relationships/slide" Target="/ppt/slides/slide16.xml" Id="Re8cb001082a14786" /><Relationship Type="http://schemas.openxmlformats.org/officeDocument/2006/relationships/slide" Target="/ppt/slides/slide17.xml" Id="R30b350edffa9449a" /><Relationship Type="http://schemas.openxmlformats.org/officeDocument/2006/relationships/slide" Target="/ppt/slides/slide18.xml" Id="R910983a4dd344920" /><Relationship Type="http://schemas.openxmlformats.org/officeDocument/2006/relationships/slide" Target="/ppt/slides/slide19.xml" Id="R0d11e0205e8a4903" /><Relationship Type="http://schemas.openxmlformats.org/officeDocument/2006/relationships/slide" Target="/ppt/slides/slide20.xml" Id="R78b120bca6a1481e" /><Relationship Type="http://schemas.openxmlformats.org/officeDocument/2006/relationships/slide" Target="/ppt/slides/slide21.xml" Id="R8448f4c537804bc7" /><Relationship Type="http://schemas.openxmlformats.org/officeDocument/2006/relationships/slide" Target="/ppt/slides/slide22.xml" Id="R87ea6ac7be964dff" /><Relationship Type="http://schemas.openxmlformats.org/officeDocument/2006/relationships/slide" Target="/ppt/slides/slide23.xml" Id="R5863613045774a02" /><Relationship Type="http://schemas.openxmlformats.org/officeDocument/2006/relationships/slide" Target="/ppt/slides/slide24.xml" Id="Rc70fc26e1a834d78" /><Relationship Type="http://schemas.openxmlformats.org/officeDocument/2006/relationships/slide" Target="/ppt/slides/slide25.xml" Id="R94b6b48be06f4c58" /><Relationship Type="http://schemas.openxmlformats.org/officeDocument/2006/relationships/slide" Target="/ppt/slides/slide26.xml" Id="Rc5f6a65f9bed4567" /><Relationship Type="http://schemas.openxmlformats.org/officeDocument/2006/relationships/slide" Target="/ppt/slides/slide27.xml" Id="R7810b0d9fd474d52" /><Relationship Type="http://schemas.openxmlformats.org/officeDocument/2006/relationships/slide" Target="/ppt/slides/slide28.xml" Id="Rb3c4521b5bb540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c37277fef84c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5c6e08413e4916" /><Relationship Type="http://schemas.openxmlformats.org/officeDocument/2006/relationships/notesMaster" Target="/ppt/notesMasters/notesMaster1.xml" Id="R89e00a13bb3d4e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cd8e7bc33f4621" /><Relationship Type="http://schemas.openxmlformats.org/officeDocument/2006/relationships/notesMaster" Target="/ppt/notesMasters/notesMaster1.xml" Id="R0208c22acaaf4d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c662eab0844bcd" /><Relationship Type="http://schemas.openxmlformats.org/officeDocument/2006/relationships/notesMaster" Target="/ppt/notesMasters/notesMaster1.xml" Id="R829bf32f812f4c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08cfe553b745b2" /><Relationship Type="http://schemas.openxmlformats.org/officeDocument/2006/relationships/notesMaster" Target="/ppt/notesMasters/notesMaster1.xml" Id="R25071dfe3de4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9d2cac6847446f" /><Relationship Type="http://schemas.openxmlformats.org/officeDocument/2006/relationships/notesMaster" Target="/ppt/notesMasters/notesMaster1.xml" Id="R97ef5de6266b46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208303bb534e50" /><Relationship Type="http://schemas.openxmlformats.org/officeDocument/2006/relationships/notesMaster" Target="/ppt/notesMasters/notesMaster1.xml" Id="Rfecfe2dcd4a841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c3658819144647" /><Relationship Type="http://schemas.openxmlformats.org/officeDocument/2006/relationships/notesMaster" Target="/ppt/notesMasters/notesMaster1.xml" Id="R2c2ed69cbf744a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cd95f3c0714b40" /><Relationship Type="http://schemas.openxmlformats.org/officeDocument/2006/relationships/notesMaster" Target="/ppt/notesMasters/notesMaster1.xml" Id="Rda8425ac4f0b48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1bbb0c989845a5" /><Relationship Type="http://schemas.openxmlformats.org/officeDocument/2006/relationships/notesMaster" Target="/ppt/notesMasters/notesMaster1.xml" Id="R7d51328c12ab4b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fda487b1b34291" /><Relationship Type="http://schemas.openxmlformats.org/officeDocument/2006/relationships/notesMaster" Target="/ppt/notesMasters/notesMaster1.xml" Id="R63b62db6f45743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abbbafd09f4801" /><Relationship Type="http://schemas.openxmlformats.org/officeDocument/2006/relationships/notesMaster" Target="/ppt/notesMasters/notesMaster1.xml" Id="Rdf9387d2972340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724d587fe24e07" /><Relationship Type="http://schemas.openxmlformats.org/officeDocument/2006/relationships/notesMaster" Target="/ppt/notesMasters/notesMaster1.xml" Id="R3963e64ab24348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ab7d3f56d740fd" /><Relationship Type="http://schemas.openxmlformats.org/officeDocument/2006/relationships/notesMaster" Target="/ppt/notesMasters/notesMaster1.xml" Id="R8d26f55450704d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778908aca24834" /><Relationship Type="http://schemas.openxmlformats.org/officeDocument/2006/relationships/notesMaster" Target="/ppt/notesMasters/notesMaster1.xml" Id="R7afea4831bfd41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5649cc927345eb" /><Relationship Type="http://schemas.openxmlformats.org/officeDocument/2006/relationships/notesMaster" Target="/ppt/notesMasters/notesMaster1.xml" Id="Raca2fd96a3e74d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4106bae3234c93" /><Relationship Type="http://schemas.openxmlformats.org/officeDocument/2006/relationships/notesMaster" Target="/ppt/notesMasters/notesMaster1.xml" Id="R1a55b6142c6146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5cc011f5984fb3" /><Relationship Type="http://schemas.openxmlformats.org/officeDocument/2006/relationships/notesMaster" Target="/ppt/notesMasters/notesMaster1.xml" Id="R8b374d3a779043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f7dd16d55aa47f7" /><Relationship Type="http://schemas.openxmlformats.org/officeDocument/2006/relationships/notesMaster" Target="/ppt/notesMasters/notesMaster1.xml" Id="R18ab00576c394ff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ca08075e1b43d3" /><Relationship Type="http://schemas.openxmlformats.org/officeDocument/2006/relationships/notesMaster" Target="/ppt/notesMasters/notesMaster1.xml" Id="R8da7253e94bc43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671df1d3c84709" /><Relationship Type="http://schemas.openxmlformats.org/officeDocument/2006/relationships/notesMaster" Target="/ppt/notesMasters/notesMaster1.xml" Id="R4f942461742049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97079a30db48f0" /><Relationship Type="http://schemas.openxmlformats.org/officeDocument/2006/relationships/notesMaster" Target="/ppt/notesMasters/notesMaster1.xml" Id="R0cbe36388e4040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4e14ccc78e4165" /><Relationship Type="http://schemas.openxmlformats.org/officeDocument/2006/relationships/notesMaster" Target="/ppt/notesMasters/notesMaster1.xml" Id="R67766fb662e24bf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b19794f93048ef" /><Relationship Type="http://schemas.openxmlformats.org/officeDocument/2006/relationships/notesMaster" Target="/ppt/notesMasters/notesMaster1.xml" Id="R3c991766a8b740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3b6b6fd45cf48a1" /><Relationship Type="http://schemas.openxmlformats.org/officeDocument/2006/relationships/notesMaster" Target="/ppt/notesMasters/notesMaster1.xml" Id="Rec6ee4b6bfe64e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4a950d1a52495d" /><Relationship Type="http://schemas.openxmlformats.org/officeDocument/2006/relationships/notesMaster" Target="/ppt/notesMasters/notesMaster1.xml" Id="Rd23e9e5a7c074d8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78973dd6c6492b" /><Relationship Type="http://schemas.openxmlformats.org/officeDocument/2006/relationships/notesMaster" Target="/ppt/notesMasters/notesMaster1.xml" Id="R9aa993f13f2b42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aabd94942ab49d9" /><Relationship Type="http://schemas.openxmlformats.org/officeDocument/2006/relationships/notesMaster" Target="/ppt/notesMasters/notesMaster1.xml" Id="R430a15bebe2e4b4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3002b984264a94" /><Relationship Type="http://schemas.openxmlformats.org/officeDocument/2006/relationships/notesMaster" Target="/ppt/notesMasters/notesMaster1.xml" Id="Rabd39dfbe71442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surreal illustration. Explain the visual: the person and foundation are the starting value, and the machine represents powerful tools. The course now strengthens what the tools multiply.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each student a small piece of paper. Students answer one prompt without adding a name, fold the paper, and pass it forward. Shuffle the responses and read five or six aloud. Invite quick comments only when someone volunteers. Do not guess authors and do not force anyone to explain an answer. This activity has no programming connection. Its only purpose is to help the room relax and learn a few interesting things about the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two students to describe what their Week 2 app did and one line they could not fully explain. Treat uncertainty as the reason for today's lesson, not as a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compare 1 × 100 and 5 × 100. Clarify that the number is a metaphor. Fundamentals improve judgment: students can describe the goal, spot errors, test edge cases, and extend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both ten-minute breaks. The three module boundaries are deliberate. End each module with a short runnable change before moving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objectives as abilities students will demonstrate, not vocabulary to memorize.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one of the Week 3 notebooks and point out Markdown cells, code cells, and output. Notebooks make short experiments visible. The final .py application remains important because it runs as a complete program. Source: https://code.visualstudio.com/docs/datascience/jupyter-notebooks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Windows setup now installs the Jupyter extension and ipykernel automatically. These commands update computers that completed setup earlier. VS Code needs the Jupyter extension to edit .ipynb files, and the selected Python environment needs ipykernel to execute cells. Official references: https://code.visualstudio.com/docs/languages/python#_jupyter-notebooks and https://docs.astral.sh/uv/guides/integration/jupyter/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git pull reports a conflict, stop and help the student before proceeding. Ask for predictions before anyone presses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from product behavior to program mechanics. Ask students for examples of input and output from their Week 2 apps.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narrate the example aloud. Point out that input() produces text, even when the user types digits.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type() briefly. Prefer meaningful names. Explain assignment as storing a value under a name, not mathematical equality.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boundary values. Ask why 35 belongs in the first branch and why order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exercises/module-1-data-decisions.md. Students who finish early should intentionally enter a non-number, read the error, and explain where the program's assumption failed.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 Keep the return time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repetition to the Week 2 restart prompt. Loops are the underlying control structure that makes repeated behavior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on the board. Ask students to state score and total at the beginning and end of each iteration.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Ctrl+C as an emergency stop in the terminal. Then fix the logic rather than treating Ctrl+C as the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 multiple answers when students can justify the stopping rule. A three-round game can use range(3); a restart menu naturally uses while.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exercises/module-2-loops.md. Pair students for the trace table, then have each student edit and run their own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 Ask students to leave the module 3 example ready to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functions to named tools. Each tool receives what it needs, does one job, and may hand a result 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call in order. Stress that print displays a value, while return sends a value back to the calling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happens if calculate_average only prints. Show that main cannot compare or format the result unless the function returns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assignment/output_tracker.py and map each existing function to the jobs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use assignment/output_tracker.py. The starter is runnable. Require the minimum version before validation loops, flexible session counts, or visual extras.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exercises/peer-code-review.md. Developers should rerun the exact test that exposed an issue after making the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written responses. Close by returning to Week 2: students have not abandoned AI; they have gained more control over what they ask it to build and how they judge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a84da78804e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ec57cc44f348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fddd7dd86747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347903c8a34b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e6e94179474b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a6362aebc445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422023-E745-4228-B79C-995B25B20A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2E8667-C285-46CD-9B74-86F666C600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0550B9-A58A-4622-889A-B139921D37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074ABB-0C35-4518-BD84-0276F6C5F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692D6A-4D24-45A9-8A03-E0C9682D44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E12EBE-871D-4890-8852-6DE655BAD3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52BE35-36C0-40F6-BC47-E1F1C08423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614F85-312C-448C-9F40-74207FAD4F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C5CFEB-5D18-42FE-A59B-7339212A84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8950CD-BA1C-451A-A9F0-B4752C1956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30a63efbad4cfc" /><Relationship Type="http://schemas.openxmlformats.org/officeDocument/2006/relationships/slideLayout" Target="/ppt/slideLayouts/slideLayout1.xml" Id="Rbd946d0badc44ed8" /><Relationship Type="http://schemas.openxmlformats.org/officeDocument/2006/relationships/slideLayout" Target="/ppt/slideLayouts/slideLayout2.xml" Id="Ree606c0bc9a24b21" /><Relationship Type="http://schemas.openxmlformats.org/officeDocument/2006/relationships/slideLayout" Target="/ppt/slideLayouts/slideLayout3.xml" Id="R6f147defa95241fb" /><Relationship Type="http://schemas.openxmlformats.org/officeDocument/2006/relationships/slideLayout" Target="/ppt/slideLayouts/slideLayout4.xml" Id="Re702af5707274623" /><Relationship Type="http://schemas.openxmlformats.org/officeDocument/2006/relationships/slideLayout" Target="/ppt/slideLayouts/slideLayout5.xml" Id="Rfbecfe4a1ee647c0" /><Relationship Type="http://schemas.openxmlformats.org/officeDocument/2006/relationships/slideLayout" Target="/ppt/slideLayouts/slideLayout6.xml" Id="Rfc83907484b64f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46d0badc44ed8"/>
    <p:sldLayoutId xmlns:r="http://schemas.openxmlformats.org/officeDocument/2006/relationships" id="2147483650" r:id="Ree606c0bc9a24b21"/>
    <p:sldLayoutId xmlns:r="http://schemas.openxmlformats.org/officeDocument/2006/relationships" id="2147483651" r:id="R6f147defa95241fb"/>
    <p:sldLayoutId xmlns:r="http://schemas.openxmlformats.org/officeDocument/2006/relationships" id="2147483652" r:id="Re702af5707274623"/>
    <p:sldLayoutId xmlns:r="http://schemas.openxmlformats.org/officeDocument/2006/relationships" id="2147483653" r:id="Rfbecfe4a1ee647c0"/>
    <p:sldLayoutId xmlns:r="http://schemas.openxmlformats.org/officeDocument/2006/relationships" id="2147483654" r:id="Rfc83907484b64f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2e42808f7a40e5" /><Relationship Type="http://schemas.openxmlformats.org/officeDocument/2006/relationships/image" Target="/ppt/media/image.png" Id="R7323dae6760c4b83" /><Relationship Type="http://schemas.openxmlformats.org/officeDocument/2006/relationships/notesSlide" Target="/ppt/notesSlides/notesSlide1.xml" Id="Rb179b7d011cc49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8d190454a94d4c" /><Relationship Type="http://schemas.openxmlformats.org/officeDocument/2006/relationships/notesSlide" Target="/ppt/notesSlides/notesSlide2.xml" Id="R3f029e8e492f41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544ff2de6a4b05" /><Relationship Type="http://schemas.openxmlformats.org/officeDocument/2006/relationships/notesSlide" Target="/ppt/notesSlides/notesSlide3.xml" Id="Ra4ec61a752244b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0523dcf45240f7" /><Relationship Type="http://schemas.openxmlformats.org/officeDocument/2006/relationships/notesSlide" Target="/ppt/notesSlides/notesSlide4.xml" Id="R1463d7c4673044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1c153e787e49bf" /><Relationship Type="http://schemas.openxmlformats.org/officeDocument/2006/relationships/notesSlide" Target="/ppt/notesSlides/notesSlide5.xml" Id="Rd0383edcd6624f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82b3af28cf4a41" /><Relationship Type="http://schemas.openxmlformats.org/officeDocument/2006/relationships/notesSlide" Target="/ppt/notesSlides/notesSlide6.xml" Id="R9f4dd2018c2e41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9de2be63da4ac5" /><Relationship Type="http://schemas.openxmlformats.org/officeDocument/2006/relationships/notesSlide" Target="/ppt/notesSlides/notesSlide7.xml" Id="R2c0c0b5cd3be43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62fef3150c4d61" /><Relationship Type="http://schemas.openxmlformats.org/officeDocument/2006/relationships/notesSlide" Target="/ppt/notesSlides/notesSlide8.xml" Id="Rb35c29169b8f45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740f4842c54e58" /><Relationship Type="http://schemas.openxmlformats.org/officeDocument/2006/relationships/notesSlide" Target="/ppt/notesSlides/notesSlide9.xml" Id="R7b788988294e46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048be7c8ac4176" /><Relationship Type="http://schemas.openxmlformats.org/officeDocument/2006/relationships/notesSlide" Target="/ppt/notesSlides/notesSlide10.xml" Id="R787c3147f7e047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55a886fc5a488d" /><Relationship Type="http://schemas.openxmlformats.org/officeDocument/2006/relationships/notesSlide" Target="/ppt/notesSlides/notesSlide11.xml" Id="Ra320c9f677fc4f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1a7cc5482da41fa" /><Relationship Type="http://schemas.openxmlformats.org/officeDocument/2006/relationships/notesSlide" Target="/ppt/notesSlides/notesSlide12.xml" Id="Rfae26192c5cb4d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4d6cb420b714618" /><Relationship Type="http://schemas.openxmlformats.org/officeDocument/2006/relationships/notesSlide" Target="/ppt/notesSlides/notesSlide13.xml" Id="R0d88bd4e70424b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5cdd10318e4405c" /><Relationship Type="http://schemas.openxmlformats.org/officeDocument/2006/relationships/notesSlide" Target="/ppt/notesSlides/notesSlide14.xml" Id="Rfef37b0309e648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787d96cd514505" /><Relationship Type="http://schemas.openxmlformats.org/officeDocument/2006/relationships/notesSlide" Target="/ppt/notesSlides/notesSlide15.xml" Id="R069c782a86604c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32b8012ef564f5f" /><Relationship Type="http://schemas.openxmlformats.org/officeDocument/2006/relationships/notesSlide" Target="/ppt/notesSlides/notesSlide16.xml" Id="R8f3b5757589c43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7ed221d84f74345" /><Relationship Type="http://schemas.openxmlformats.org/officeDocument/2006/relationships/notesSlide" Target="/ppt/notesSlides/notesSlide17.xml" Id="Rf41b06409d0541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d103a1f5d7d4248" /><Relationship Type="http://schemas.openxmlformats.org/officeDocument/2006/relationships/notesSlide" Target="/ppt/notesSlides/notesSlide18.xml" Id="Rc2bca3e6c4bf4e4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cef2f530284985" /><Relationship Type="http://schemas.openxmlformats.org/officeDocument/2006/relationships/notesSlide" Target="/ppt/notesSlides/notesSlide19.xml" Id="Rd35002d6092c4d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e496c75db324590" /><Relationship Type="http://schemas.openxmlformats.org/officeDocument/2006/relationships/notesSlide" Target="/ppt/notesSlides/notesSlide20.xml" Id="R69de125632df4d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de9b405a0c4f59" /><Relationship Type="http://schemas.openxmlformats.org/officeDocument/2006/relationships/notesSlide" Target="/ppt/notesSlides/notesSlide21.xml" Id="R627c73b197c147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2d9a6b8237e4bf7" /><Relationship Type="http://schemas.openxmlformats.org/officeDocument/2006/relationships/notesSlide" Target="/ppt/notesSlides/notesSlide22.xml" Id="R53e950a2ab604ad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f842de860824eef" /><Relationship Type="http://schemas.openxmlformats.org/officeDocument/2006/relationships/notesSlide" Target="/ppt/notesSlides/notesSlide23.xml" Id="R729ad97f78c44ea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36f802f19c84daf" /><Relationship Type="http://schemas.openxmlformats.org/officeDocument/2006/relationships/notesSlide" Target="/ppt/notesSlides/notesSlide24.xml" Id="R0abdc29eb6e940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96900f9558f4b54" /><Relationship Type="http://schemas.openxmlformats.org/officeDocument/2006/relationships/notesSlide" Target="/ppt/notesSlides/notesSlide25.xml" Id="R89b3f9da81a74ca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3d17377c2874e26" /><Relationship Type="http://schemas.openxmlformats.org/officeDocument/2006/relationships/notesSlide" Target="/ppt/notesSlides/notesSlide26.xml" Id="R1a2989df270d49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c4242180ad64915" /><Relationship Type="http://schemas.openxmlformats.org/officeDocument/2006/relationships/notesSlide" Target="/ppt/notesSlides/notesSlide27.xml" Id="Ra981638e0b6a47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7d42df44acb4dee" /><Relationship Type="http://schemas.openxmlformats.org/officeDocument/2006/relationships/notesSlide" Target="/ppt/notesSlides/notesSlide28.xml" Id="R0600cc7ea0c543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2FC1776-457B-41BB-81CC-F6C904CA297E}"/>
              </a:ext>
            </a:extLst>
          </p:cNvPr>
          <p:cNvPicPr>
            <a:picLocks xmlns:a="http://schemas.openxmlformats.org/drawingml/2006/main" noChangeAspect="1"/>
          </p:cNvPicPr>
          <p:nvPr/>
        </p:nvPicPr>
        <p:blipFill>
          <a:blip xmlns:r="http://schemas.openxmlformats.org/officeDocument/2006/relationships" xmlns:a="http://schemas.openxmlformats.org/drawingml/2006/main" r:embed="R7323dae6760c4b8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B30DDF-0398-4E77-9631-9C3C43015CAB}"/>
              </a:ext>
            </a:extLst>
          </p:cNvPr>
          <p:cNvSpPr>
            <a:spLocks xmlns:a="http://schemas.openxmlformats.org/drawingml/2006/main" noGrp="1"/>
          </p:cNvSpPr>
          <p:nvPr/>
        </p:nvSpPr>
        <p:spPr>
          <a:xfrm xmlns:a="http://schemas.openxmlformats.org/drawingml/2006/main">
            <a:off x="628650" y="18669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050" b="1" i="0">
                <a:solidFill>
                  <a:srgbClr val="FFFFFF"/>
                </a:solidFill>
                <a:latin typeface="Arial"/>
                <a:ea typeface="Arial"/>
                <a:cs typeface="Arial"/>
              </a:defRPr>
            </a:defPPr>
            <a:lvl1pPr>
              <a:defRPr sz="4050" b="1" i="0">
                <a:solidFill>
                  <a:srgbClr val="FFFFFF"/>
                </a:solidFill>
                <a:latin typeface="Arial"/>
                <a:ea typeface="Arial"/>
                <a:cs typeface="Arial"/>
              </a:defRPr>
            </a:lvl1pPr>
            <a:lvl2pPr>
              <a:defRPr sz="4050" b="1" i="0">
                <a:solidFill>
                  <a:srgbClr val="FFFFFF"/>
                </a:solidFill>
                <a:latin typeface="Arial"/>
                <a:ea typeface="Arial"/>
                <a:cs typeface="Arial"/>
              </a:defRPr>
            </a:lvl2pPr>
            <a:lvl3pPr>
              <a:defRPr sz="4050" b="1" i="0">
                <a:solidFill>
                  <a:srgbClr val="FFFFFF"/>
                </a:solidFill>
                <a:latin typeface="Arial"/>
                <a:ea typeface="Arial"/>
                <a:cs typeface="Arial"/>
              </a:defRPr>
            </a:lvl3pPr>
            <a:lvl4pPr>
              <a:defRPr sz="4050" b="1" i="0">
                <a:solidFill>
                  <a:srgbClr val="FFFFFF"/>
                </a:solidFill>
                <a:latin typeface="Arial"/>
                <a:ea typeface="Arial"/>
                <a:cs typeface="Arial"/>
              </a:defRPr>
            </a:lvl4pPr>
            <a:lvl5pPr>
              <a:defRPr sz="4050" b="1" i="0">
                <a:solidFill>
                  <a:srgbClr val="FFFFFF"/>
                </a:solidFill>
                <a:latin typeface="Arial"/>
                <a:ea typeface="Arial"/>
                <a:cs typeface="Arial"/>
              </a:defRPr>
            </a:lvl5pPr>
            <a:lvl6pPr>
              <a:defRPr sz="4050" b="1" i="0">
                <a:solidFill>
                  <a:srgbClr val="FFFFFF"/>
                </a:solidFill>
                <a:latin typeface="Arial"/>
                <a:ea typeface="Arial"/>
                <a:cs typeface="Arial"/>
              </a:defRPr>
            </a:lvl6pPr>
            <a:lvl7pPr>
              <a:defRPr sz="4050" b="1" i="0">
                <a:solidFill>
                  <a:srgbClr val="FFFFFF"/>
                </a:solidFill>
                <a:latin typeface="Arial"/>
                <a:ea typeface="Arial"/>
                <a:cs typeface="Arial"/>
              </a:defRPr>
            </a:lvl7pPr>
            <a:lvl8pPr>
              <a:defRPr sz="4050" b="1" i="0">
                <a:solidFill>
                  <a:srgbClr val="FFFFFF"/>
                </a:solidFill>
                <a:latin typeface="Arial"/>
                <a:ea typeface="Arial"/>
                <a:cs typeface="Arial"/>
              </a:defRPr>
            </a:lvl8pPr>
            <a:lvl9pPr>
              <a:defRPr sz="4050" b="1" i="0">
                <a:solidFill>
                  <a:srgbClr val="FFFFFF"/>
                </a:solidFill>
                <a:latin typeface="Arial"/>
                <a:ea typeface="Arial"/>
                <a:cs typeface="Arial"/>
              </a:defRPr>
            </a:lvl9pPr>
          </a:lstStyle>
          <a:p xmlns:a="http://schemas.openxmlformats.org/drawingml/2006/main">
            <a:pPr>
              <a:defRPr sz="4050" b="1" i="0">
                <a:solidFill>
                  <a:srgbClr val="FFFFFF"/>
                </a:solidFill>
                <a:latin typeface="Arial"/>
                <a:ea typeface="Arial"/>
                <a:cs typeface="Arial"/>
              </a:defRPr>
            </a:pPr>
            <a:r>
              <a:rPr sz="4050" b="1" i="0">
                <a:solidFill>
                  <a:srgbClr val="FFFFFF"/>
                </a:solidFill>
                <a:latin typeface="Arial"/>
                <a:ea typeface="Arial"/>
                <a:cs typeface="Arial"/>
              </a:rPr>
              <a:t>Strengthen the x</a:t>
            </a:r>
          </a:p>
        </p:txBody>
      </p:sp>
      <p:sp>
        <p:nvSpPr>
          <p:cNvPr id="3" name="">
            <a:extLst xmlns:a="http://schemas.openxmlformats.org/drawingml/2006/main">
              <a:ext uri="{FF2B5EF4-FFF2-40B4-BE49-F238E27FC236}">
                <a16:creationId xmlns:a16="http://schemas.microsoft.com/office/drawing/2014/main" id="{EC2C5C3B-FA4B-4D75-824E-219E29EF5755}"/>
              </a:ext>
            </a:extLst>
          </p:cNvPr>
          <p:cNvSpPr>
            <a:spLocks xmlns:a="http://schemas.openxmlformats.org/drawingml/2006/main" noGrp="1"/>
          </p:cNvSpPr>
          <p:nvPr/>
        </p:nvSpPr>
        <p:spPr>
          <a:xfrm xmlns:a="http://schemas.openxmlformats.org/drawingml/2006/main">
            <a:off x="666750" y="29337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B9DBA8"/>
                </a:solidFill>
                <a:latin typeface="Arial"/>
                <a:ea typeface="Arial"/>
                <a:cs typeface="Arial"/>
              </a:defRPr>
            </a:defPPr>
            <a:lvl1pPr>
              <a:defRPr sz="1800" b="1" i="0">
                <a:solidFill>
                  <a:srgbClr val="B9DBA8"/>
                </a:solidFill>
                <a:latin typeface="Arial"/>
                <a:ea typeface="Arial"/>
                <a:cs typeface="Arial"/>
              </a:defRPr>
            </a:lvl1pPr>
            <a:lvl2pPr>
              <a:defRPr sz="1800" b="1" i="0">
                <a:solidFill>
                  <a:srgbClr val="B9DBA8"/>
                </a:solidFill>
                <a:latin typeface="Arial"/>
                <a:ea typeface="Arial"/>
                <a:cs typeface="Arial"/>
              </a:defRPr>
            </a:lvl2pPr>
            <a:lvl3pPr>
              <a:defRPr sz="1800" b="1" i="0">
                <a:solidFill>
                  <a:srgbClr val="B9DBA8"/>
                </a:solidFill>
                <a:latin typeface="Arial"/>
                <a:ea typeface="Arial"/>
                <a:cs typeface="Arial"/>
              </a:defRPr>
            </a:lvl3pPr>
            <a:lvl4pPr>
              <a:defRPr sz="1800" b="1" i="0">
                <a:solidFill>
                  <a:srgbClr val="B9DBA8"/>
                </a:solidFill>
                <a:latin typeface="Arial"/>
                <a:ea typeface="Arial"/>
                <a:cs typeface="Arial"/>
              </a:defRPr>
            </a:lvl4pPr>
            <a:lvl5pPr>
              <a:defRPr sz="1800" b="1" i="0">
                <a:solidFill>
                  <a:srgbClr val="B9DBA8"/>
                </a:solidFill>
                <a:latin typeface="Arial"/>
                <a:ea typeface="Arial"/>
                <a:cs typeface="Arial"/>
              </a:defRPr>
            </a:lvl5pPr>
            <a:lvl6pPr>
              <a:defRPr sz="1800" b="1" i="0">
                <a:solidFill>
                  <a:srgbClr val="B9DBA8"/>
                </a:solidFill>
                <a:latin typeface="Arial"/>
                <a:ea typeface="Arial"/>
                <a:cs typeface="Arial"/>
              </a:defRPr>
            </a:lvl6pPr>
            <a:lvl7pPr>
              <a:defRPr sz="1800" b="1" i="0">
                <a:solidFill>
                  <a:srgbClr val="B9DBA8"/>
                </a:solidFill>
                <a:latin typeface="Arial"/>
                <a:ea typeface="Arial"/>
                <a:cs typeface="Arial"/>
              </a:defRPr>
            </a:lvl7pPr>
            <a:lvl8pPr>
              <a:defRPr sz="1800" b="1" i="0">
                <a:solidFill>
                  <a:srgbClr val="B9DBA8"/>
                </a:solidFill>
                <a:latin typeface="Arial"/>
                <a:ea typeface="Arial"/>
                <a:cs typeface="Arial"/>
              </a:defRPr>
            </a:lvl8pPr>
            <a:lvl9pPr>
              <a:defRPr sz="1800" b="1" i="0">
                <a:solidFill>
                  <a:srgbClr val="B9DBA8"/>
                </a:solidFill>
                <a:latin typeface="Arial"/>
                <a:ea typeface="Arial"/>
                <a:cs typeface="Arial"/>
              </a:defRPr>
            </a:lvl9pPr>
          </a:lstStyle>
          <a:p xmlns:a="http://schemas.openxmlformats.org/drawingml/2006/main">
            <a:pPr>
              <a:defRPr sz="1800" b="1" i="0">
                <a:solidFill>
                  <a:srgbClr val="B9DBA8"/>
                </a:solidFill>
                <a:latin typeface="Arial"/>
                <a:ea typeface="Arial"/>
                <a:cs typeface="Arial"/>
              </a:defRPr>
            </a:pPr>
            <a:r>
              <a:rPr sz="1800" b="1" i="0">
                <a:solidFill>
                  <a:srgbClr val="B9DBA8"/>
                </a:solidFill>
                <a:latin typeface="Arial"/>
                <a:ea typeface="Arial"/>
                <a:cs typeface="Arial"/>
              </a:rPr>
              <a:t>WEEK 3: PROGRAMMING FOUNDATIONS</a:t>
            </a:r>
          </a:p>
        </p:txBody>
      </p:sp>
      <p:sp>
        <p:nvSpPr>
          <p:cNvPr id="4" name="">
            <a:extLst xmlns:a="http://schemas.openxmlformats.org/drawingml/2006/main">
              <a:ext uri="{FF2B5EF4-FFF2-40B4-BE49-F238E27FC236}">
                <a16:creationId xmlns:a16="http://schemas.microsoft.com/office/drawing/2014/main" id="{DF398E64-D4EF-48DE-A5DA-FA98473CAD89}"/>
              </a:ext>
            </a:extLst>
          </p:cNvPr>
          <p:cNvSpPr>
            <a:spLocks xmlns:a="http://schemas.openxmlformats.org/drawingml/2006/main" noGrp="1"/>
          </p:cNvSpPr>
          <p:nvPr/>
        </p:nvSpPr>
        <p:spPr>
          <a:xfrm xmlns:a="http://schemas.openxmlformats.org/drawingml/2006/main">
            <a:off x="666750" y="358140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0" i="0">
                <a:solidFill>
                  <a:srgbClr val="FFFFFF"/>
                </a:solidFill>
                <a:latin typeface="Arial"/>
                <a:ea typeface="Arial"/>
                <a:cs typeface="Arial"/>
              </a:defRPr>
            </a:defPPr>
            <a:lvl1pPr>
              <a:defRPr sz="1725" b="0" i="0">
                <a:solidFill>
                  <a:srgbClr val="FFFFFF"/>
                </a:solidFill>
                <a:latin typeface="Arial"/>
                <a:ea typeface="Arial"/>
                <a:cs typeface="Arial"/>
              </a:defRPr>
            </a:lvl1pPr>
            <a:lvl2pPr>
              <a:defRPr sz="1725" b="0" i="0">
                <a:solidFill>
                  <a:srgbClr val="FFFFFF"/>
                </a:solidFill>
                <a:latin typeface="Arial"/>
                <a:ea typeface="Arial"/>
                <a:cs typeface="Arial"/>
              </a:defRPr>
            </a:lvl2pPr>
            <a:lvl3pPr>
              <a:defRPr sz="1725" b="0" i="0">
                <a:solidFill>
                  <a:srgbClr val="FFFFFF"/>
                </a:solidFill>
                <a:latin typeface="Arial"/>
                <a:ea typeface="Arial"/>
                <a:cs typeface="Arial"/>
              </a:defRPr>
            </a:lvl3pPr>
            <a:lvl4pPr>
              <a:defRPr sz="1725" b="0" i="0">
                <a:solidFill>
                  <a:srgbClr val="FFFFFF"/>
                </a:solidFill>
                <a:latin typeface="Arial"/>
                <a:ea typeface="Arial"/>
                <a:cs typeface="Arial"/>
              </a:defRPr>
            </a:lvl4pPr>
            <a:lvl5pPr>
              <a:defRPr sz="1725" b="0" i="0">
                <a:solidFill>
                  <a:srgbClr val="FFFFFF"/>
                </a:solidFill>
                <a:latin typeface="Arial"/>
                <a:ea typeface="Arial"/>
                <a:cs typeface="Arial"/>
              </a:defRPr>
            </a:lvl5pPr>
            <a:lvl6pPr>
              <a:defRPr sz="1725" b="0" i="0">
                <a:solidFill>
                  <a:srgbClr val="FFFFFF"/>
                </a:solidFill>
                <a:latin typeface="Arial"/>
                <a:ea typeface="Arial"/>
                <a:cs typeface="Arial"/>
              </a:defRPr>
            </a:lvl6pPr>
            <a:lvl7pPr>
              <a:defRPr sz="1725" b="0" i="0">
                <a:solidFill>
                  <a:srgbClr val="FFFFFF"/>
                </a:solidFill>
                <a:latin typeface="Arial"/>
                <a:ea typeface="Arial"/>
                <a:cs typeface="Arial"/>
              </a:defRPr>
            </a:lvl7pPr>
            <a:lvl8pPr>
              <a:defRPr sz="1725" b="0" i="0">
                <a:solidFill>
                  <a:srgbClr val="FFFFFF"/>
                </a:solidFill>
                <a:latin typeface="Arial"/>
                <a:ea typeface="Arial"/>
                <a:cs typeface="Arial"/>
              </a:defRPr>
            </a:lvl8pPr>
            <a:lvl9pPr>
              <a:defRPr sz="1725" b="0" i="0">
                <a:solidFill>
                  <a:srgbClr val="FFFFFF"/>
                </a:solidFill>
                <a:latin typeface="Arial"/>
                <a:ea typeface="Arial"/>
                <a:cs typeface="Arial"/>
              </a:defRPr>
            </a:lvl9pPr>
          </a:lstStyle>
          <a:p xmlns:a="http://schemas.openxmlformats.org/drawingml/2006/main">
            <a:pPr>
              <a:defRPr sz="1725" b="0" i="0">
                <a:solidFill>
                  <a:srgbClr val="FFFFFF"/>
                </a:solidFill>
                <a:latin typeface="Arial"/>
                <a:ea typeface="Arial"/>
                <a:cs typeface="Arial"/>
              </a:defRPr>
            </a:pPr>
            <a:r>
              <a:rPr sz="1725" b="0" i="0">
                <a:solidFill>
                  <a:srgbClr val="FFFFFF"/>
                </a:solidFill>
                <a:latin typeface="Arial"/>
                <a:ea typeface="Arial"/>
                <a:cs typeface="Arial"/>
              </a:rPr>
              <a:t>Variables, loops, functions, and the code beneath the vibe</a:t>
            </a:r>
          </a:p>
        </p:txBody>
      </p:sp>
    </p:spTree>
    <p:extLst>
      <p:ext uri="{BB962C8B-B14F-4D97-AF65-F5344CB8AC3E}">
        <p14:creationId xmlns:p14="http://schemas.microsoft.com/office/powerpoint/2010/main" val="282533706"/>
      </p:ext>
    </p:extLst>
  </p:cSld>
</p:sld>
</file>

<file path=ppt/slides/slide2.xml><?xml version="1.0" encoding="utf-8"?>
<p:sld xmlns:p="http://schemas.openxmlformats.org/presentationml/2006/main">
  <p:cSld>
    <p:bg>
      <p:bgPr>
        <a:solidFill xmlns:a="http://schemas.openxmlformats.org/drawingml/2006/main">
          <a:srgbClr val="FBEC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00DDCB-5AEB-4D3A-A01D-DE45B576D07D}"/>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Icebreaker: Anonymous Opinion Box</a:t>
            </a:r>
          </a:p>
        </p:txBody>
      </p:sp>
      <p:sp>
        <p:nvSpPr>
          <p:cNvPr id="2" name="">
            <a:extLst xmlns:a="http://schemas.openxmlformats.org/drawingml/2006/main">
              <a:ext uri="{FF2B5EF4-FFF2-40B4-BE49-F238E27FC236}">
                <a16:creationId xmlns:a16="http://schemas.microsoft.com/office/drawing/2014/main" id="{A6ADAC1E-CC2E-4B2F-A11A-75046AF43FF0}"/>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Stay seated. Pick one question and answer without your name.</a:t>
            </a:r>
          </a:p>
        </p:txBody>
      </p:sp>
      <p:sp>
        <p:nvSpPr>
          <p:cNvPr id="3" name="">
            <a:extLst xmlns:a="http://schemas.openxmlformats.org/drawingml/2006/main">
              <a:ext uri="{FF2B5EF4-FFF2-40B4-BE49-F238E27FC236}">
                <a16:creationId xmlns:a16="http://schemas.microsoft.com/office/drawing/2014/main" id="{C572F2CC-C6B2-44A0-9ADD-8F614607E665}"/>
              </a:ext>
            </a:extLst>
          </p:cNvPr>
          <p:cNvSpPr>
            <a:spLocks xmlns:a="http://schemas.openxmlformats.org/drawingml/2006/main" noGrp="1"/>
          </p:cNvSpPr>
          <p:nvPr/>
        </p:nvSpPr>
        <p:spPr>
          <a:xfrm xmlns:a="http://schemas.openxmlformats.org/drawingml/2006/main">
            <a:off x="1123950" y="1847850"/>
            <a:ext cx="9944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DF6765"/>
                </a:solidFill>
                <a:latin typeface="Arial"/>
                <a:ea typeface="Arial"/>
                <a:cs typeface="Arial"/>
              </a:defRPr>
            </a:defPPr>
            <a:lvl1pPr>
              <a:defRPr sz="2400" b="1" i="0">
                <a:solidFill>
                  <a:srgbClr val="DF6765"/>
                </a:solidFill>
                <a:latin typeface="Arial"/>
                <a:ea typeface="Arial"/>
                <a:cs typeface="Arial"/>
              </a:defRPr>
            </a:lvl1pPr>
            <a:lvl2pPr>
              <a:defRPr sz="2400" b="1" i="0">
                <a:solidFill>
                  <a:srgbClr val="DF6765"/>
                </a:solidFill>
                <a:latin typeface="Arial"/>
                <a:ea typeface="Arial"/>
                <a:cs typeface="Arial"/>
              </a:defRPr>
            </a:lvl2pPr>
            <a:lvl3pPr>
              <a:defRPr sz="2400" b="1" i="0">
                <a:solidFill>
                  <a:srgbClr val="DF6765"/>
                </a:solidFill>
                <a:latin typeface="Arial"/>
                <a:ea typeface="Arial"/>
                <a:cs typeface="Arial"/>
              </a:defRPr>
            </a:lvl3pPr>
            <a:lvl4pPr>
              <a:defRPr sz="2400" b="1" i="0">
                <a:solidFill>
                  <a:srgbClr val="DF6765"/>
                </a:solidFill>
                <a:latin typeface="Arial"/>
                <a:ea typeface="Arial"/>
                <a:cs typeface="Arial"/>
              </a:defRPr>
            </a:lvl4pPr>
            <a:lvl5pPr>
              <a:defRPr sz="2400" b="1" i="0">
                <a:solidFill>
                  <a:srgbClr val="DF6765"/>
                </a:solidFill>
                <a:latin typeface="Arial"/>
                <a:ea typeface="Arial"/>
                <a:cs typeface="Arial"/>
              </a:defRPr>
            </a:lvl5pPr>
            <a:lvl6pPr>
              <a:defRPr sz="2400" b="1" i="0">
                <a:solidFill>
                  <a:srgbClr val="DF6765"/>
                </a:solidFill>
                <a:latin typeface="Arial"/>
                <a:ea typeface="Arial"/>
                <a:cs typeface="Arial"/>
              </a:defRPr>
            </a:lvl6pPr>
            <a:lvl7pPr>
              <a:defRPr sz="2400" b="1" i="0">
                <a:solidFill>
                  <a:srgbClr val="DF6765"/>
                </a:solidFill>
                <a:latin typeface="Arial"/>
                <a:ea typeface="Arial"/>
                <a:cs typeface="Arial"/>
              </a:defRPr>
            </a:lvl7pPr>
            <a:lvl8pPr>
              <a:defRPr sz="2400" b="1" i="0">
                <a:solidFill>
                  <a:srgbClr val="DF6765"/>
                </a:solidFill>
                <a:latin typeface="Arial"/>
                <a:ea typeface="Arial"/>
                <a:cs typeface="Arial"/>
              </a:defRPr>
            </a:lvl8pPr>
            <a:lvl9pPr>
              <a:defRPr sz="2400" b="1" i="0">
                <a:solidFill>
                  <a:srgbClr val="DF6765"/>
                </a:solidFill>
                <a:latin typeface="Arial"/>
                <a:ea typeface="Arial"/>
                <a:cs typeface="Arial"/>
              </a:defRPr>
            </a:lvl9pPr>
          </a:lstStyle>
          <a:p xmlns:a="http://schemas.openxmlformats.org/drawingml/2006/main">
            <a:pPr>
              <a:defRPr sz="2400" b="1" i="0">
                <a:solidFill>
                  <a:srgbClr val="DF6765"/>
                </a:solidFill>
                <a:latin typeface="Arial"/>
                <a:ea typeface="Arial"/>
                <a:cs typeface="Arial"/>
              </a:defRPr>
            </a:pPr>
            <a:r>
              <a:rPr sz="2400" b="1" i="0">
                <a:solidFill>
                  <a:srgbClr val="DF6765"/>
                </a:solidFill>
                <a:latin typeface="Arial"/>
                <a:ea typeface="Arial"/>
                <a:cs typeface="Arial"/>
              </a:rPr>
              <a:t>What is actually worth the hype?</a:t>
            </a:r>
          </a:p>
        </p:txBody>
      </p:sp>
      <p:sp>
        <p:nvSpPr>
          <p:cNvPr id="4" name="">
            <a:extLst xmlns:a="http://schemas.openxmlformats.org/drawingml/2006/main">
              <a:ext uri="{FF2B5EF4-FFF2-40B4-BE49-F238E27FC236}">
                <a16:creationId xmlns:a16="http://schemas.microsoft.com/office/drawing/2014/main" id="{1F74D247-9696-4E00-AFBE-242C5E7B00DF}"/>
              </a:ext>
            </a:extLst>
          </p:cNvPr>
          <p:cNvSpPr>
            <a:spLocks xmlns:a="http://schemas.openxmlformats.org/drawingml/2006/main" noGrp="1"/>
          </p:cNvSpPr>
          <p:nvPr/>
        </p:nvSpPr>
        <p:spPr>
          <a:xfrm xmlns:a="http://schemas.openxmlformats.org/drawingml/2006/main">
            <a:off x="1123950" y="2781300"/>
            <a:ext cx="9944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3C8994"/>
                </a:solidFill>
                <a:latin typeface="Arial"/>
                <a:ea typeface="Arial"/>
                <a:cs typeface="Arial"/>
              </a:defRPr>
            </a:defPPr>
            <a:lvl1pPr>
              <a:defRPr sz="2400" b="1" i="0">
                <a:solidFill>
                  <a:srgbClr val="3C8994"/>
                </a:solidFill>
                <a:latin typeface="Arial"/>
                <a:ea typeface="Arial"/>
                <a:cs typeface="Arial"/>
              </a:defRPr>
            </a:lvl1pPr>
            <a:lvl2pPr>
              <a:defRPr sz="2400" b="1" i="0">
                <a:solidFill>
                  <a:srgbClr val="3C8994"/>
                </a:solidFill>
                <a:latin typeface="Arial"/>
                <a:ea typeface="Arial"/>
                <a:cs typeface="Arial"/>
              </a:defRPr>
            </a:lvl2pPr>
            <a:lvl3pPr>
              <a:defRPr sz="2400" b="1" i="0">
                <a:solidFill>
                  <a:srgbClr val="3C8994"/>
                </a:solidFill>
                <a:latin typeface="Arial"/>
                <a:ea typeface="Arial"/>
                <a:cs typeface="Arial"/>
              </a:defRPr>
            </a:lvl3pPr>
            <a:lvl4pPr>
              <a:defRPr sz="2400" b="1" i="0">
                <a:solidFill>
                  <a:srgbClr val="3C8994"/>
                </a:solidFill>
                <a:latin typeface="Arial"/>
                <a:ea typeface="Arial"/>
                <a:cs typeface="Arial"/>
              </a:defRPr>
            </a:lvl4pPr>
            <a:lvl5pPr>
              <a:defRPr sz="2400" b="1" i="0">
                <a:solidFill>
                  <a:srgbClr val="3C8994"/>
                </a:solidFill>
                <a:latin typeface="Arial"/>
                <a:ea typeface="Arial"/>
                <a:cs typeface="Arial"/>
              </a:defRPr>
            </a:lvl5pPr>
            <a:lvl6pPr>
              <a:defRPr sz="2400" b="1" i="0">
                <a:solidFill>
                  <a:srgbClr val="3C8994"/>
                </a:solidFill>
                <a:latin typeface="Arial"/>
                <a:ea typeface="Arial"/>
                <a:cs typeface="Arial"/>
              </a:defRPr>
            </a:lvl6pPr>
            <a:lvl7pPr>
              <a:defRPr sz="2400" b="1" i="0">
                <a:solidFill>
                  <a:srgbClr val="3C8994"/>
                </a:solidFill>
                <a:latin typeface="Arial"/>
                <a:ea typeface="Arial"/>
                <a:cs typeface="Arial"/>
              </a:defRPr>
            </a:lvl7pPr>
            <a:lvl8pPr>
              <a:defRPr sz="2400" b="1" i="0">
                <a:solidFill>
                  <a:srgbClr val="3C8994"/>
                </a:solidFill>
                <a:latin typeface="Arial"/>
                <a:ea typeface="Arial"/>
                <a:cs typeface="Arial"/>
              </a:defRPr>
            </a:lvl8pPr>
            <a:lvl9pPr>
              <a:defRPr sz="2400" b="1" i="0">
                <a:solidFill>
                  <a:srgbClr val="3C8994"/>
                </a:solidFill>
                <a:latin typeface="Arial"/>
                <a:ea typeface="Arial"/>
                <a:cs typeface="Arial"/>
              </a:defRPr>
            </a:lvl9pPr>
          </a:lstStyle>
          <a:p xmlns:a="http://schemas.openxmlformats.org/drawingml/2006/main">
            <a:pPr>
              <a:defRPr sz="2400" b="1" i="0">
                <a:solidFill>
                  <a:srgbClr val="3C8994"/>
                </a:solidFill>
                <a:latin typeface="Arial"/>
                <a:ea typeface="Arial"/>
                <a:cs typeface="Arial"/>
              </a:defRPr>
            </a:pPr>
            <a:r>
              <a:rPr sz="2400" b="1" i="0">
                <a:solidFill>
                  <a:srgbClr val="3C8994"/>
                </a:solidFill>
                <a:latin typeface="Arial"/>
                <a:ea typeface="Arial"/>
                <a:cs typeface="Arial"/>
              </a:rPr>
              <a:t>What is something everyone should try once?</a:t>
            </a:r>
          </a:p>
        </p:txBody>
      </p:sp>
      <p:sp>
        <p:nvSpPr>
          <p:cNvPr id="5" name="">
            <a:extLst xmlns:a="http://schemas.openxmlformats.org/drawingml/2006/main">
              <a:ext uri="{FF2B5EF4-FFF2-40B4-BE49-F238E27FC236}">
                <a16:creationId xmlns:a16="http://schemas.microsoft.com/office/drawing/2014/main" id="{03A305B5-3663-42E0-A7BE-94D6BA09A4E6}"/>
              </a:ext>
            </a:extLst>
          </p:cNvPr>
          <p:cNvSpPr>
            <a:spLocks xmlns:a="http://schemas.openxmlformats.org/drawingml/2006/main" noGrp="1"/>
          </p:cNvSpPr>
          <p:nvPr/>
        </p:nvSpPr>
        <p:spPr>
          <a:xfrm xmlns:a="http://schemas.openxmlformats.org/drawingml/2006/main">
            <a:off x="1123950" y="3714750"/>
            <a:ext cx="9944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5F9F4B"/>
                </a:solidFill>
                <a:latin typeface="Arial"/>
                <a:ea typeface="Arial"/>
                <a:cs typeface="Arial"/>
              </a:defRPr>
            </a:defPPr>
            <a:lvl1pPr>
              <a:defRPr sz="2400" b="1" i="0">
                <a:solidFill>
                  <a:srgbClr val="5F9F4B"/>
                </a:solidFill>
                <a:latin typeface="Arial"/>
                <a:ea typeface="Arial"/>
                <a:cs typeface="Arial"/>
              </a:defRPr>
            </a:lvl1pPr>
            <a:lvl2pPr>
              <a:defRPr sz="2400" b="1" i="0">
                <a:solidFill>
                  <a:srgbClr val="5F9F4B"/>
                </a:solidFill>
                <a:latin typeface="Arial"/>
                <a:ea typeface="Arial"/>
                <a:cs typeface="Arial"/>
              </a:defRPr>
            </a:lvl2pPr>
            <a:lvl3pPr>
              <a:defRPr sz="2400" b="1" i="0">
                <a:solidFill>
                  <a:srgbClr val="5F9F4B"/>
                </a:solidFill>
                <a:latin typeface="Arial"/>
                <a:ea typeface="Arial"/>
                <a:cs typeface="Arial"/>
              </a:defRPr>
            </a:lvl3pPr>
            <a:lvl4pPr>
              <a:defRPr sz="2400" b="1" i="0">
                <a:solidFill>
                  <a:srgbClr val="5F9F4B"/>
                </a:solidFill>
                <a:latin typeface="Arial"/>
                <a:ea typeface="Arial"/>
                <a:cs typeface="Arial"/>
              </a:defRPr>
            </a:lvl4pPr>
            <a:lvl5pPr>
              <a:defRPr sz="2400" b="1" i="0">
                <a:solidFill>
                  <a:srgbClr val="5F9F4B"/>
                </a:solidFill>
                <a:latin typeface="Arial"/>
                <a:ea typeface="Arial"/>
                <a:cs typeface="Arial"/>
              </a:defRPr>
            </a:lvl5pPr>
            <a:lvl6pPr>
              <a:defRPr sz="2400" b="1" i="0">
                <a:solidFill>
                  <a:srgbClr val="5F9F4B"/>
                </a:solidFill>
                <a:latin typeface="Arial"/>
                <a:ea typeface="Arial"/>
                <a:cs typeface="Arial"/>
              </a:defRPr>
            </a:lvl6pPr>
            <a:lvl7pPr>
              <a:defRPr sz="2400" b="1" i="0">
                <a:solidFill>
                  <a:srgbClr val="5F9F4B"/>
                </a:solidFill>
                <a:latin typeface="Arial"/>
                <a:ea typeface="Arial"/>
                <a:cs typeface="Arial"/>
              </a:defRPr>
            </a:lvl7pPr>
            <a:lvl8pPr>
              <a:defRPr sz="2400" b="1" i="0">
                <a:solidFill>
                  <a:srgbClr val="5F9F4B"/>
                </a:solidFill>
                <a:latin typeface="Arial"/>
                <a:ea typeface="Arial"/>
                <a:cs typeface="Arial"/>
              </a:defRPr>
            </a:lvl8pPr>
            <a:lvl9pPr>
              <a:defRPr sz="2400" b="1" i="0">
                <a:solidFill>
                  <a:srgbClr val="5F9F4B"/>
                </a:solidFill>
                <a:latin typeface="Arial"/>
                <a:ea typeface="Arial"/>
                <a:cs typeface="Arial"/>
              </a:defRPr>
            </a:lvl9pPr>
          </a:lstStyle>
          <a:p xmlns:a="http://schemas.openxmlformats.org/drawingml/2006/main">
            <a:pPr>
              <a:defRPr sz="2400" b="1" i="0">
                <a:solidFill>
                  <a:srgbClr val="5F9F4B"/>
                </a:solidFill>
                <a:latin typeface="Arial"/>
                <a:ea typeface="Arial"/>
                <a:cs typeface="Arial"/>
              </a:defRPr>
            </a:pPr>
            <a:r>
              <a:rPr sz="2400" b="1" i="0">
                <a:solidFill>
                  <a:srgbClr val="5F9F4B"/>
                </a:solidFill>
                <a:latin typeface="Arial"/>
                <a:ea typeface="Arial"/>
                <a:cs typeface="Arial"/>
              </a:rPr>
              <a:t>What small thing instantly improves your day?</a:t>
            </a:r>
          </a:p>
        </p:txBody>
      </p:sp>
      <p:sp>
        <p:nvSpPr>
          <p:cNvPr id="6" name="">
            <a:extLst xmlns:a="http://schemas.openxmlformats.org/drawingml/2006/main">
              <a:ext uri="{FF2B5EF4-FFF2-40B4-BE49-F238E27FC236}">
                <a16:creationId xmlns:a16="http://schemas.microsoft.com/office/drawing/2014/main" id="{C3494FDA-D859-4E68-8654-9B842227DDA6}"/>
              </a:ext>
            </a:extLst>
          </p:cNvPr>
          <p:cNvSpPr>
            <a:spLocks xmlns:a="http://schemas.openxmlformats.org/drawingml/2006/main" noGrp="1"/>
          </p:cNvSpPr>
          <p:nvPr/>
        </p:nvSpPr>
        <p:spPr>
          <a:xfrm xmlns:a="http://schemas.openxmlformats.org/drawingml/2006/main">
            <a:off x="1485900" y="4895850"/>
            <a:ext cx="9220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3654"/>
                </a:solidFill>
                <a:latin typeface="Arial"/>
                <a:ea typeface="Arial"/>
                <a:cs typeface="Arial"/>
              </a:defRPr>
            </a:defPPr>
            <a:lvl1pPr>
              <a:defRPr sz="2025" b="0" i="0">
                <a:solidFill>
                  <a:srgbClr val="173654"/>
                </a:solidFill>
                <a:latin typeface="Arial"/>
                <a:ea typeface="Arial"/>
                <a:cs typeface="Arial"/>
              </a:defRPr>
            </a:lvl1pPr>
            <a:lvl2pPr>
              <a:defRPr sz="2025" b="0" i="0">
                <a:solidFill>
                  <a:srgbClr val="173654"/>
                </a:solidFill>
                <a:latin typeface="Arial"/>
                <a:ea typeface="Arial"/>
                <a:cs typeface="Arial"/>
              </a:defRPr>
            </a:lvl2pPr>
            <a:lvl3pPr>
              <a:defRPr sz="2025" b="0" i="0">
                <a:solidFill>
                  <a:srgbClr val="173654"/>
                </a:solidFill>
                <a:latin typeface="Arial"/>
                <a:ea typeface="Arial"/>
                <a:cs typeface="Arial"/>
              </a:defRPr>
            </a:lvl3pPr>
            <a:lvl4pPr>
              <a:defRPr sz="2025" b="0" i="0">
                <a:solidFill>
                  <a:srgbClr val="173654"/>
                </a:solidFill>
                <a:latin typeface="Arial"/>
                <a:ea typeface="Arial"/>
                <a:cs typeface="Arial"/>
              </a:defRPr>
            </a:lvl4pPr>
            <a:lvl5pPr>
              <a:defRPr sz="2025" b="0" i="0">
                <a:solidFill>
                  <a:srgbClr val="173654"/>
                </a:solidFill>
                <a:latin typeface="Arial"/>
                <a:ea typeface="Arial"/>
                <a:cs typeface="Arial"/>
              </a:defRPr>
            </a:lvl5pPr>
            <a:lvl6pPr>
              <a:defRPr sz="2025" b="0" i="0">
                <a:solidFill>
                  <a:srgbClr val="173654"/>
                </a:solidFill>
                <a:latin typeface="Arial"/>
                <a:ea typeface="Arial"/>
                <a:cs typeface="Arial"/>
              </a:defRPr>
            </a:lvl6pPr>
            <a:lvl7pPr>
              <a:defRPr sz="2025" b="0" i="0">
                <a:solidFill>
                  <a:srgbClr val="173654"/>
                </a:solidFill>
                <a:latin typeface="Arial"/>
                <a:ea typeface="Arial"/>
                <a:cs typeface="Arial"/>
              </a:defRPr>
            </a:lvl7pPr>
            <a:lvl8pPr>
              <a:defRPr sz="2025" b="0" i="0">
                <a:solidFill>
                  <a:srgbClr val="173654"/>
                </a:solidFill>
                <a:latin typeface="Arial"/>
                <a:ea typeface="Arial"/>
                <a:cs typeface="Arial"/>
              </a:defRPr>
            </a:lvl8pPr>
            <a:lvl9pPr>
              <a:defRPr sz="2025" b="0" i="0">
                <a:solidFill>
                  <a:srgbClr val="173654"/>
                </a:solidFill>
                <a:latin typeface="Arial"/>
                <a:ea typeface="Arial"/>
                <a:cs typeface="Arial"/>
              </a:defRPr>
            </a:lvl9pPr>
          </a:lstStyle>
          <a:p xmlns:a="http://schemas.openxmlformats.org/drawingml/2006/main">
            <a:pPr>
              <a:defRPr sz="2025" b="0" i="0">
                <a:solidFill>
                  <a:srgbClr val="173654"/>
                </a:solidFill>
                <a:latin typeface="Arial"/>
                <a:ea typeface="Arial"/>
                <a:cs typeface="Arial"/>
              </a:defRPr>
            </a:pPr>
            <a:r>
              <a:rPr sz="2025" b="0" i="0">
                <a:solidFill>
                  <a:srgbClr val="173654"/>
                </a:solidFill>
                <a:latin typeface="Arial"/>
                <a:ea typeface="Arial"/>
                <a:cs typeface="Arial"/>
              </a:rPr>
              <a:t>Write for 60 seconds, fold the paper, and pass it forward.</a:t>
            </a:r>
          </a:p>
        </p:txBody>
      </p:sp>
      <p:sp>
        <p:nvSpPr>
          <p:cNvPr id="7" name="">
            <a:extLst xmlns:a="http://schemas.openxmlformats.org/drawingml/2006/main">
              <a:ext uri="{FF2B5EF4-FFF2-40B4-BE49-F238E27FC236}">
                <a16:creationId xmlns:a16="http://schemas.microsoft.com/office/drawing/2014/main" id="{529D29DD-C17C-4774-865D-ED5B4A2D1426}"/>
              </a:ext>
            </a:extLst>
          </p:cNvPr>
          <p:cNvSpPr>
            <a:spLocks xmlns:a="http://schemas.openxmlformats.org/drawingml/2006/main" noGrp="1"/>
          </p:cNvSpPr>
          <p:nvPr/>
        </p:nvSpPr>
        <p:spPr>
          <a:xfrm xmlns:a="http://schemas.openxmlformats.org/drawingml/2006/main">
            <a:off x="1695450" y="55054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1" i="0">
                <a:solidFill>
                  <a:srgbClr val="DF6765"/>
                </a:solidFill>
                <a:latin typeface="Arial"/>
                <a:ea typeface="Arial"/>
                <a:cs typeface="Arial"/>
              </a:defRPr>
            </a:defPPr>
            <a:lvl1pPr>
              <a:defRPr sz="1725" b="1" i="0">
                <a:solidFill>
                  <a:srgbClr val="DF6765"/>
                </a:solidFill>
                <a:latin typeface="Arial"/>
                <a:ea typeface="Arial"/>
                <a:cs typeface="Arial"/>
              </a:defRPr>
            </a:lvl1pPr>
            <a:lvl2pPr>
              <a:defRPr sz="1725" b="1" i="0">
                <a:solidFill>
                  <a:srgbClr val="DF6765"/>
                </a:solidFill>
                <a:latin typeface="Arial"/>
                <a:ea typeface="Arial"/>
                <a:cs typeface="Arial"/>
              </a:defRPr>
            </a:lvl2pPr>
            <a:lvl3pPr>
              <a:defRPr sz="1725" b="1" i="0">
                <a:solidFill>
                  <a:srgbClr val="DF6765"/>
                </a:solidFill>
                <a:latin typeface="Arial"/>
                <a:ea typeface="Arial"/>
                <a:cs typeface="Arial"/>
              </a:defRPr>
            </a:lvl3pPr>
            <a:lvl4pPr>
              <a:defRPr sz="1725" b="1" i="0">
                <a:solidFill>
                  <a:srgbClr val="DF6765"/>
                </a:solidFill>
                <a:latin typeface="Arial"/>
                <a:ea typeface="Arial"/>
                <a:cs typeface="Arial"/>
              </a:defRPr>
            </a:lvl4pPr>
            <a:lvl5pPr>
              <a:defRPr sz="1725" b="1" i="0">
                <a:solidFill>
                  <a:srgbClr val="DF6765"/>
                </a:solidFill>
                <a:latin typeface="Arial"/>
                <a:ea typeface="Arial"/>
                <a:cs typeface="Arial"/>
              </a:defRPr>
            </a:lvl5pPr>
            <a:lvl6pPr>
              <a:defRPr sz="1725" b="1" i="0">
                <a:solidFill>
                  <a:srgbClr val="DF6765"/>
                </a:solidFill>
                <a:latin typeface="Arial"/>
                <a:ea typeface="Arial"/>
                <a:cs typeface="Arial"/>
              </a:defRPr>
            </a:lvl6pPr>
            <a:lvl7pPr>
              <a:defRPr sz="1725" b="1" i="0">
                <a:solidFill>
                  <a:srgbClr val="DF6765"/>
                </a:solidFill>
                <a:latin typeface="Arial"/>
                <a:ea typeface="Arial"/>
                <a:cs typeface="Arial"/>
              </a:defRPr>
            </a:lvl7pPr>
            <a:lvl8pPr>
              <a:defRPr sz="1725" b="1" i="0">
                <a:solidFill>
                  <a:srgbClr val="DF6765"/>
                </a:solidFill>
                <a:latin typeface="Arial"/>
                <a:ea typeface="Arial"/>
                <a:cs typeface="Arial"/>
              </a:defRPr>
            </a:lvl8pPr>
            <a:lvl9pPr>
              <a:defRPr sz="1725" b="1" i="0">
                <a:solidFill>
                  <a:srgbClr val="DF6765"/>
                </a:solidFill>
                <a:latin typeface="Arial"/>
                <a:ea typeface="Arial"/>
                <a:cs typeface="Arial"/>
              </a:defRPr>
            </a:lvl9pPr>
          </a:lstStyle>
          <a:p xmlns:a="http://schemas.openxmlformats.org/drawingml/2006/main">
            <a:pPr>
              <a:defRPr sz="1725" b="1" i="0">
                <a:solidFill>
                  <a:srgbClr val="DF6765"/>
                </a:solidFill>
                <a:latin typeface="Arial"/>
                <a:ea typeface="Arial"/>
                <a:cs typeface="Arial"/>
              </a:defRPr>
            </a:pPr>
            <a:r>
              <a:rPr sz="1725" b="1" i="0">
                <a:solidFill>
                  <a:srgbClr val="DF6765"/>
                </a:solidFill>
                <a:latin typeface="Arial"/>
                <a:ea typeface="Arial"/>
                <a:cs typeface="Arial"/>
              </a:rPr>
              <a:t>We will read a few. No guessing who wrote them.</a:t>
            </a:r>
          </a:p>
        </p:txBody>
      </p:sp>
      <p:sp>
        <p:nvSpPr>
          <p:cNvPr id="8" name="">
            <a:extLst xmlns:a="http://schemas.openxmlformats.org/drawingml/2006/main">
              <a:ext uri="{FF2B5EF4-FFF2-40B4-BE49-F238E27FC236}">
                <a16:creationId xmlns:a16="http://schemas.microsoft.com/office/drawing/2014/main" id="{2D62CF4A-976B-4C5C-A99C-9B5D2F001E77}"/>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9:00-9:10 | Icebreaker</a:t>
            </a:r>
          </a:p>
        </p:txBody>
      </p:sp>
    </p:spTree>
    <p:extLst>
      <p:ext uri="{BB962C8B-B14F-4D97-AF65-F5344CB8AC3E}">
        <p14:creationId xmlns:p14="http://schemas.microsoft.com/office/powerpoint/2010/main" val="313506879"/>
      </p:ext>
    </p:extLst>
  </p:cSld>
</p:sld>
</file>

<file path=ppt/slides/slide3.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A40BE9-8BED-4330-826B-356032A5DA6C}"/>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Last week: we vibe coded an app</a:t>
            </a:r>
          </a:p>
        </p:txBody>
      </p:sp>
      <p:sp>
        <p:nvSpPr>
          <p:cNvPr id="2" name="">
            <a:extLst xmlns:a="http://schemas.openxmlformats.org/drawingml/2006/main">
              <a:ext uri="{FF2B5EF4-FFF2-40B4-BE49-F238E27FC236}">
                <a16:creationId xmlns:a16="http://schemas.microsoft.com/office/drawing/2014/main" id="{B4EF70A1-1084-4382-8B88-916F164D649E}"/>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This week: we learn what the generated code is doing</a:t>
            </a:r>
          </a:p>
        </p:txBody>
      </p:sp>
      <p:sp>
        <p:nvSpPr>
          <p:cNvPr id="3" name="">
            <a:extLst xmlns:a="http://schemas.openxmlformats.org/drawingml/2006/main">
              <a:ext uri="{FF2B5EF4-FFF2-40B4-BE49-F238E27FC236}">
                <a16:creationId xmlns:a16="http://schemas.microsoft.com/office/drawing/2014/main" id="{8346395C-61AD-4B72-90E9-8BC572D14D1C}"/>
              </a:ext>
            </a:extLst>
          </p:cNvPr>
          <p:cNvSpPr>
            <a:spLocks xmlns:a="http://schemas.openxmlformats.org/drawingml/2006/main" noGrp="1"/>
          </p:cNvSpPr>
          <p:nvPr/>
        </p:nvSpPr>
        <p:spPr>
          <a:xfrm xmlns:a="http://schemas.openxmlformats.org/drawingml/2006/main">
            <a:off x="876300" y="1809750"/>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DF6765"/>
                </a:solidFill>
                <a:latin typeface="Arial"/>
                <a:ea typeface="Arial"/>
                <a:cs typeface="Arial"/>
              </a:defRPr>
            </a:defPPr>
            <a:lvl1pPr>
              <a:defRPr sz="2250" b="1" i="0">
                <a:solidFill>
                  <a:srgbClr val="DF6765"/>
                </a:solidFill>
                <a:latin typeface="Arial"/>
                <a:ea typeface="Arial"/>
                <a:cs typeface="Arial"/>
              </a:defRPr>
            </a:lvl1pPr>
            <a:lvl2pPr>
              <a:defRPr sz="2250" b="1" i="0">
                <a:solidFill>
                  <a:srgbClr val="DF6765"/>
                </a:solidFill>
                <a:latin typeface="Arial"/>
                <a:ea typeface="Arial"/>
                <a:cs typeface="Arial"/>
              </a:defRPr>
            </a:lvl2pPr>
            <a:lvl3pPr>
              <a:defRPr sz="2250" b="1" i="0">
                <a:solidFill>
                  <a:srgbClr val="DF6765"/>
                </a:solidFill>
                <a:latin typeface="Arial"/>
                <a:ea typeface="Arial"/>
                <a:cs typeface="Arial"/>
              </a:defRPr>
            </a:lvl3pPr>
            <a:lvl4pPr>
              <a:defRPr sz="2250" b="1" i="0">
                <a:solidFill>
                  <a:srgbClr val="DF6765"/>
                </a:solidFill>
                <a:latin typeface="Arial"/>
                <a:ea typeface="Arial"/>
                <a:cs typeface="Arial"/>
              </a:defRPr>
            </a:lvl4pPr>
            <a:lvl5pPr>
              <a:defRPr sz="2250" b="1" i="0">
                <a:solidFill>
                  <a:srgbClr val="DF6765"/>
                </a:solidFill>
                <a:latin typeface="Arial"/>
                <a:ea typeface="Arial"/>
                <a:cs typeface="Arial"/>
              </a:defRPr>
            </a:lvl5pPr>
            <a:lvl6pPr>
              <a:defRPr sz="2250" b="1" i="0">
                <a:solidFill>
                  <a:srgbClr val="DF6765"/>
                </a:solidFill>
                <a:latin typeface="Arial"/>
                <a:ea typeface="Arial"/>
                <a:cs typeface="Arial"/>
              </a:defRPr>
            </a:lvl6pPr>
            <a:lvl7pPr>
              <a:defRPr sz="2250" b="1" i="0">
                <a:solidFill>
                  <a:srgbClr val="DF6765"/>
                </a:solidFill>
                <a:latin typeface="Arial"/>
                <a:ea typeface="Arial"/>
                <a:cs typeface="Arial"/>
              </a:defRPr>
            </a:lvl7pPr>
            <a:lvl8pPr>
              <a:defRPr sz="2250" b="1" i="0">
                <a:solidFill>
                  <a:srgbClr val="DF6765"/>
                </a:solidFill>
                <a:latin typeface="Arial"/>
                <a:ea typeface="Arial"/>
                <a:cs typeface="Arial"/>
              </a:defRPr>
            </a:lvl8pPr>
            <a:lvl9pPr>
              <a:defRPr sz="2250" b="1" i="0">
                <a:solidFill>
                  <a:srgbClr val="DF6765"/>
                </a:solidFill>
                <a:latin typeface="Arial"/>
                <a:ea typeface="Arial"/>
                <a:cs typeface="Arial"/>
              </a:defRPr>
            </a:lvl9pPr>
          </a:lstStyle>
          <a:p xmlns:a="http://schemas.openxmlformats.org/drawingml/2006/main">
            <a:pPr>
              <a:defRPr sz="2250" b="1" i="0">
                <a:solidFill>
                  <a:srgbClr val="DF6765"/>
                </a:solidFill>
                <a:latin typeface="Arial"/>
                <a:ea typeface="Arial"/>
                <a:cs typeface="Arial"/>
              </a:defRPr>
            </a:pPr>
            <a:r>
              <a:rPr sz="2250" b="1" i="0">
                <a:solidFill>
                  <a:srgbClr val="DF6765"/>
                </a:solidFill>
                <a:latin typeface="Arial"/>
                <a:ea typeface="Arial"/>
                <a:cs typeface="Arial"/>
              </a:rPr>
              <a:t>You already practiced</a:t>
            </a:r>
          </a:p>
        </p:txBody>
      </p:sp>
      <p:sp>
        <p:nvSpPr>
          <p:cNvPr id="4" name="">
            <a:extLst xmlns:a="http://schemas.openxmlformats.org/drawingml/2006/main">
              <a:ext uri="{FF2B5EF4-FFF2-40B4-BE49-F238E27FC236}">
                <a16:creationId xmlns:a16="http://schemas.microsoft.com/office/drawing/2014/main" id="{CC005E9D-3BDB-4553-A013-27EF42A8656D}"/>
              </a:ext>
            </a:extLst>
          </p:cNvPr>
          <p:cNvSpPr>
            <a:spLocks xmlns:a="http://schemas.openxmlformats.org/drawingml/2006/main" noGrp="1"/>
          </p:cNvSpPr>
          <p:nvPr/>
        </p:nvSpPr>
        <p:spPr>
          <a:xfrm xmlns:a="http://schemas.openxmlformats.org/drawingml/2006/main">
            <a:off x="876300" y="2381250"/>
            <a:ext cx="4476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a:solidFill>
                  <a:srgbClr val="172433"/>
                </a:solidFill>
                <a:latin typeface="Arial"/>
                <a:ea typeface="Arial"/>
                <a:cs typeface="Arial"/>
              </a:defRPr>
            </a:defPPr>
            <a:lvl1pPr>
              <a:defRPr sz="2025">
                <a:solidFill>
                  <a:srgbClr val="172433"/>
                </a:solidFill>
                <a:latin typeface="Arial"/>
                <a:ea typeface="Arial"/>
                <a:cs typeface="Arial"/>
              </a:defRPr>
            </a:lvl1pPr>
            <a:lvl2pPr>
              <a:defRPr sz="2025">
                <a:solidFill>
                  <a:srgbClr val="172433"/>
                </a:solidFill>
                <a:latin typeface="Arial"/>
                <a:ea typeface="Arial"/>
                <a:cs typeface="Arial"/>
              </a:defRPr>
            </a:lvl2pPr>
            <a:lvl3pPr>
              <a:defRPr sz="2025">
                <a:solidFill>
                  <a:srgbClr val="172433"/>
                </a:solidFill>
                <a:latin typeface="Arial"/>
                <a:ea typeface="Arial"/>
                <a:cs typeface="Arial"/>
              </a:defRPr>
            </a:lvl3pPr>
            <a:lvl4pPr>
              <a:defRPr sz="2025">
                <a:solidFill>
                  <a:srgbClr val="172433"/>
                </a:solidFill>
                <a:latin typeface="Arial"/>
                <a:ea typeface="Arial"/>
                <a:cs typeface="Arial"/>
              </a:defRPr>
            </a:lvl4pPr>
            <a:lvl5pPr>
              <a:defRPr sz="2025">
                <a:solidFill>
                  <a:srgbClr val="172433"/>
                </a:solidFill>
                <a:latin typeface="Arial"/>
                <a:ea typeface="Arial"/>
                <a:cs typeface="Arial"/>
              </a:defRPr>
            </a:lvl5pPr>
            <a:lvl6pPr>
              <a:defRPr sz="2025">
                <a:solidFill>
                  <a:srgbClr val="172433"/>
                </a:solidFill>
                <a:latin typeface="Arial"/>
                <a:ea typeface="Arial"/>
                <a:cs typeface="Arial"/>
              </a:defRPr>
            </a:lvl6pPr>
            <a:lvl7pPr>
              <a:defRPr sz="2025">
                <a:solidFill>
                  <a:srgbClr val="172433"/>
                </a:solidFill>
                <a:latin typeface="Arial"/>
                <a:ea typeface="Arial"/>
                <a:cs typeface="Arial"/>
              </a:defRPr>
            </a:lvl7pPr>
            <a:lvl8pPr>
              <a:defRPr sz="2025">
                <a:solidFill>
                  <a:srgbClr val="172433"/>
                </a:solidFill>
                <a:latin typeface="Arial"/>
                <a:ea typeface="Arial"/>
                <a:cs typeface="Arial"/>
              </a:defRPr>
            </a:lvl8pPr>
            <a:lvl9pPr>
              <a:defRPr sz="2025">
                <a:solidFill>
                  <a:srgbClr val="172433"/>
                </a:solidFill>
                <a:latin typeface="Arial"/>
                <a:ea typeface="Arial"/>
                <a:cs typeface="Arial"/>
              </a:defRPr>
            </a:lvl9pPr>
          </a:lstStyle>
          <a:p xmlns:a="http://schemas.openxmlformats.org/drawingml/2006/main">
            <a:pPr marL="254000" indent="-127000">
              <a:spcAft>
                <a:spcPts val="1500"/>
              </a:spcAft>
              <a:buChar char="•"/>
              <a:defRPr sz="2025">
                <a:solidFill>
                  <a:srgbClr val="172433"/>
                </a:solidFill>
                <a:latin typeface="Arial"/>
                <a:ea typeface="Arial"/>
                <a:cs typeface="Arial"/>
              </a:defRPr>
            </a:pPr>
            <a:r>
              <a:rPr sz="2025">
                <a:solidFill>
                  <a:srgbClr val="172433"/>
                </a:solidFill>
                <a:latin typeface="Arial"/>
                <a:ea typeface="Arial"/>
                <a:cs typeface="Arial"/>
              </a:rPr>
              <a:t>Turning an idea into something runnable</a:t>
            </a:r>
          </a:p>
          <a:p xmlns:a="http://schemas.openxmlformats.org/drawingml/2006/main">
            <a:pPr marL="254000" indent="-127000">
              <a:spcAft>
                <a:spcPts val="1500"/>
              </a:spcAft>
              <a:buChar char="•"/>
              <a:defRPr sz="2025">
                <a:solidFill>
                  <a:srgbClr val="172433"/>
                </a:solidFill>
                <a:latin typeface="Arial"/>
                <a:ea typeface="Arial"/>
                <a:cs typeface="Arial"/>
              </a:defRPr>
            </a:pPr>
            <a:r>
              <a:rPr sz="2025">
                <a:solidFill>
                  <a:srgbClr val="172433"/>
                </a:solidFill>
                <a:latin typeface="Arial"/>
                <a:ea typeface="Arial"/>
                <a:cs typeface="Arial"/>
              </a:rPr>
              <a:t>Prompting an AI coding partner</a:t>
            </a:r>
          </a:p>
          <a:p xmlns:a="http://schemas.openxmlformats.org/drawingml/2006/main">
            <a:pPr marL="254000" indent="-127000">
              <a:spcAft>
                <a:spcPts val="1500"/>
              </a:spcAft>
              <a:buChar char="•"/>
              <a:defRPr sz="2025">
                <a:solidFill>
                  <a:srgbClr val="172433"/>
                </a:solidFill>
                <a:latin typeface="Arial"/>
                <a:ea typeface="Arial"/>
                <a:cs typeface="Arial"/>
              </a:defRPr>
            </a:pPr>
            <a:r>
              <a:rPr sz="2025">
                <a:solidFill>
                  <a:srgbClr val="172433"/>
                </a:solidFill>
                <a:latin typeface="Arial"/>
                <a:ea typeface="Arial"/>
                <a:cs typeface="Arial"/>
              </a:rPr>
              <a:t>Testing with another person</a:t>
            </a:r>
          </a:p>
        </p:txBody>
      </p:sp>
      <p:sp>
        <p:nvSpPr>
          <p:cNvPr id="5" name="">
            <a:extLst xmlns:a="http://schemas.openxmlformats.org/drawingml/2006/main">
              <a:ext uri="{FF2B5EF4-FFF2-40B4-BE49-F238E27FC236}">
                <a16:creationId xmlns:a16="http://schemas.microsoft.com/office/drawing/2014/main" id="{8364EDDA-6B16-451C-AE90-8B9664C26EC8}"/>
              </a:ext>
            </a:extLst>
          </p:cNvPr>
          <p:cNvSpPr>
            <a:spLocks xmlns:a="http://schemas.openxmlformats.org/drawingml/2006/main" noGrp="1"/>
          </p:cNvSpPr>
          <p:nvPr/>
        </p:nvSpPr>
        <p:spPr>
          <a:xfrm xmlns:a="http://schemas.openxmlformats.org/drawingml/2006/main">
            <a:off x="6667500" y="1809750"/>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5F9F4B"/>
                </a:solidFill>
                <a:latin typeface="Arial"/>
                <a:ea typeface="Arial"/>
                <a:cs typeface="Arial"/>
              </a:defRPr>
            </a:defPPr>
            <a:lvl1pPr>
              <a:defRPr sz="2250" b="1" i="0">
                <a:solidFill>
                  <a:srgbClr val="5F9F4B"/>
                </a:solidFill>
                <a:latin typeface="Arial"/>
                <a:ea typeface="Arial"/>
                <a:cs typeface="Arial"/>
              </a:defRPr>
            </a:lvl1pPr>
            <a:lvl2pPr>
              <a:defRPr sz="2250" b="1" i="0">
                <a:solidFill>
                  <a:srgbClr val="5F9F4B"/>
                </a:solidFill>
                <a:latin typeface="Arial"/>
                <a:ea typeface="Arial"/>
                <a:cs typeface="Arial"/>
              </a:defRPr>
            </a:lvl2pPr>
            <a:lvl3pPr>
              <a:defRPr sz="2250" b="1" i="0">
                <a:solidFill>
                  <a:srgbClr val="5F9F4B"/>
                </a:solidFill>
                <a:latin typeface="Arial"/>
                <a:ea typeface="Arial"/>
                <a:cs typeface="Arial"/>
              </a:defRPr>
            </a:lvl3pPr>
            <a:lvl4pPr>
              <a:defRPr sz="2250" b="1" i="0">
                <a:solidFill>
                  <a:srgbClr val="5F9F4B"/>
                </a:solidFill>
                <a:latin typeface="Arial"/>
                <a:ea typeface="Arial"/>
                <a:cs typeface="Arial"/>
              </a:defRPr>
            </a:lvl4pPr>
            <a:lvl5pPr>
              <a:defRPr sz="2250" b="1" i="0">
                <a:solidFill>
                  <a:srgbClr val="5F9F4B"/>
                </a:solidFill>
                <a:latin typeface="Arial"/>
                <a:ea typeface="Arial"/>
                <a:cs typeface="Arial"/>
              </a:defRPr>
            </a:lvl5pPr>
            <a:lvl6pPr>
              <a:defRPr sz="2250" b="1" i="0">
                <a:solidFill>
                  <a:srgbClr val="5F9F4B"/>
                </a:solidFill>
                <a:latin typeface="Arial"/>
                <a:ea typeface="Arial"/>
                <a:cs typeface="Arial"/>
              </a:defRPr>
            </a:lvl6pPr>
            <a:lvl7pPr>
              <a:defRPr sz="2250" b="1" i="0">
                <a:solidFill>
                  <a:srgbClr val="5F9F4B"/>
                </a:solidFill>
                <a:latin typeface="Arial"/>
                <a:ea typeface="Arial"/>
                <a:cs typeface="Arial"/>
              </a:defRPr>
            </a:lvl7pPr>
            <a:lvl8pPr>
              <a:defRPr sz="2250" b="1" i="0">
                <a:solidFill>
                  <a:srgbClr val="5F9F4B"/>
                </a:solidFill>
                <a:latin typeface="Arial"/>
                <a:ea typeface="Arial"/>
                <a:cs typeface="Arial"/>
              </a:defRPr>
            </a:lvl8pPr>
            <a:lvl9pPr>
              <a:defRPr sz="2250" b="1" i="0">
                <a:solidFill>
                  <a:srgbClr val="5F9F4B"/>
                </a:solidFill>
                <a:latin typeface="Arial"/>
                <a:ea typeface="Arial"/>
                <a:cs typeface="Arial"/>
              </a:defRPr>
            </a:lvl9pPr>
          </a:lstStyle>
          <a:p xmlns:a="http://schemas.openxmlformats.org/drawingml/2006/main">
            <a:pPr>
              <a:defRPr sz="2250" b="1" i="0">
                <a:solidFill>
                  <a:srgbClr val="5F9F4B"/>
                </a:solidFill>
                <a:latin typeface="Arial"/>
                <a:ea typeface="Arial"/>
                <a:cs typeface="Arial"/>
              </a:defRPr>
            </a:pPr>
            <a:r>
              <a:rPr sz="2250" b="1" i="0">
                <a:solidFill>
                  <a:srgbClr val="5F9F4B"/>
                </a:solidFill>
                <a:latin typeface="Arial"/>
                <a:ea typeface="Arial"/>
                <a:cs typeface="Arial"/>
              </a:rPr>
              <a:t>Today we add</a:t>
            </a:r>
          </a:p>
        </p:txBody>
      </p:sp>
      <p:sp>
        <p:nvSpPr>
          <p:cNvPr id="6" name="">
            <a:extLst xmlns:a="http://schemas.openxmlformats.org/drawingml/2006/main">
              <a:ext uri="{FF2B5EF4-FFF2-40B4-BE49-F238E27FC236}">
                <a16:creationId xmlns:a16="http://schemas.microsoft.com/office/drawing/2014/main" id="{5BB68831-A3C2-44E8-AFF9-CDC9C3A01AEE}"/>
              </a:ext>
            </a:extLst>
          </p:cNvPr>
          <p:cNvSpPr>
            <a:spLocks xmlns:a="http://schemas.openxmlformats.org/drawingml/2006/main" noGrp="1"/>
          </p:cNvSpPr>
          <p:nvPr/>
        </p:nvSpPr>
        <p:spPr>
          <a:xfrm xmlns:a="http://schemas.openxmlformats.org/drawingml/2006/main">
            <a:off x="6667500" y="2381250"/>
            <a:ext cx="4476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a:solidFill>
                  <a:srgbClr val="172433"/>
                </a:solidFill>
                <a:latin typeface="Arial"/>
                <a:ea typeface="Arial"/>
                <a:cs typeface="Arial"/>
              </a:defRPr>
            </a:defPPr>
            <a:lvl1pPr>
              <a:defRPr sz="2025">
                <a:solidFill>
                  <a:srgbClr val="172433"/>
                </a:solidFill>
                <a:latin typeface="Arial"/>
                <a:ea typeface="Arial"/>
                <a:cs typeface="Arial"/>
              </a:defRPr>
            </a:lvl1pPr>
            <a:lvl2pPr>
              <a:defRPr sz="2025">
                <a:solidFill>
                  <a:srgbClr val="172433"/>
                </a:solidFill>
                <a:latin typeface="Arial"/>
                <a:ea typeface="Arial"/>
                <a:cs typeface="Arial"/>
              </a:defRPr>
            </a:lvl2pPr>
            <a:lvl3pPr>
              <a:defRPr sz="2025">
                <a:solidFill>
                  <a:srgbClr val="172433"/>
                </a:solidFill>
                <a:latin typeface="Arial"/>
                <a:ea typeface="Arial"/>
                <a:cs typeface="Arial"/>
              </a:defRPr>
            </a:lvl3pPr>
            <a:lvl4pPr>
              <a:defRPr sz="2025">
                <a:solidFill>
                  <a:srgbClr val="172433"/>
                </a:solidFill>
                <a:latin typeface="Arial"/>
                <a:ea typeface="Arial"/>
                <a:cs typeface="Arial"/>
              </a:defRPr>
            </a:lvl4pPr>
            <a:lvl5pPr>
              <a:defRPr sz="2025">
                <a:solidFill>
                  <a:srgbClr val="172433"/>
                </a:solidFill>
                <a:latin typeface="Arial"/>
                <a:ea typeface="Arial"/>
                <a:cs typeface="Arial"/>
              </a:defRPr>
            </a:lvl5pPr>
            <a:lvl6pPr>
              <a:defRPr sz="2025">
                <a:solidFill>
                  <a:srgbClr val="172433"/>
                </a:solidFill>
                <a:latin typeface="Arial"/>
                <a:ea typeface="Arial"/>
                <a:cs typeface="Arial"/>
              </a:defRPr>
            </a:lvl6pPr>
            <a:lvl7pPr>
              <a:defRPr sz="2025">
                <a:solidFill>
                  <a:srgbClr val="172433"/>
                </a:solidFill>
                <a:latin typeface="Arial"/>
                <a:ea typeface="Arial"/>
                <a:cs typeface="Arial"/>
              </a:defRPr>
            </a:lvl7pPr>
            <a:lvl8pPr>
              <a:defRPr sz="2025">
                <a:solidFill>
                  <a:srgbClr val="172433"/>
                </a:solidFill>
                <a:latin typeface="Arial"/>
                <a:ea typeface="Arial"/>
                <a:cs typeface="Arial"/>
              </a:defRPr>
            </a:lvl8pPr>
            <a:lvl9pPr>
              <a:defRPr sz="2025">
                <a:solidFill>
                  <a:srgbClr val="172433"/>
                </a:solidFill>
                <a:latin typeface="Arial"/>
                <a:ea typeface="Arial"/>
                <a:cs typeface="Arial"/>
              </a:defRPr>
            </a:lvl9pPr>
          </a:lstStyle>
          <a:p xmlns:a="http://schemas.openxmlformats.org/drawingml/2006/main">
            <a:pPr marL="254000" indent="-127000">
              <a:spcAft>
                <a:spcPts val="1500"/>
              </a:spcAft>
              <a:buChar char="•"/>
              <a:defRPr sz="2025">
                <a:solidFill>
                  <a:srgbClr val="172433"/>
                </a:solidFill>
                <a:latin typeface="Arial"/>
                <a:ea typeface="Arial"/>
                <a:cs typeface="Arial"/>
              </a:defRPr>
            </a:pPr>
            <a:r>
              <a:rPr sz="2025">
                <a:solidFill>
                  <a:srgbClr val="172433"/>
                </a:solidFill>
                <a:latin typeface="Arial"/>
                <a:ea typeface="Arial"/>
                <a:cs typeface="Arial"/>
              </a:rPr>
              <a:t>A mental model for how programs run</a:t>
            </a:r>
          </a:p>
          <a:p xmlns:a="http://schemas.openxmlformats.org/drawingml/2006/main">
            <a:pPr marL="254000" indent="-127000">
              <a:spcAft>
                <a:spcPts val="1500"/>
              </a:spcAft>
              <a:buChar char="•"/>
              <a:defRPr sz="2025">
                <a:solidFill>
                  <a:srgbClr val="172433"/>
                </a:solidFill>
                <a:latin typeface="Arial"/>
                <a:ea typeface="Arial"/>
                <a:cs typeface="Arial"/>
              </a:defRPr>
            </a:pPr>
            <a:r>
              <a:rPr sz="2025">
                <a:solidFill>
                  <a:srgbClr val="172433"/>
                </a:solidFill>
                <a:latin typeface="Arial"/>
                <a:ea typeface="Arial"/>
                <a:cs typeface="Arial"/>
              </a:rPr>
              <a:t>Control over repetition and decisions</a:t>
            </a:r>
          </a:p>
          <a:p xmlns:a="http://schemas.openxmlformats.org/drawingml/2006/main">
            <a:pPr marL="254000" indent="-127000">
              <a:spcAft>
                <a:spcPts val="1500"/>
              </a:spcAft>
              <a:buChar char="•"/>
              <a:defRPr sz="2025">
                <a:solidFill>
                  <a:srgbClr val="172433"/>
                </a:solidFill>
                <a:latin typeface="Arial"/>
                <a:ea typeface="Arial"/>
                <a:cs typeface="Arial"/>
              </a:defRPr>
            </a:pPr>
            <a:r>
              <a:rPr sz="2025">
                <a:solidFill>
                  <a:srgbClr val="172433"/>
                </a:solidFill>
                <a:latin typeface="Arial"/>
                <a:ea typeface="Arial"/>
                <a:cs typeface="Arial"/>
              </a:rPr>
              <a:t>Functions that give code structure</a:t>
            </a:r>
          </a:p>
        </p:txBody>
      </p:sp>
      <p:sp>
        <p:nvSpPr>
          <p:cNvPr id="7" name="">
            <a:extLst xmlns:a="http://schemas.openxmlformats.org/drawingml/2006/main">
              <a:ext uri="{FF2B5EF4-FFF2-40B4-BE49-F238E27FC236}">
                <a16:creationId xmlns:a16="http://schemas.microsoft.com/office/drawing/2014/main" id="{73A6AC87-73C4-404C-8189-836EBE7D9B8A}"/>
              </a:ext>
            </a:extLst>
          </p:cNvPr>
          <p:cNvSpPr>
            <a:spLocks xmlns:a="http://schemas.openxmlformats.org/drawingml/2006/main" noGrp="1"/>
          </p:cNvSpPr>
          <p:nvPr/>
        </p:nvSpPr>
        <p:spPr>
          <a:xfrm xmlns:a="http://schemas.openxmlformats.org/drawingml/2006/main">
            <a:off x="1257300" y="5429250"/>
            <a:ext cx="9677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i="0">
                <a:solidFill>
                  <a:srgbClr val="173654"/>
                </a:solidFill>
                <a:latin typeface="Arial"/>
                <a:ea typeface="Arial"/>
                <a:cs typeface="Arial"/>
              </a:defRPr>
            </a:defPPr>
            <a:lvl1pPr>
              <a:defRPr sz="2175" b="1" i="0">
                <a:solidFill>
                  <a:srgbClr val="173654"/>
                </a:solidFill>
                <a:latin typeface="Arial"/>
                <a:ea typeface="Arial"/>
                <a:cs typeface="Arial"/>
              </a:defRPr>
            </a:lvl1pPr>
            <a:lvl2pPr>
              <a:defRPr sz="2175" b="1" i="0">
                <a:solidFill>
                  <a:srgbClr val="173654"/>
                </a:solidFill>
                <a:latin typeface="Arial"/>
                <a:ea typeface="Arial"/>
                <a:cs typeface="Arial"/>
              </a:defRPr>
            </a:lvl2pPr>
            <a:lvl3pPr>
              <a:defRPr sz="2175" b="1" i="0">
                <a:solidFill>
                  <a:srgbClr val="173654"/>
                </a:solidFill>
                <a:latin typeface="Arial"/>
                <a:ea typeface="Arial"/>
                <a:cs typeface="Arial"/>
              </a:defRPr>
            </a:lvl3pPr>
            <a:lvl4pPr>
              <a:defRPr sz="2175" b="1" i="0">
                <a:solidFill>
                  <a:srgbClr val="173654"/>
                </a:solidFill>
                <a:latin typeface="Arial"/>
                <a:ea typeface="Arial"/>
                <a:cs typeface="Arial"/>
              </a:defRPr>
            </a:lvl4pPr>
            <a:lvl5pPr>
              <a:defRPr sz="2175" b="1" i="0">
                <a:solidFill>
                  <a:srgbClr val="173654"/>
                </a:solidFill>
                <a:latin typeface="Arial"/>
                <a:ea typeface="Arial"/>
                <a:cs typeface="Arial"/>
              </a:defRPr>
            </a:lvl5pPr>
            <a:lvl6pPr>
              <a:defRPr sz="2175" b="1" i="0">
                <a:solidFill>
                  <a:srgbClr val="173654"/>
                </a:solidFill>
                <a:latin typeface="Arial"/>
                <a:ea typeface="Arial"/>
                <a:cs typeface="Arial"/>
              </a:defRPr>
            </a:lvl6pPr>
            <a:lvl7pPr>
              <a:defRPr sz="2175" b="1" i="0">
                <a:solidFill>
                  <a:srgbClr val="173654"/>
                </a:solidFill>
                <a:latin typeface="Arial"/>
                <a:ea typeface="Arial"/>
                <a:cs typeface="Arial"/>
              </a:defRPr>
            </a:lvl7pPr>
            <a:lvl8pPr>
              <a:defRPr sz="2175" b="1" i="0">
                <a:solidFill>
                  <a:srgbClr val="173654"/>
                </a:solidFill>
                <a:latin typeface="Arial"/>
                <a:ea typeface="Arial"/>
                <a:cs typeface="Arial"/>
              </a:defRPr>
            </a:lvl8pPr>
            <a:lvl9pPr>
              <a:defRPr sz="2175" b="1" i="0">
                <a:solidFill>
                  <a:srgbClr val="173654"/>
                </a:solidFill>
                <a:latin typeface="Arial"/>
                <a:ea typeface="Arial"/>
                <a:cs typeface="Arial"/>
              </a:defRPr>
            </a:lvl9pPr>
          </a:lstStyle>
          <a:p xmlns:a="http://schemas.openxmlformats.org/drawingml/2006/main">
            <a:pPr>
              <a:defRPr sz="2175" b="1" i="0">
                <a:solidFill>
                  <a:srgbClr val="173654"/>
                </a:solidFill>
                <a:latin typeface="Arial"/>
                <a:ea typeface="Arial"/>
                <a:cs typeface="Arial"/>
              </a:defRPr>
            </a:pPr>
            <a:r>
              <a:rPr sz="2175" b="1" i="0">
                <a:solidFill>
                  <a:srgbClr val="173654"/>
                </a:solidFill>
                <a:latin typeface="Arial"/>
                <a:ea typeface="Arial"/>
                <a:cs typeface="Arial"/>
              </a:rPr>
              <a:t>The goal is to direct the AI and verify the result.</a:t>
            </a:r>
          </a:p>
        </p:txBody>
      </p:sp>
      <p:sp>
        <p:nvSpPr>
          <p:cNvPr id="8" name="">
            <a:extLst xmlns:a="http://schemas.openxmlformats.org/drawingml/2006/main">
              <a:ext uri="{FF2B5EF4-FFF2-40B4-BE49-F238E27FC236}">
                <a16:creationId xmlns:a16="http://schemas.microsoft.com/office/drawing/2014/main" id="{342187A7-59B9-42D3-AD8C-61B1619EA9C2}"/>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9:10-9:20 | Week 2 bridge</a:t>
            </a:r>
          </a:p>
        </p:txBody>
      </p:sp>
    </p:spTree>
    <p:extLst>
      <p:ext uri="{BB962C8B-B14F-4D97-AF65-F5344CB8AC3E}">
        <p14:creationId xmlns:p14="http://schemas.microsoft.com/office/powerpoint/2010/main" val="1951435499"/>
      </p:ext>
    </p:extLst>
  </p:cSld>
</p:sld>
</file>

<file path=ppt/slides/slide4.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4ABB73-EC03-46C5-B478-2ED4519CF2D8}"/>
              </a:ext>
            </a:extLst>
          </p:cNvPr>
          <p:cNvSpPr>
            <a:spLocks xmlns:a="http://schemas.openxmlformats.org/drawingml/2006/main" noGrp="1"/>
          </p:cNvSpPr>
          <p:nvPr/>
        </p:nvSpPr>
        <p:spPr>
          <a:xfrm xmlns:a="http://schemas.openxmlformats.org/drawingml/2006/main">
            <a:off x="800100" y="1238250"/>
            <a:ext cx="10591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FFFFFF"/>
                </a:solidFill>
                <a:latin typeface="Arial"/>
                <a:ea typeface="Arial"/>
                <a:cs typeface="Arial"/>
              </a:defRPr>
            </a:defPPr>
            <a:lvl1pPr>
              <a:defRPr sz="3000" b="1" i="0">
                <a:solidFill>
                  <a:srgbClr val="FFFFFF"/>
                </a:solidFill>
                <a:latin typeface="Arial"/>
                <a:ea typeface="Arial"/>
                <a:cs typeface="Arial"/>
              </a:defRPr>
            </a:lvl1pPr>
            <a:lvl2pPr>
              <a:defRPr sz="3000" b="1" i="0">
                <a:solidFill>
                  <a:srgbClr val="FFFFFF"/>
                </a:solidFill>
                <a:latin typeface="Arial"/>
                <a:ea typeface="Arial"/>
                <a:cs typeface="Arial"/>
              </a:defRPr>
            </a:lvl2pPr>
            <a:lvl3pPr>
              <a:defRPr sz="3000" b="1" i="0">
                <a:solidFill>
                  <a:srgbClr val="FFFFFF"/>
                </a:solidFill>
                <a:latin typeface="Arial"/>
                <a:ea typeface="Arial"/>
                <a:cs typeface="Arial"/>
              </a:defRPr>
            </a:lvl3pPr>
            <a:lvl4pPr>
              <a:defRPr sz="3000" b="1" i="0">
                <a:solidFill>
                  <a:srgbClr val="FFFFFF"/>
                </a:solidFill>
                <a:latin typeface="Arial"/>
                <a:ea typeface="Arial"/>
                <a:cs typeface="Arial"/>
              </a:defRPr>
            </a:lvl4pPr>
            <a:lvl5pPr>
              <a:defRPr sz="3000" b="1" i="0">
                <a:solidFill>
                  <a:srgbClr val="FFFFFF"/>
                </a:solidFill>
                <a:latin typeface="Arial"/>
                <a:ea typeface="Arial"/>
                <a:cs typeface="Arial"/>
              </a:defRPr>
            </a:lvl5pPr>
            <a:lvl6pPr>
              <a:defRPr sz="3000" b="1" i="0">
                <a:solidFill>
                  <a:srgbClr val="FFFFFF"/>
                </a:solidFill>
                <a:latin typeface="Arial"/>
                <a:ea typeface="Arial"/>
                <a:cs typeface="Arial"/>
              </a:defRPr>
            </a:lvl6pPr>
            <a:lvl7pPr>
              <a:defRPr sz="3000" b="1" i="0">
                <a:solidFill>
                  <a:srgbClr val="FFFFFF"/>
                </a:solidFill>
                <a:latin typeface="Arial"/>
                <a:ea typeface="Arial"/>
                <a:cs typeface="Arial"/>
              </a:defRPr>
            </a:lvl7pPr>
            <a:lvl8pPr>
              <a:defRPr sz="3000" b="1" i="0">
                <a:solidFill>
                  <a:srgbClr val="FFFFFF"/>
                </a:solidFill>
                <a:latin typeface="Arial"/>
                <a:ea typeface="Arial"/>
                <a:cs typeface="Arial"/>
              </a:defRPr>
            </a:lvl8pPr>
            <a:lvl9pPr>
              <a:defRPr sz="3000" b="1" i="0">
                <a:solidFill>
                  <a:srgbClr val="FFFFFF"/>
                </a:solidFill>
                <a:latin typeface="Arial"/>
                <a:ea typeface="Arial"/>
                <a:cs typeface="Arial"/>
              </a:defRPr>
            </a:lvl9pPr>
          </a:lstStyle>
          <a:p xmlns:a="http://schemas.openxmlformats.org/drawingml/2006/main">
            <a:pPr>
              <a:defRPr sz="3000" b="1" i="0">
                <a:solidFill>
                  <a:srgbClr val="FFFFFF"/>
                </a:solidFill>
                <a:latin typeface="Arial"/>
                <a:ea typeface="Arial"/>
                <a:cs typeface="Arial"/>
              </a:defRPr>
            </a:pPr>
            <a:r>
              <a:rPr sz="3000" b="1" i="0">
                <a:solidFill>
                  <a:srgbClr val="FFFFFF"/>
                </a:solidFill>
                <a:latin typeface="Arial"/>
                <a:ea typeface="Arial"/>
                <a:cs typeface="Arial"/>
              </a:rPr>
              <a:t>engineering output = foundation × tools × practice</a:t>
            </a:r>
          </a:p>
        </p:txBody>
      </p:sp>
      <p:sp>
        <p:nvSpPr>
          <p:cNvPr id="2" name="">
            <a:extLst xmlns:a="http://schemas.openxmlformats.org/drawingml/2006/main">
              <a:ext uri="{FF2B5EF4-FFF2-40B4-BE49-F238E27FC236}">
                <a16:creationId xmlns:a16="http://schemas.microsoft.com/office/drawing/2014/main" id="{378B2D16-D2FC-44B6-8928-2713D6BD4F13}"/>
              </a:ext>
            </a:extLst>
          </p:cNvPr>
          <p:cNvSpPr>
            <a:spLocks xmlns:a="http://schemas.openxmlformats.org/drawingml/2006/main" noGrp="1"/>
          </p:cNvSpPr>
          <p:nvPr/>
        </p:nvSpPr>
        <p:spPr>
          <a:xfrm xmlns:a="http://schemas.openxmlformats.org/drawingml/2006/main">
            <a:off x="1143000" y="26289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i="0">
                <a:solidFill>
                  <a:srgbClr val="B9DBA8"/>
                </a:solidFill>
                <a:latin typeface="Arial"/>
                <a:ea typeface="Arial"/>
                <a:cs typeface="Arial"/>
              </a:defRPr>
            </a:defPPr>
            <a:lvl1pPr>
              <a:defRPr sz="2325" b="0" i="0">
                <a:solidFill>
                  <a:srgbClr val="B9DBA8"/>
                </a:solidFill>
                <a:latin typeface="Arial"/>
                <a:ea typeface="Arial"/>
                <a:cs typeface="Arial"/>
              </a:defRPr>
            </a:lvl1pPr>
            <a:lvl2pPr>
              <a:defRPr sz="2325" b="0" i="0">
                <a:solidFill>
                  <a:srgbClr val="B9DBA8"/>
                </a:solidFill>
                <a:latin typeface="Arial"/>
                <a:ea typeface="Arial"/>
                <a:cs typeface="Arial"/>
              </a:defRPr>
            </a:lvl2pPr>
            <a:lvl3pPr>
              <a:defRPr sz="2325" b="0" i="0">
                <a:solidFill>
                  <a:srgbClr val="B9DBA8"/>
                </a:solidFill>
                <a:latin typeface="Arial"/>
                <a:ea typeface="Arial"/>
                <a:cs typeface="Arial"/>
              </a:defRPr>
            </a:lvl3pPr>
            <a:lvl4pPr>
              <a:defRPr sz="2325" b="0" i="0">
                <a:solidFill>
                  <a:srgbClr val="B9DBA8"/>
                </a:solidFill>
                <a:latin typeface="Arial"/>
                <a:ea typeface="Arial"/>
                <a:cs typeface="Arial"/>
              </a:defRPr>
            </a:lvl4pPr>
            <a:lvl5pPr>
              <a:defRPr sz="2325" b="0" i="0">
                <a:solidFill>
                  <a:srgbClr val="B9DBA8"/>
                </a:solidFill>
                <a:latin typeface="Arial"/>
                <a:ea typeface="Arial"/>
                <a:cs typeface="Arial"/>
              </a:defRPr>
            </a:lvl5pPr>
            <a:lvl6pPr>
              <a:defRPr sz="2325" b="0" i="0">
                <a:solidFill>
                  <a:srgbClr val="B9DBA8"/>
                </a:solidFill>
                <a:latin typeface="Arial"/>
                <a:ea typeface="Arial"/>
                <a:cs typeface="Arial"/>
              </a:defRPr>
            </a:lvl6pPr>
            <a:lvl7pPr>
              <a:defRPr sz="2325" b="0" i="0">
                <a:solidFill>
                  <a:srgbClr val="B9DBA8"/>
                </a:solidFill>
                <a:latin typeface="Arial"/>
                <a:ea typeface="Arial"/>
                <a:cs typeface="Arial"/>
              </a:defRPr>
            </a:lvl7pPr>
            <a:lvl8pPr>
              <a:defRPr sz="2325" b="0" i="0">
                <a:solidFill>
                  <a:srgbClr val="B9DBA8"/>
                </a:solidFill>
                <a:latin typeface="Arial"/>
                <a:ea typeface="Arial"/>
                <a:cs typeface="Arial"/>
              </a:defRPr>
            </a:lvl8pPr>
            <a:lvl9pPr>
              <a:defRPr sz="2325" b="0" i="0">
                <a:solidFill>
                  <a:srgbClr val="B9DBA8"/>
                </a:solidFill>
                <a:latin typeface="Arial"/>
                <a:ea typeface="Arial"/>
                <a:cs typeface="Arial"/>
              </a:defRPr>
            </a:lvl9pPr>
          </a:lstStyle>
          <a:p xmlns:a="http://schemas.openxmlformats.org/drawingml/2006/main">
            <a:pPr>
              <a:defRPr sz="2325" b="0" i="0">
                <a:solidFill>
                  <a:srgbClr val="B9DBA8"/>
                </a:solidFill>
                <a:latin typeface="Arial"/>
                <a:ea typeface="Arial"/>
                <a:cs typeface="Arial"/>
              </a:defRPr>
            </a:pPr>
            <a:r>
              <a:rPr sz="2325" b="0" i="0">
                <a:solidFill>
                  <a:srgbClr val="B9DBA8"/>
                </a:solidFill>
                <a:latin typeface="Arial"/>
                <a:ea typeface="Arial"/>
                <a:cs typeface="Arial"/>
              </a:rPr>
              <a:t>If AI gives you a 100× tool...</a:t>
            </a:r>
          </a:p>
        </p:txBody>
      </p:sp>
      <p:sp>
        <p:nvSpPr>
          <p:cNvPr id="3" name="">
            <a:extLst xmlns:a="http://schemas.openxmlformats.org/drawingml/2006/main">
              <a:ext uri="{FF2B5EF4-FFF2-40B4-BE49-F238E27FC236}">
                <a16:creationId xmlns:a16="http://schemas.microsoft.com/office/drawing/2014/main" id="{B1E631AC-18F4-461A-857A-11CDB64496B4}"/>
              </a:ext>
            </a:extLst>
          </p:cNvPr>
          <p:cNvSpPr>
            <a:spLocks xmlns:a="http://schemas.openxmlformats.org/drawingml/2006/main" noGrp="1"/>
          </p:cNvSpPr>
          <p:nvPr/>
        </p:nvSpPr>
        <p:spPr>
          <a:xfrm xmlns:a="http://schemas.openxmlformats.org/drawingml/2006/main">
            <a:off x="952500" y="337185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i="0">
                <a:solidFill>
                  <a:srgbClr val="FFB1AD"/>
                </a:solidFill>
                <a:latin typeface="Arial"/>
                <a:ea typeface="Arial"/>
                <a:cs typeface="Arial"/>
              </a:defRPr>
            </a:defPPr>
            <a:lvl1pPr>
              <a:defRPr sz="2700" b="1" i="0">
                <a:solidFill>
                  <a:srgbClr val="FFB1AD"/>
                </a:solidFill>
                <a:latin typeface="Arial"/>
                <a:ea typeface="Arial"/>
                <a:cs typeface="Arial"/>
              </a:defRPr>
            </a:lvl1pPr>
            <a:lvl2pPr>
              <a:defRPr sz="2700" b="1" i="0">
                <a:solidFill>
                  <a:srgbClr val="FFB1AD"/>
                </a:solidFill>
                <a:latin typeface="Arial"/>
                <a:ea typeface="Arial"/>
                <a:cs typeface="Arial"/>
              </a:defRPr>
            </a:lvl2pPr>
            <a:lvl3pPr>
              <a:defRPr sz="2700" b="1" i="0">
                <a:solidFill>
                  <a:srgbClr val="FFB1AD"/>
                </a:solidFill>
                <a:latin typeface="Arial"/>
                <a:ea typeface="Arial"/>
                <a:cs typeface="Arial"/>
              </a:defRPr>
            </a:lvl3pPr>
            <a:lvl4pPr>
              <a:defRPr sz="2700" b="1" i="0">
                <a:solidFill>
                  <a:srgbClr val="FFB1AD"/>
                </a:solidFill>
                <a:latin typeface="Arial"/>
                <a:ea typeface="Arial"/>
                <a:cs typeface="Arial"/>
              </a:defRPr>
            </a:lvl4pPr>
            <a:lvl5pPr>
              <a:defRPr sz="2700" b="1" i="0">
                <a:solidFill>
                  <a:srgbClr val="FFB1AD"/>
                </a:solidFill>
                <a:latin typeface="Arial"/>
                <a:ea typeface="Arial"/>
                <a:cs typeface="Arial"/>
              </a:defRPr>
            </a:lvl5pPr>
            <a:lvl6pPr>
              <a:defRPr sz="2700" b="1" i="0">
                <a:solidFill>
                  <a:srgbClr val="FFB1AD"/>
                </a:solidFill>
                <a:latin typeface="Arial"/>
                <a:ea typeface="Arial"/>
                <a:cs typeface="Arial"/>
              </a:defRPr>
            </a:lvl6pPr>
            <a:lvl7pPr>
              <a:defRPr sz="2700" b="1" i="0">
                <a:solidFill>
                  <a:srgbClr val="FFB1AD"/>
                </a:solidFill>
                <a:latin typeface="Arial"/>
                <a:ea typeface="Arial"/>
                <a:cs typeface="Arial"/>
              </a:defRPr>
            </a:lvl7pPr>
            <a:lvl8pPr>
              <a:defRPr sz="2700" b="1" i="0">
                <a:solidFill>
                  <a:srgbClr val="FFB1AD"/>
                </a:solidFill>
                <a:latin typeface="Arial"/>
                <a:ea typeface="Arial"/>
                <a:cs typeface="Arial"/>
              </a:defRPr>
            </a:lvl8pPr>
            <a:lvl9pPr>
              <a:defRPr sz="2700" b="1" i="0">
                <a:solidFill>
                  <a:srgbClr val="FFB1AD"/>
                </a:solidFill>
                <a:latin typeface="Arial"/>
                <a:ea typeface="Arial"/>
                <a:cs typeface="Arial"/>
              </a:defRPr>
            </a:lvl9pPr>
          </a:lstStyle>
          <a:p xmlns:a="http://schemas.openxmlformats.org/drawingml/2006/main">
            <a:pPr>
              <a:defRPr sz="2700" b="1" i="0">
                <a:solidFill>
                  <a:srgbClr val="FFB1AD"/>
                </a:solidFill>
                <a:latin typeface="Arial"/>
                <a:ea typeface="Arial"/>
                <a:cs typeface="Arial"/>
              </a:defRPr>
            </a:pPr>
            <a:r>
              <a:rPr sz="2700" b="1" i="0">
                <a:solidFill>
                  <a:srgbClr val="FFB1AD"/>
                </a:solidFill>
                <a:latin typeface="Arial"/>
                <a:ea typeface="Arial"/>
                <a:cs typeface="Arial"/>
              </a:rPr>
              <a:t>what happens when you strengthen the starting value?</a:t>
            </a:r>
          </a:p>
        </p:txBody>
      </p:sp>
      <p:sp>
        <p:nvSpPr>
          <p:cNvPr id="4" name="">
            <a:extLst xmlns:a="http://schemas.openxmlformats.org/drawingml/2006/main">
              <a:ext uri="{FF2B5EF4-FFF2-40B4-BE49-F238E27FC236}">
                <a16:creationId xmlns:a16="http://schemas.microsoft.com/office/drawing/2014/main" id="{2DA0FBF0-A0B1-4FA5-A362-EC77C6467B79}"/>
              </a:ext>
            </a:extLst>
          </p:cNvPr>
          <p:cNvSpPr>
            <a:spLocks xmlns:a="http://schemas.openxmlformats.org/drawingml/2006/main" noGrp="1"/>
          </p:cNvSpPr>
          <p:nvPr/>
        </p:nvSpPr>
        <p:spPr>
          <a:xfrm xmlns:a="http://schemas.openxmlformats.org/drawingml/2006/main">
            <a:off x="1333500" y="495300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0" i="0">
                <a:solidFill>
                  <a:srgbClr val="FFFFFF"/>
                </a:solidFill>
                <a:latin typeface="Arial"/>
                <a:ea typeface="Arial"/>
                <a:cs typeface="Arial"/>
              </a:defRPr>
            </a:defPPr>
            <a:lvl1pPr>
              <a:defRPr sz="1725" b="0" i="0">
                <a:solidFill>
                  <a:srgbClr val="FFFFFF"/>
                </a:solidFill>
                <a:latin typeface="Arial"/>
                <a:ea typeface="Arial"/>
                <a:cs typeface="Arial"/>
              </a:defRPr>
            </a:lvl1pPr>
            <a:lvl2pPr>
              <a:defRPr sz="1725" b="0" i="0">
                <a:solidFill>
                  <a:srgbClr val="FFFFFF"/>
                </a:solidFill>
                <a:latin typeface="Arial"/>
                <a:ea typeface="Arial"/>
                <a:cs typeface="Arial"/>
              </a:defRPr>
            </a:lvl2pPr>
            <a:lvl3pPr>
              <a:defRPr sz="1725" b="0" i="0">
                <a:solidFill>
                  <a:srgbClr val="FFFFFF"/>
                </a:solidFill>
                <a:latin typeface="Arial"/>
                <a:ea typeface="Arial"/>
                <a:cs typeface="Arial"/>
              </a:defRPr>
            </a:lvl3pPr>
            <a:lvl4pPr>
              <a:defRPr sz="1725" b="0" i="0">
                <a:solidFill>
                  <a:srgbClr val="FFFFFF"/>
                </a:solidFill>
                <a:latin typeface="Arial"/>
                <a:ea typeface="Arial"/>
                <a:cs typeface="Arial"/>
              </a:defRPr>
            </a:lvl4pPr>
            <a:lvl5pPr>
              <a:defRPr sz="1725" b="0" i="0">
                <a:solidFill>
                  <a:srgbClr val="FFFFFF"/>
                </a:solidFill>
                <a:latin typeface="Arial"/>
                <a:ea typeface="Arial"/>
                <a:cs typeface="Arial"/>
              </a:defRPr>
            </a:lvl5pPr>
            <a:lvl6pPr>
              <a:defRPr sz="1725" b="0" i="0">
                <a:solidFill>
                  <a:srgbClr val="FFFFFF"/>
                </a:solidFill>
                <a:latin typeface="Arial"/>
                <a:ea typeface="Arial"/>
                <a:cs typeface="Arial"/>
              </a:defRPr>
            </a:lvl6pPr>
            <a:lvl7pPr>
              <a:defRPr sz="1725" b="0" i="0">
                <a:solidFill>
                  <a:srgbClr val="FFFFFF"/>
                </a:solidFill>
                <a:latin typeface="Arial"/>
                <a:ea typeface="Arial"/>
                <a:cs typeface="Arial"/>
              </a:defRPr>
            </a:lvl7pPr>
            <a:lvl8pPr>
              <a:defRPr sz="1725" b="0" i="0">
                <a:solidFill>
                  <a:srgbClr val="FFFFFF"/>
                </a:solidFill>
                <a:latin typeface="Arial"/>
                <a:ea typeface="Arial"/>
                <a:cs typeface="Arial"/>
              </a:defRPr>
            </a:lvl8pPr>
            <a:lvl9pPr>
              <a:defRPr sz="1725" b="0" i="0">
                <a:solidFill>
                  <a:srgbClr val="FFFFFF"/>
                </a:solidFill>
                <a:latin typeface="Arial"/>
                <a:ea typeface="Arial"/>
                <a:cs typeface="Arial"/>
              </a:defRPr>
            </a:lvl9pPr>
          </a:lstStyle>
          <a:p xmlns:a="http://schemas.openxmlformats.org/drawingml/2006/main">
            <a:pPr>
              <a:defRPr sz="1725" b="0" i="0">
                <a:solidFill>
                  <a:srgbClr val="FFFFFF"/>
                </a:solidFill>
                <a:latin typeface="Arial"/>
                <a:ea typeface="Arial"/>
                <a:cs typeface="Arial"/>
              </a:defRPr>
            </a:pPr>
            <a:r>
              <a:rPr sz="1725" b="0" i="0">
                <a:solidFill>
                  <a:srgbClr val="FFFFFF"/>
                </a:solidFill>
                <a:latin typeface="Arial"/>
                <a:ea typeface="Arial"/>
                <a:cs typeface="Arial"/>
              </a:rPr>
              <a:t>This is a thought experiment, not a measured promise.</a:t>
            </a:r>
          </a:p>
        </p:txBody>
      </p:sp>
      <p:sp>
        <p:nvSpPr>
          <p:cNvPr id="5" name="">
            <a:extLst xmlns:a="http://schemas.openxmlformats.org/drawingml/2006/main">
              <a:ext uri="{FF2B5EF4-FFF2-40B4-BE49-F238E27FC236}">
                <a16:creationId xmlns:a16="http://schemas.microsoft.com/office/drawing/2014/main" id="{7F896043-2909-4021-A671-24F4E388878C}"/>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9:20-9:28 | Discussion</a:t>
            </a:r>
          </a:p>
        </p:txBody>
      </p:sp>
    </p:spTree>
    <p:extLst>
      <p:ext uri="{BB962C8B-B14F-4D97-AF65-F5344CB8AC3E}">
        <p14:creationId xmlns:p14="http://schemas.microsoft.com/office/powerpoint/2010/main" val="7026653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03ECF19-5CB1-4A39-A79A-5959AB872F7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Today’s schedule</a:t>
            </a:r>
          </a:p>
        </p:txBody>
      </p:sp>
      <p:sp>
        <p:nvSpPr>
          <p:cNvPr id="2" name="">
            <a:extLst xmlns:a="http://schemas.openxmlformats.org/drawingml/2006/main">
              <a:ext uri="{FF2B5EF4-FFF2-40B4-BE49-F238E27FC236}">
                <a16:creationId xmlns:a16="http://schemas.microsoft.com/office/drawing/2014/main" id="{9C0CF5E1-7179-4C7E-95E3-2474F53E66FE}"/>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Saturday, 9:00 AM-1:00 PM</a:t>
            </a:r>
          </a:p>
        </p:txBody>
      </p:sp>
      <p:sp>
        <p:nvSpPr>
          <p:cNvPr id="3" name="">
            <a:extLst xmlns:a="http://schemas.openxmlformats.org/drawingml/2006/main">
              <a:ext uri="{FF2B5EF4-FFF2-40B4-BE49-F238E27FC236}">
                <a16:creationId xmlns:a16="http://schemas.microsoft.com/office/drawing/2014/main" id="{0810F057-40E2-430F-9ADD-69BD23FA865B}"/>
              </a:ext>
            </a:extLst>
          </p:cNvPr>
          <p:cNvSpPr>
            <a:spLocks xmlns:a="http://schemas.openxmlformats.org/drawingml/2006/main" noGrp="1"/>
          </p:cNvSpPr>
          <p:nvPr/>
        </p:nvSpPr>
        <p:spPr>
          <a:xfrm xmlns:a="http://schemas.openxmlformats.org/drawingml/2006/main">
            <a:off x="990600" y="14668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DF6765"/>
                </a:solidFill>
                <a:latin typeface="Arial"/>
                <a:ea typeface="Arial"/>
                <a:cs typeface="Arial"/>
              </a:defRPr>
            </a:defPPr>
            <a:lvl1pPr>
              <a:defRPr sz="1650" b="1" i="0">
                <a:solidFill>
                  <a:srgbClr val="DF6765"/>
                </a:solidFill>
                <a:latin typeface="Arial"/>
                <a:ea typeface="Arial"/>
                <a:cs typeface="Arial"/>
              </a:defRPr>
            </a:lvl1pPr>
            <a:lvl2pPr>
              <a:defRPr sz="1650" b="1" i="0">
                <a:solidFill>
                  <a:srgbClr val="DF6765"/>
                </a:solidFill>
                <a:latin typeface="Arial"/>
                <a:ea typeface="Arial"/>
                <a:cs typeface="Arial"/>
              </a:defRPr>
            </a:lvl2pPr>
            <a:lvl3pPr>
              <a:defRPr sz="1650" b="1" i="0">
                <a:solidFill>
                  <a:srgbClr val="DF6765"/>
                </a:solidFill>
                <a:latin typeface="Arial"/>
                <a:ea typeface="Arial"/>
                <a:cs typeface="Arial"/>
              </a:defRPr>
            </a:lvl3pPr>
            <a:lvl4pPr>
              <a:defRPr sz="1650" b="1" i="0">
                <a:solidFill>
                  <a:srgbClr val="DF6765"/>
                </a:solidFill>
                <a:latin typeface="Arial"/>
                <a:ea typeface="Arial"/>
                <a:cs typeface="Arial"/>
              </a:defRPr>
            </a:lvl4pPr>
            <a:lvl5pPr>
              <a:defRPr sz="1650" b="1" i="0">
                <a:solidFill>
                  <a:srgbClr val="DF6765"/>
                </a:solidFill>
                <a:latin typeface="Arial"/>
                <a:ea typeface="Arial"/>
                <a:cs typeface="Arial"/>
              </a:defRPr>
            </a:lvl5pPr>
            <a:lvl6pPr>
              <a:defRPr sz="1650" b="1" i="0">
                <a:solidFill>
                  <a:srgbClr val="DF6765"/>
                </a:solidFill>
                <a:latin typeface="Arial"/>
                <a:ea typeface="Arial"/>
                <a:cs typeface="Arial"/>
              </a:defRPr>
            </a:lvl6pPr>
            <a:lvl7pPr>
              <a:defRPr sz="1650" b="1" i="0">
                <a:solidFill>
                  <a:srgbClr val="DF6765"/>
                </a:solidFill>
                <a:latin typeface="Arial"/>
                <a:ea typeface="Arial"/>
                <a:cs typeface="Arial"/>
              </a:defRPr>
            </a:lvl7pPr>
            <a:lvl8pPr>
              <a:defRPr sz="1650" b="1" i="0">
                <a:solidFill>
                  <a:srgbClr val="DF6765"/>
                </a:solidFill>
                <a:latin typeface="Arial"/>
                <a:ea typeface="Arial"/>
                <a:cs typeface="Arial"/>
              </a:defRPr>
            </a:lvl8pPr>
            <a:lvl9pPr>
              <a:defRPr sz="1650" b="1" i="0">
                <a:solidFill>
                  <a:srgbClr val="DF6765"/>
                </a:solidFill>
                <a:latin typeface="Arial"/>
                <a:ea typeface="Arial"/>
                <a:cs typeface="Arial"/>
              </a:defRPr>
            </a:lvl9pPr>
          </a:lstStyle>
          <a:p xmlns:a="http://schemas.openxmlformats.org/drawingml/2006/main">
            <a:pPr>
              <a:defRPr sz="1650" b="1" i="0">
                <a:solidFill>
                  <a:srgbClr val="DF6765"/>
                </a:solidFill>
                <a:latin typeface="Arial"/>
                <a:ea typeface="Arial"/>
                <a:cs typeface="Arial"/>
              </a:defRPr>
            </a:pPr>
            <a:r>
              <a:rPr sz="1650" b="1" i="0">
                <a:solidFill>
                  <a:srgbClr val="DF6765"/>
                </a:solidFill>
                <a:latin typeface="Arial"/>
                <a:ea typeface="Arial"/>
                <a:cs typeface="Arial"/>
              </a:rPr>
              <a:t>9:00</a:t>
            </a:r>
          </a:p>
        </p:txBody>
      </p:sp>
      <p:sp>
        <p:nvSpPr>
          <p:cNvPr id="4" name="">
            <a:extLst xmlns:a="http://schemas.openxmlformats.org/drawingml/2006/main">
              <a:ext uri="{FF2B5EF4-FFF2-40B4-BE49-F238E27FC236}">
                <a16:creationId xmlns:a16="http://schemas.microsoft.com/office/drawing/2014/main" id="{5CC770F7-B13C-40DE-A8D2-54C1C71D8451}"/>
              </a:ext>
            </a:extLst>
          </p:cNvPr>
          <p:cNvSpPr>
            <a:spLocks xmlns:a="http://schemas.openxmlformats.org/drawingml/2006/main" noGrp="1"/>
          </p:cNvSpPr>
          <p:nvPr/>
        </p:nvSpPr>
        <p:spPr>
          <a:xfrm xmlns:a="http://schemas.openxmlformats.org/drawingml/2006/main">
            <a:off x="2895600" y="146685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Anonymous Opinion Box and Week 2 bridge</a:t>
            </a:r>
          </a:p>
        </p:txBody>
      </p:sp>
      <p:sp>
        <p:nvSpPr>
          <p:cNvPr id="5" name="">
            <a:extLst xmlns:a="http://schemas.openxmlformats.org/drawingml/2006/main">
              <a:ext uri="{FF2B5EF4-FFF2-40B4-BE49-F238E27FC236}">
                <a16:creationId xmlns:a16="http://schemas.microsoft.com/office/drawing/2014/main" id="{5CB5DDC9-4B59-424C-8101-51E7CD59BDD1}"/>
              </a:ext>
            </a:extLst>
          </p:cNvPr>
          <p:cNvSpPr>
            <a:spLocks xmlns:a="http://schemas.openxmlformats.org/drawingml/2006/main" noGrp="1"/>
          </p:cNvSpPr>
          <p:nvPr/>
        </p:nvSpPr>
        <p:spPr>
          <a:xfrm xmlns:a="http://schemas.openxmlformats.org/drawingml/2006/main">
            <a:off x="990600" y="19431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173654"/>
                </a:solidFill>
                <a:latin typeface="Arial"/>
                <a:ea typeface="Arial"/>
                <a:cs typeface="Arial"/>
              </a:defRPr>
            </a:defPPr>
            <a:lvl1pPr>
              <a:defRPr sz="1650" b="1" i="0">
                <a:solidFill>
                  <a:srgbClr val="173654"/>
                </a:solidFill>
                <a:latin typeface="Arial"/>
                <a:ea typeface="Arial"/>
                <a:cs typeface="Arial"/>
              </a:defRPr>
            </a:lvl1pPr>
            <a:lvl2pPr>
              <a:defRPr sz="1650" b="1" i="0">
                <a:solidFill>
                  <a:srgbClr val="173654"/>
                </a:solidFill>
                <a:latin typeface="Arial"/>
                <a:ea typeface="Arial"/>
                <a:cs typeface="Arial"/>
              </a:defRPr>
            </a:lvl2pPr>
            <a:lvl3pPr>
              <a:defRPr sz="1650" b="1" i="0">
                <a:solidFill>
                  <a:srgbClr val="173654"/>
                </a:solidFill>
                <a:latin typeface="Arial"/>
                <a:ea typeface="Arial"/>
                <a:cs typeface="Arial"/>
              </a:defRPr>
            </a:lvl3pPr>
            <a:lvl4pPr>
              <a:defRPr sz="1650" b="1" i="0">
                <a:solidFill>
                  <a:srgbClr val="173654"/>
                </a:solidFill>
                <a:latin typeface="Arial"/>
                <a:ea typeface="Arial"/>
                <a:cs typeface="Arial"/>
              </a:defRPr>
            </a:lvl4pPr>
            <a:lvl5pPr>
              <a:defRPr sz="1650" b="1" i="0">
                <a:solidFill>
                  <a:srgbClr val="173654"/>
                </a:solidFill>
                <a:latin typeface="Arial"/>
                <a:ea typeface="Arial"/>
                <a:cs typeface="Arial"/>
              </a:defRPr>
            </a:lvl5pPr>
            <a:lvl6pPr>
              <a:defRPr sz="1650" b="1" i="0">
                <a:solidFill>
                  <a:srgbClr val="173654"/>
                </a:solidFill>
                <a:latin typeface="Arial"/>
                <a:ea typeface="Arial"/>
                <a:cs typeface="Arial"/>
              </a:defRPr>
            </a:lvl6pPr>
            <a:lvl7pPr>
              <a:defRPr sz="1650" b="1" i="0">
                <a:solidFill>
                  <a:srgbClr val="173654"/>
                </a:solidFill>
                <a:latin typeface="Arial"/>
                <a:ea typeface="Arial"/>
                <a:cs typeface="Arial"/>
              </a:defRPr>
            </a:lvl7pPr>
            <a:lvl8pPr>
              <a:defRPr sz="1650" b="1" i="0">
                <a:solidFill>
                  <a:srgbClr val="173654"/>
                </a:solidFill>
                <a:latin typeface="Arial"/>
                <a:ea typeface="Arial"/>
                <a:cs typeface="Arial"/>
              </a:defRPr>
            </a:lvl8pPr>
            <a:lvl9pPr>
              <a:defRPr sz="1650" b="1" i="0">
                <a:solidFill>
                  <a:srgbClr val="173654"/>
                </a:solidFill>
                <a:latin typeface="Arial"/>
                <a:ea typeface="Arial"/>
                <a:cs typeface="Arial"/>
              </a:defRPr>
            </a:lvl9pPr>
          </a:lstStyle>
          <a:p xmlns:a="http://schemas.openxmlformats.org/drawingml/2006/main">
            <a:pPr>
              <a:defRPr sz="1650" b="1" i="0">
                <a:solidFill>
                  <a:srgbClr val="173654"/>
                </a:solidFill>
                <a:latin typeface="Arial"/>
                <a:ea typeface="Arial"/>
                <a:cs typeface="Arial"/>
              </a:defRPr>
            </a:pPr>
            <a:r>
              <a:rPr sz="1650" b="1" i="0">
                <a:solidFill>
                  <a:srgbClr val="173654"/>
                </a:solidFill>
                <a:latin typeface="Arial"/>
                <a:ea typeface="Arial"/>
                <a:cs typeface="Arial"/>
              </a:rPr>
              <a:t>9:20</a:t>
            </a:r>
          </a:p>
        </p:txBody>
      </p:sp>
      <p:sp>
        <p:nvSpPr>
          <p:cNvPr id="6" name="">
            <a:extLst xmlns:a="http://schemas.openxmlformats.org/drawingml/2006/main">
              <a:ext uri="{FF2B5EF4-FFF2-40B4-BE49-F238E27FC236}">
                <a16:creationId xmlns:a16="http://schemas.microsoft.com/office/drawing/2014/main" id="{FE8A4051-AEC6-485A-BFCB-15097C7643CB}"/>
              </a:ext>
            </a:extLst>
          </p:cNvPr>
          <p:cNvSpPr>
            <a:spLocks xmlns:a="http://schemas.openxmlformats.org/drawingml/2006/main" noGrp="1"/>
          </p:cNvSpPr>
          <p:nvPr/>
        </p:nvSpPr>
        <p:spPr>
          <a:xfrm xmlns:a="http://schemas.openxmlformats.org/drawingml/2006/main">
            <a:off x="2895600" y="19431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Output multiplier and objectives</a:t>
            </a:r>
          </a:p>
        </p:txBody>
      </p:sp>
      <p:sp>
        <p:nvSpPr>
          <p:cNvPr id="7" name="">
            <a:extLst xmlns:a="http://schemas.openxmlformats.org/drawingml/2006/main">
              <a:ext uri="{FF2B5EF4-FFF2-40B4-BE49-F238E27FC236}">
                <a16:creationId xmlns:a16="http://schemas.microsoft.com/office/drawing/2014/main" id="{3D095C12-0277-4811-8352-F9F49947BCBD}"/>
              </a:ext>
            </a:extLst>
          </p:cNvPr>
          <p:cNvSpPr>
            <a:spLocks xmlns:a="http://schemas.openxmlformats.org/drawingml/2006/main" noGrp="1"/>
          </p:cNvSpPr>
          <p:nvPr/>
        </p:nvSpPr>
        <p:spPr>
          <a:xfrm xmlns:a="http://schemas.openxmlformats.org/drawingml/2006/main">
            <a:off x="990600" y="24193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173654"/>
                </a:solidFill>
                <a:latin typeface="Arial"/>
                <a:ea typeface="Arial"/>
                <a:cs typeface="Arial"/>
              </a:defRPr>
            </a:defPPr>
            <a:lvl1pPr>
              <a:defRPr sz="1650" b="1" i="0">
                <a:solidFill>
                  <a:srgbClr val="173654"/>
                </a:solidFill>
                <a:latin typeface="Arial"/>
                <a:ea typeface="Arial"/>
                <a:cs typeface="Arial"/>
              </a:defRPr>
            </a:lvl1pPr>
            <a:lvl2pPr>
              <a:defRPr sz="1650" b="1" i="0">
                <a:solidFill>
                  <a:srgbClr val="173654"/>
                </a:solidFill>
                <a:latin typeface="Arial"/>
                <a:ea typeface="Arial"/>
                <a:cs typeface="Arial"/>
              </a:defRPr>
            </a:lvl2pPr>
            <a:lvl3pPr>
              <a:defRPr sz="1650" b="1" i="0">
                <a:solidFill>
                  <a:srgbClr val="173654"/>
                </a:solidFill>
                <a:latin typeface="Arial"/>
                <a:ea typeface="Arial"/>
                <a:cs typeface="Arial"/>
              </a:defRPr>
            </a:lvl3pPr>
            <a:lvl4pPr>
              <a:defRPr sz="1650" b="1" i="0">
                <a:solidFill>
                  <a:srgbClr val="173654"/>
                </a:solidFill>
                <a:latin typeface="Arial"/>
                <a:ea typeface="Arial"/>
                <a:cs typeface="Arial"/>
              </a:defRPr>
            </a:lvl4pPr>
            <a:lvl5pPr>
              <a:defRPr sz="1650" b="1" i="0">
                <a:solidFill>
                  <a:srgbClr val="173654"/>
                </a:solidFill>
                <a:latin typeface="Arial"/>
                <a:ea typeface="Arial"/>
                <a:cs typeface="Arial"/>
              </a:defRPr>
            </a:lvl5pPr>
            <a:lvl6pPr>
              <a:defRPr sz="1650" b="1" i="0">
                <a:solidFill>
                  <a:srgbClr val="173654"/>
                </a:solidFill>
                <a:latin typeface="Arial"/>
                <a:ea typeface="Arial"/>
                <a:cs typeface="Arial"/>
              </a:defRPr>
            </a:lvl6pPr>
            <a:lvl7pPr>
              <a:defRPr sz="1650" b="1" i="0">
                <a:solidFill>
                  <a:srgbClr val="173654"/>
                </a:solidFill>
                <a:latin typeface="Arial"/>
                <a:ea typeface="Arial"/>
                <a:cs typeface="Arial"/>
              </a:defRPr>
            </a:lvl7pPr>
            <a:lvl8pPr>
              <a:defRPr sz="1650" b="1" i="0">
                <a:solidFill>
                  <a:srgbClr val="173654"/>
                </a:solidFill>
                <a:latin typeface="Arial"/>
                <a:ea typeface="Arial"/>
                <a:cs typeface="Arial"/>
              </a:defRPr>
            </a:lvl8pPr>
            <a:lvl9pPr>
              <a:defRPr sz="1650" b="1" i="0">
                <a:solidFill>
                  <a:srgbClr val="173654"/>
                </a:solidFill>
                <a:latin typeface="Arial"/>
                <a:ea typeface="Arial"/>
                <a:cs typeface="Arial"/>
              </a:defRPr>
            </a:lvl9pPr>
          </a:lstStyle>
          <a:p xmlns:a="http://schemas.openxmlformats.org/drawingml/2006/main">
            <a:pPr>
              <a:defRPr sz="1650" b="1" i="0">
                <a:solidFill>
                  <a:srgbClr val="173654"/>
                </a:solidFill>
                <a:latin typeface="Arial"/>
                <a:ea typeface="Arial"/>
                <a:cs typeface="Arial"/>
              </a:defRPr>
            </a:pPr>
            <a:r>
              <a:rPr sz="1650" b="1" i="0">
                <a:solidFill>
                  <a:srgbClr val="173654"/>
                </a:solidFill>
                <a:latin typeface="Arial"/>
                <a:ea typeface="Arial"/>
                <a:cs typeface="Arial"/>
              </a:rPr>
              <a:t>9:33</a:t>
            </a:r>
          </a:p>
        </p:txBody>
      </p:sp>
      <p:sp>
        <p:nvSpPr>
          <p:cNvPr id="8" name="">
            <a:extLst xmlns:a="http://schemas.openxmlformats.org/drawingml/2006/main">
              <a:ext uri="{FF2B5EF4-FFF2-40B4-BE49-F238E27FC236}">
                <a16:creationId xmlns:a16="http://schemas.microsoft.com/office/drawing/2014/main" id="{47CD4865-62F7-40A7-8DE2-AD9E708E2134}"/>
              </a:ext>
            </a:extLst>
          </p:cNvPr>
          <p:cNvSpPr>
            <a:spLocks xmlns:a="http://schemas.openxmlformats.org/drawingml/2006/main" noGrp="1"/>
          </p:cNvSpPr>
          <p:nvPr/>
        </p:nvSpPr>
        <p:spPr>
          <a:xfrm xmlns:a="http://schemas.openxmlformats.org/drawingml/2006/main">
            <a:off x="2895600" y="241935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Notebook setup and weekly pull</a:t>
            </a:r>
          </a:p>
        </p:txBody>
      </p:sp>
      <p:sp>
        <p:nvSpPr>
          <p:cNvPr id="9" name="">
            <a:extLst xmlns:a="http://schemas.openxmlformats.org/drawingml/2006/main">
              <a:ext uri="{FF2B5EF4-FFF2-40B4-BE49-F238E27FC236}">
                <a16:creationId xmlns:a16="http://schemas.microsoft.com/office/drawing/2014/main" id="{1B367593-D7B3-49B7-9A53-3EC33D79FED8}"/>
              </a:ext>
            </a:extLst>
          </p:cNvPr>
          <p:cNvSpPr>
            <a:spLocks xmlns:a="http://schemas.openxmlformats.org/drawingml/2006/main" noGrp="1"/>
          </p:cNvSpPr>
          <p:nvPr/>
        </p:nvSpPr>
        <p:spPr>
          <a:xfrm xmlns:a="http://schemas.openxmlformats.org/drawingml/2006/main">
            <a:off x="990600" y="28956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2F6F89"/>
                </a:solidFill>
                <a:latin typeface="Arial"/>
                <a:ea typeface="Arial"/>
                <a:cs typeface="Arial"/>
              </a:defRPr>
            </a:defPPr>
            <a:lvl1pPr>
              <a:defRPr sz="1650" b="1" i="0">
                <a:solidFill>
                  <a:srgbClr val="2F6F89"/>
                </a:solidFill>
                <a:latin typeface="Arial"/>
                <a:ea typeface="Arial"/>
                <a:cs typeface="Arial"/>
              </a:defRPr>
            </a:lvl1pPr>
            <a:lvl2pPr>
              <a:defRPr sz="1650" b="1" i="0">
                <a:solidFill>
                  <a:srgbClr val="2F6F89"/>
                </a:solidFill>
                <a:latin typeface="Arial"/>
                <a:ea typeface="Arial"/>
                <a:cs typeface="Arial"/>
              </a:defRPr>
            </a:lvl2pPr>
            <a:lvl3pPr>
              <a:defRPr sz="1650" b="1" i="0">
                <a:solidFill>
                  <a:srgbClr val="2F6F89"/>
                </a:solidFill>
                <a:latin typeface="Arial"/>
                <a:ea typeface="Arial"/>
                <a:cs typeface="Arial"/>
              </a:defRPr>
            </a:lvl3pPr>
            <a:lvl4pPr>
              <a:defRPr sz="1650" b="1" i="0">
                <a:solidFill>
                  <a:srgbClr val="2F6F89"/>
                </a:solidFill>
                <a:latin typeface="Arial"/>
                <a:ea typeface="Arial"/>
                <a:cs typeface="Arial"/>
              </a:defRPr>
            </a:lvl4pPr>
            <a:lvl5pPr>
              <a:defRPr sz="1650" b="1" i="0">
                <a:solidFill>
                  <a:srgbClr val="2F6F89"/>
                </a:solidFill>
                <a:latin typeface="Arial"/>
                <a:ea typeface="Arial"/>
                <a:cs typeface="Arial"/>
              </a:defRPr>
            </a:lvl5pPr>
            <a:lvl6pPr>
              <a:defRPr sz="1650" b="1" i="0">
                <a:solidFill>
                  <a:srgbClr val="2F6F89"/>
                </a:solidFill>
                <a:latin typeface="Arial"/>
                <a:ea typeface="Arial"/>
                <a:cs typeface="Arial"/>
              </a:defRPr>
            </a:lvl6pPr>
            <a:lvl7pPr>
              <a:defRPr sz="1650" b="1" i="0">
                <a:solidFill>
                  <a:srgbClr val="2F6F89"/>
                </a:solidFill>
                <a:latin typeface="Arial"/>
                <a:ea typeface="Arial"/>
                <a:cs typeface="Arial"/>
              </a:defRPr>
            </a:lvl7pPr>
            <a:lvl8pPr>
              <a:defRPr sz="1650" b="1" i="0">
                <a:solidFill>
                  <a:srgbClr val="2F6F89"/>
                </a:solidFill>
                <a:latin typeface="Arial"/>
                <a:ea typeface="Arial"/>
                <a:cs typeface="Arial"/>
              </a:defRPr>
            </a:lvl8pPr>
            <a:lvl9pPr>
              <a:defRPr sz="1650" b="1" i="0">
                <a:solidFill>
                  <a:srgbClr val="2F6F89"/>
                </a:solidFill>
                <a:latin typeface="Arial"/>
                <a:ea typeface="Arial"/>
                <a:cs typeface="Arial"/>
              </a:defRPr>
            </a:lvl9pPr>
          </a:lstStyle>
          <a:p xmlns:a="http://schemas.openxmlformats.org/drawingml/2006/main">
            <a:pPr>
              <a:defRPr sz="1650" b="1" i="0">
                <a:solidFill>
                  <a:srgbClr val="2F6F89"/>
                </a:solidFill>
                <a:latin typeface="Arial"/>
                <a:ea typeface="Arial"/>
                <a:cs typeface="Arial"/>
              </a:defRPr>
            </a:pPr>
            <a:r>
              <a:rPr sz="1650" b="1" i="0">
                <a:solidFill>
                  <a:srgbClr val="2F6F89"/>
                </a:solidFill>
                <a:latin typeface="Arial"/>
                <a:ea typeface="Arial"/>
                <a:cs typeface="Arial"/>
              </a:rPr>
              <a:t>9:45</a:t>
            </a:r>
          </a:p>
        </p:txBody>
      </p:sp>
      <p:sp>
        <p:nvSpPr>
          <p:cNvPr id="10" name="">
            <a:extLst xmlns:a="http://schemas.openxmlformats.org/drawingml/2006/main">
              <a:ext uri="{FF2B5EF4-FFF2-40B4-BE49-F238E27FC236}">
                <a16:creationId xmlns:a16="http://schemas.microsoft.com/office/drawing/2014/main" id="{A8293079-D135-46DF-8792-AA8671EEF926}"/>
              </a:ext>
            </a:extLst>
          </p:cNvPr>
          <p:cNvSpPr>
            <a:spLocks xmlns:a="http://schemas.openxmlformats.org/drawingml/2006/main" noGrp="1"/>
          </p:cNvSpPr>
          <p:nvPr/>
        </p:nvSpPr>
        <p:spPr>
          <a:xfrm xmlns:a="http://schemas.openxmlformats.org/drawingml/2006/main">
            <a:off x="2895600" y="28956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Module 1: data and decisions</a:t>
            </a:r>
          </a:p>
        </p:txBody>
      </p:sp>
      <p:sp>
        <p:nvSpPr>
          <p:cNvPr id="11" name="">
            <a:extLst xmlns:a="http://schemas.openxmlformats.org/drawingml/2006/main">
              <a:ext uri="{FF2B5EF4-FFF2-40B4-BE49-F238E27FC236}">
                <a16:creationId xmlns:a16="http://schemas.microsoft.com/office/drawing/2014/main" id="{4A895EC2-131B-4D7A-9A60-41E6F765AB0D}"/>
              </a:ext>
            </a:extLst>
          </p:cNvPr>
          <p:cNvSpPr>
            <a:spLocks xmlns:a="http://schemas.openxmlformats.org/drawingml/2006/main" noGrp="1"/>
          </p:cNvSpPr>
          <p:nvPr/>
        </p:nvSpPr>
        <p:spPr>
          <a:xfrm xmlns:a="http://schemas.openxmlformats.org/drawingml/2006/main">
            <a:off x="990600" y="33718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DF6765"/>
                </a:solidFill>
                <a:latin typeface="Arial"/>
                <a:ea typeface="Arial"/>
                <a:cs typeface="Arial"/>
              </a:defRPr>
            </a:defPPr>
            <a:lvl1pPr>
              <a:defRPr sz="1650" b="1" i="0">
                <a:solidFill>
                  <a:srgbClr val="DF6765"/>
                </a:solidFill>
                <a:latin typeface="Arial"/>
                <a:ea typeface="Arial"/>
                <a:cs typeface="Arial"/>
              </a:defRPr>
            </a:lvl1pPr>
            <a:lvl2pPr>
              <a:defRPr sz="1650" b="1" i="0">
                <a:solidFill>
                  <a:srgbClr val="DF6765"/>
                </a:solidFill>
                <a:latin typeface="Arial"/>
                <a:ea typeface="Arial"/>
                <a:cs typeface="Arial"/>
              </a:defRPr>
            </a:lvl2pPr>
            <a:lvl3pPr>
              <a:defRPr sz="1650" b="1" i="0">
                <a:solidFill>
                  <a:srgbClr val="DF6765"/>
                </a:solidFill>
                <a:latin typeface="Arial"/>
                <a:ea typeface="Arial"/>
                <a:cs typeface="Arial"/>
              </a:defRPr>
            </a:lvl3pPr>
            <a:lvl4pPr>
              <a:defRPr sz="1650" b="1" i="0">
                <a:solidFill>
                  <a:srgbClr val="DF6765"/>
                </a:solidFill>
                <a:latin typeface="Arial"/>
                <a:ea typeface="Arial"/>
                <a:cs typeface="Arial"/>
              </a:defRPr>
            </a:lvl4pPr>
            <a:lvl5pPr>
              <a:defRPr sz="1650" b="1" i="0">
                <a:solidFill>
                  <a:srgbClr val="DF6765"/>
                </a:solidFill>
                <a:latin typeface="Arial"/>
                <a:ea typeface="Arial"/>
                <a:cs typeface="Arial"/>
              </a:defRPr>
            </a:lvl5pPr>
            <a:lvl6pPr>
              <a:defRPr sz="1650" b="1" i="0">
                <a:solidFill>
                  <a:srgbClr val="DF6765"/>
                </a:solidFill>
                <a:latin typeface="Arial"/>
                <a:ea typeface="Arial"/>
                <a:cs typeface="Arial"/>
              </a:defRPr>
            </a:lvl6pPr>
            <a:lvl7pPr>
              <a:defRPr sz="1650" b="1" i="0">
                <a:solidFill>
                  <a:srgbClr val="DF6765"/>
                </a:solidFill>
                <a:latin typeface="Arial"/>
                <a:ea typeface="Arial"/>
                <a:cs typeface="Arial"/>
              </a:defRPr>
            </a:lvl7pPr>
            <a:lvl8pPr>
              <a:defRPr sz="1650" b="1" i="0">
                <a:solidFill>
                  <a:srgbClr val="DF6765"/>
                </a:solidFill>
                <a:latin typeface="Arial"/>
                <a:ea typeface="Arial"/>
                <a:cs typeface="Arial"/>
              </a:defRPr>
            </a:lvl8pPr>
            <a:lvl9pPr>
              <a:defRPr sz="1650" b="1" i="0">
                <a:solidFill>
                  <a:srgbClr val="DF6765"/>
                </a:solidFill>
                <a:latin typeface="Arial"/>
                <a:ea typeface="Arial"/>
                <a:cs typeface="Arial"/>
              </a:defRPr>
            </a:lvl9pPr>
          </a:lstStyle>
          <a:p xmlns:a="http://schemas.openxmlformats.org/drawingml/2006/main">
            <a:pPr>
              <a:defRPr sz="1650" b="1" i="0">
                <a:solidFill>
                  <a:srgbClr val="DF6765"/>
                </a:solidFill>
                <a:latin typeface="Arial"/>
                <a:ea typeface="Arial"/>
                <a:cs typeface="Arial"/>
              </a:defRPr>
            </a:pPr>
            <a:r>
              <a:rPr sz="1650" b="1" i="0">
                <a:solidFill>
                  <a:srgbClr val="DF6765"/>
                </a:solidFill>
                <a:latin typeface="Arial"/>
                <a:ea typeface="Arial"/>
                <a:cs typeface="Arial"/>
              </a:rPr>
              <a:t>10:25</a:t>
            </a:r>
          </a:p>
        </p:txBody>
      </p:sp>
      <p:sp>
        <p:nvSpPr>
          <p:cNvPr id="12" name="">
            <a:extLst xmlns:a="http://schemas.openxmlformats.org/drawingml/2006/main">
              <a:ext uri="{FF2B5EF4-FFF2-40B4-BE49-F238E27FC236}">
                <a16:creationId xmlns:a16="http://schemas.microsoft.com/office/drawing/2014/main" id="{B5CC7454-54FD-4094-A386-76F816CAA6A6}"/>
              </a:ext>
            </a:extLst>
          </p:cNvPr>
          <p:cNvSpPr>
            <a:spLocks xmlns:a="http://schemas.openxmlformats.org/drawingml/2006/main" noGrp="1"/>
          </p:cNvSpPr>
          <p:nvPr/>
        </p:nvSpPr>
        <p:spPr>
          <a:xfrm xmlns:a="http://schemas.openxmlformats.org/drawingml/2006/main">
            <a:off x="2895600" y="337185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Break</a:t>
            </a:r>
          </a:p>
        </p:txBody>
      </p:sp>
      <p:sp>
        <p:nvSpPr>
          <p:cNvPr id="13" name="">
            <a:extLst xmlns:a="http://schemas.openxmlformats.org/drawingml/2006/main">
              <a:ext uri="{FF2B5EF4-FFF2-40B4-BE49-F238E27FC236}">
                <a16:creationId xmlns:a16="http://schemas.microsoft.com/office/drawing/2014/main" id="{A6FA97F7-7510-485A-B4FB-565BB3E76251}"/>
              </a:ext>
            </a:extLst>
          </p:cNvPr>
          <p:cNvSpPr>
            <a:spLocks xmlns:a="http://schemas.openxmlformats.org/drawingml/2006/main" noGrp="1"/>
          </p:cNvSpPr>
          <p:nvPr/>
        </p:nvSpPr>
        <p:spPr>
          <a:xfrm xmlns:a="http://schemas.openxmlformats.org/drawingml/2006/main">
            <a:off x="990600" y="38481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3C8994"/>
                </a:solidFill>
                <a:latin typeface="Arial"/>
                <a:ea typeface="Arial"/>
                <a:cs typeface="Arial"/>
              </a:defRPr>
            </a:defPPr>
            <a:lvl1pPr>
              <a:defRPr sz="1650" b="1" i="0">
                <a:solidFill>
                  <a:srgbClr val="3C8994"/>
                </a:solidFill>
                <a:latin typeface="Arial"/>
                <a:ea typeface="Arial"/>
                <a:cs typeface="Arial"/>
              </a:defRPr>
            </a:lvl1pPr>
            <a:lvl2pPr>
              <a:defRPr sz="1650" b="1" i="0">
                <a:solidFill>
                  <a:srgbClr val="3C8994"/>
                </a:solidFill>
                <a:latin typeface="Arial"/>
                <a:ea typeface="Arial"/>
                <a:cs typeface="Arial"/>
              </a:defRPr>
            </a:lvl2pPr>
            <a:lvl3pPr>
              <a:defRPr sz="1650" b="1" i="0">
                <a:solidFill>
                  <a:srgbClr val="3C8994"/>
                </a:solidFill>
                <a:latin typeface="Arial"/>
                <a:ea typeface="Arial"/>
                <a:cs typeface="Arial"/>
              </a:defRPr>
            </a:lvl3pPr>
            <a:lvl4pPr>
              <a:defRPr sz="1650" b="1" i="0">
                <a:solidFill>
                  <a:srgbClr val="3C8994"/>
                </a:solidFill>
                <a:latin typeface="Arial"/>
                <a:ea typeface="Arial"/>
                <a:cs typeface="Arial"/>
              </a:defRPr>
            </a:lvl4pPr>
            <a:lvl5pPr>
              <a:defRPr sz="1650" b="1" i="0">
                <a:solidFill>
                  <a:srgbClr val="3C8994"/>
                </a:solidFill>
                <a:latin typeface="Arial"/>
                <a:ea typeface="Arial"/>
                <a:cs typeface="Arial"/>
              </a:defRPr>
            </a:lvl5pPr>
            <a:lvl6pPr>
              <a:defRPr sz="1650" b="1" i="0">
                <a:solidFill>
                  <a:srgbClr val="3C8994"/>
                </a:solidFill>
                <a:latin typeface="Arial"/>
                <a:ea typeface="Arial"/>
                <a:cs typeface="Arial"/>
              </a:defRPr>
            </a:lvl6pPr>
            <a:lvl7pPr>
              <a:defRPr sz="1650" b="1" i="0">
                <a:solidFill>
                  <a:srgbClr val="3C8994"/>
                </a:solidFill>
                <a:latin typeface="Arial"/>
                <a:ea typeface="Arial"/>
                <a:cs typeface="Arial"/>
              </a:defRPr>
            </a:lvl7pPr>
            <a:lvl8pPr>
              <a:defRPr sz="1650" b="1" i="0">
                <a:solidFill>
                  <a:srgbClr val="3C8994"/>
                </a:solidFill>
                <a:latin typeface="Arial"/>
                <a:ea typeface="Arial"/>
                <a:cs typeface="Arial"/>
              </a:defRPr>
            </a:lvl8pPr>
            <a:lvl9pPr>
              <a:defRPr sz="1650" b="1" i="0">
                <a:solidFill>
                  <a:srgbClr val="3C8994"/>
                </a:solidFill>
                <a:latin typeface="Arial"/>
                <a:ea typeface="Arial"/>
                <a:cs typeface="Arial"/>
              </a:defRPr>
            </a:lvl9pPr>
          </a:lstStyle>
          <a:p xmlns:a="http://schemas.openxmlformats.org/drawingml/2006/main">
            <a:pPr>
              <a:defRPr sz="1650" b="1" i="0">
                <a:solidFill>
                  <a:srgbClr val="3C8994"/>
                </a:solidFill>
                <a:latin typeface="Arial"/>
                <a:ea typeface="Arial"/>
                <a:cs typeface="Arial"/>
              </a:defRPr>
            </a:pPr>
            <a:r>
              <a:rPr sz="1650" b="1" i="0">
                <a:solidFill>
                  <a:srgbClr val="3C8994"/>
                </a:solidFill>
                <a:latin typeface="Arial"/>
                <a:ea typeface="Arial"/>
                <a:cs typeface="Arial"/>
              </a:rPr>
              <a:t>10:35</a:t>
            </a:r>
          </a:p>
        </p:txBody>
      </p:sp>
      <p:sp>
        <p:nvSpPr>
          <p:cNvPr id="14" name="">
            <a:extLst xmlns:a="http://schemas.openxmlformats.org/drawingml/2006/main">
              <a:ext uri="{FF2B5EF4-FFF2-40B4-BE49-F238E27FC236}">
                <a16:creationId xmlns:a16="http://schemas.microsoft.com/office/drawing/2014/main" id="{270F34D9-871B-464D-923D-6CD244B63B61}"/>
              </a:ext>
            </a:extLst>
          </p:cNvPr>
          <p:cNvSpPr>
            <a:spLocks xmlns:a="http://schemas.openxmlformats.org/drawingml/2006/main" noGrp="1"/>
          </p:cNvSpPr>
          <p:nvPr/>
        </p:nvSpPr>
        <p:spPr>
          <a:xfrm xmlns:a="http://schemas.openxmlformats.org/drawingml/2006/main">
            <a:off x="2895600" y="38481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Module 2: collections and loops</a:t>
            </a:r>
          </a:p>
        </p:txBody>
      </p:sp>
      <p:sp>
        <p:nvSpPr>
          <p:cNvPr id="15" name="">
            <a:extLst xmlns:a="http://schemas.openxmlformats.org/drawingml/2006/main">
              <a:ext uri="{FF2B5EF4-FFF2-40B4-BE49-F238E27FC236}">
                <a16:creationId xmlns:a16="http://schemas.microsoft.com/office/drawing/2014/main" id="{4CD54FAD-0327-42A6-BAF7-26381F957B82}"/>
              </a:ext>
            </a:extLst>
          </p:cNvPr>
          <p:cNvSpPr>
            <a:spLocks xmlns:a="http://schemas.openxmlformats.org/drawingml/2006/main" noGrp="1"/>
          </p:cNvSpPr>
          <p:nvPr/>
        </p:nvSpPr>
        <p:spPr>
          <a:xfrm xmlns:a="http://schemas.openxmlformats.org/drawingml/2006/main">
            <a:off x="990600" y="43243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DF6765"/>
                </a:solidFill>
                <a:latin typeface="Arial"/>
                <a:ea typeface="Arial"/>
                <a:cs typeface="Arial"/>
              </a:defRPr>
            </a:defPPr>
            <a:lvl1pPr>
              <a:defRPr sz="1650" b="1" i="0">
                <a:solidFill>
                  <a:srgbClr val="DF6765"/>
                </a:solidFill>
                <a:latin typeface="Arial"/>
                <a:ea typeface="Arial"/>
                <a:cs typeface="Arial"/>
              </a:defRPr>
            </a:lvl1pPr>
            <a:lvl2pPr>
              <a:defRPr sz="1650" b="1" i="0">
                <a:solidFill>
                  <a:srgbClr val="DF6765"/>
                </a:solidFill>
                <a:latin typeface="Arial"/>
                <a:ea typeface="Arial"/>
                <a:cs typeface="Arial"/>
              </a:defRPr>
            </a:lvl2pPr>
            <a:lvl3pPr>
              <a:defRPr sz="1650" b="1" i="0">
                <a:solidFill>
                  <a:srgbClr val="DF6765"/>
                </a:solidFill>
                <a:latin typeface="Arial"/>
                <a:ea typeface="Arial"/>
                <a:cs typeface="Arial"/>
              </a:defRPr>
            </a:lvl3pPr>
            <a:lvl4pPr>
              <a:defRPr sz="1650" b="1" i="0">
                <a:solidFill>
                  <a:srgbClr val="DF6765"/>
                </a:solidFill>
                <a:latin typeface="Arial"/>
                <a:ea typeface="Arial"/>
                <a:cs typeface="Arial"/>
              </a:defRPr>
            </a:lvl4pPr>
            <a:lvl5pPr>
              <a:defRPr sz="1650" b="1" i="0">
                <a:solidFill>
                  <a:srgbClr val="DF6765"/>
                </a:solidFill>
                <a:latin typeface="Arial"/>
                <a:ea typeface="Arial"/>
                <a:cs typeface="Arial"/>
              </a:defRPr>
            </a:lvl5pPr>
            <a:lvl6pPr>
              <a:defRPr sz="1650" b="1" i="0">
                <a:solidFill>
                  <a:srgbClr val="DF6765"/>
                </a:solidFill>
                <a:latin typeface="Arial"/>
                <a:ea typeface="Arial"/>
                <a:cs typeface="Arial"/>
              </a:defRPr>
            </a:lvl6pPr>
            <a:lvl7pPr>
              <a:defRPr sz="1650" b="1" i="0">
                <a:solidFill>
                  <a:srgbClr val="DF6765"/>
                </a:solidFill>
                <a:latin typeface="Arial"/>
                <a:ea typeface="Arial"/>
                <a:cs typeface="Arial"/>
              </a:defRPr>
            </a:lvl7pPr>
            <a:lvl8pPr>
              <a:defRPr sz="1650" b="1" i="0">
                <a:solidFill>
                  <a:srgbClr val="DF6765"/>
                </a:solidFill>
                <a:latin typeface="Arial"/>
                <a:ea typeface="Arial"/>
                <a:cs typeface="Arial"/>
              </a:defRPr>
            </a:lvl8pPr>
            <a:lvl9pPr>
              <a:defRPr sz="1650" b="1" i="0">
                <a:solidFill>
                  <a:srgbClr val="DF6765"/>
                </a:solidFill>
                <a:latin typeface="Arial"/>
                <a:ea typeface="Arial"/>
                <a:cs typeface="Arial"/>
              </a:defRPr>
            </a:lvl9pPr>
          </a:lstStyle>
          <a:p xmlns:a="http://schemas.openxmlformats.org/drawingml/2006/main">
            <a:pPr>
              <a:defRPr sz="1650" b="1" i="0">
                <a:solidFill>
                  <a:srgbClr val="DF6765"/>
                </a:solidFill>
                <a:latin typeface="Arial"/>
                <a:ea typeface="Arial"/>
                <a:cs typeface="Arial"/>
              </a:defRPr>
            </a:pPr>
            <a:r>
              <a:rPr sz="1650" b="1" i="0">
                <a:solidFill>
                  <a:srgbClr val="DF6765"/>
                </a:solidFill>
                <a:latin typeface="Arial"/>
                <a:ea typeface="Arial"/>
                <a:cs typeface="Arial"/>
              </a:rPr>
              <a:t>11:20</a:t>
            </a:r>
          </a:p>
        </p:txBody>
      </p:sp>
      <p:sp>
        <p:nvSpPr>
          <p:cNvPr id="16" name="">
            <a:extLst xmlns:a="http://schemas.openxmlformats.org/drawingml/2006/main">
              <a:ext uri="{FF2B5EF4-FFF2-40B4-BE49-F238E27FC236}">
                <a16:creationId xmlns:a16="http://schemas.microsoft.com/office/drawing/2014/main" id="{0BFF62DD-DC1E-45C5-A097-5D395E659845}"/>
              </a:ext>
            </a:extLst>
          </p:cNvPr>
          <p:cNvSpPr>
            <a:spLocks xmlns:a="http://schemas.openxmlformats.org/drawingml/2006/main" noGrp="1"/>
          </p:cNvSpPr>
          <p:nvPr/>
        </p:nvSpPr>
        <p:spPr>
          <a:xfrm xmlns:a="http://schemas.openxmlformats.org/drawingml/2006/main">
            <a:off x="2895600" y="432435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Break</a:t>
            </a:r>
          </a:p>
        </p:txBody>
      </p:sp>
      <p:sp>
        <p:nvSpPr>
          <p:cNvPr id="17" name="">
            <a:extLst xmlns:a="http://schemas.openxmlformats.org/drawingml/2006/main">
              <a:ext uri="{FF2B5EF4-FFF2-40B4-BE49-F238E27FC236}">
                <a16:creationId xmlns:a16="http://schemas.microsoft.com/office/drawing/2014/main" id="{08CBFC5E-6351-488F-BF1E-19B4B62D68C5}"/>
              </a:ext>
            </a:extLst>
          </p:cNvPr>
          <p:cNvSpPr>
            <a:spLocks xmlns:a="http://schemas.openxmlformats.org/drawingml/2006/main" noGrp="1"/>
          </p:cNvSpPr>
          <p:nvPr/>
        </p:nvSpPr>
        <p:spPr>
          <a:xfrm xmlns:a="http://schemas.openxmlformats.org/drawingml/2006/main">
            <a:off x="990600" y="48006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5F9F4B"/>
                </a:solidFill>
                <a:latin typeface="Arial"/>
                <a:ea typeface="Arial"/>
                <a:cs typeface="Arial"/>
              </a:defRPr>
            </a:defPPr>
            <a:lvl1pPr>
              <a:defRPr sz="1650" b="1" i="0">
                <a:solidFill>
                  <a:srgbClr val="5F9F4B"/>
                </a:solidFill>
                <a:latin typeface="Arial"/>
                <a:ea typeface="Arial"/>
                <a:cs typeface="Arial"/>
              </a:defRPr>
            </a:lvl1pPr>
            <a:lvl2pPr>
              <a:defRPr sz="1650" b="1" i="0">
                <a:solidFill>
                  <a:srgbClr val="5F9F4B"/>
                </a:solidFill>
                <a:latin typeface="Arial"/>
                <a:ea typeface="Arial"/>
                <a:cs typeface="Arial"/>
              </a:defRPr>
            </a:lvl2pPr>
            <a:lvl3pPr>
              <a:defRPr sz="1650" b="1" i="0">
                <a:solidFill>
                  <a:srgbClr val="5F9F4B"/>
                </a:solidFill>
                <a:latin typeface="Arial"/>
                <a:ea typeface="Arial"/>
                <a:cs typeface="Arial"/>
              </a:defRPr>
            </a:lvl3pPr>
            <a:lvl4pPr>
              <a:defRPr sz="1650" b="1" i="0">
                <a:solidFill>
                  <a:srgbClr val="5F9F4B"/>
                </a:solidFill>
                <a:latin typeface="Arial"/>
                <a:ea typeface="Arial"/>
                <a:cs typeface="Arial"/>
              </a:defRPr>
            </a:lvl4pPr>
            <a:lvl5pPr>
              <a:defRPr sz="1650" b="1" i="0">
                <a:solidFill>
                  <a:srgbClr val="5F9F4B"/>
                </a:solidFill>
                <a:latin typeface="Arial"/>
                <a:ea typeface="Arial"/>
                <a:cs typeface="Arial"/>
              </a:defRPr>
            </a:lvl5pPr>
            <a:lvl6pPr>
              <a:defRPr sz="1650" b="1" i="0">
                <a:solidFill>
                  <a:srgbClr val="5F9F4B"/>
                </a:solidFill>
                <a:latin typeface="Arial"/>
                <a:ea typeface="Arial"/>
                <a:cs typeface="Arial"/>
              </a:defRPr>
            </a:lvl6pPr>
            <a:lvl7pPr>
              <a:defRPr sz="1650" b="1" i="0">
                <a:solidFill>
                  <a:srgbClr val="5F9F4B"/>
                </a:solidFill>
                <a:latin typeface="Arial"/>
                <a:ea typeface="Arial"/>
                <a:cs typeface="Arial"/>
              </a:defRPr>
            </a:lvl7pPr>
            <a:lvl8pPr>
              <a:defRPr sz="1650" b="1" i="0">
                <a:solidFill>
                  <a:srgbClr val="5F9F4B"/>
                </a:solidFill>
                <a:latin typeface="Arial"/>
                <a:ea typeface="Arial"/>
                <a:cs typeface="Arial"/>
              </a:defRPr>
            </a:lvl8pPr>
            <a:lvl9pPr>
              <a:defRPr sz="1650" b="1" i="0">
                <a:solidFill>
                  <a:srgbClr val="5F9F4B"/>
                </a:solidFill>
                <a:latin typeface="Arial"/>
                <a:ea typeface="Arial"/>
                <a:cs typeface="Arial"/>
              </a:defRPr>
            </a:lvl9pPr>
          </a:lstStyle>
          <a:p xmlns:a="http://schemas.openxmlformats.org/drawingml/2006/main">
            <a:pPr>
              <a:defRPr sz="1650" b="1" i="0">
                <a:solidFill>
                  <a:srgbClr val="5F9F4B"/>
                </a:solidFill>
                <a:latin typeface="Arial"/>
                <a:ea typeface="Arial"/>
                <a:cs typeface="Arial"/>
              </a:defRPr>
            </a:pPr>
            <a:r>
              <a:rPr sz="1650" b="1" i="0">
                <a:solidFill>
                  <a:srgbClr val="5F9F4B"/>
                </a:solidFill>
                <a:latin typeface="Arial"/>
                <a:ea typeface="Arial"/>
                <a:cs typeface="Arial"/>
              </a:rPr>
              <a:t>11:30</a:t>
            </a:r>
          </a:p>
        </p:txBody>
      </p:sp>
      <p:sp>
        <p:nvSpPr>
          <p:cNvPr id="18" name="">
            <a:extLst xmlns:a="http://schemas.openxmlformats.org/drawingml/2006/main">
              <a:ext uri="{FF2B5EF4-FFF2-40B4-BE49-F238E27FC236}">
                <a16:creationId xmlns:a16="http://schemas.microsoft.com/office/drawing/2014/main" id="{78209E1C-66C2-411D-A038-E5B2A5AA6904}"/>
              </a:ext>
            </a:extLst>
          </p:cNvPr>
          <p:cNvSpPr>
            <a:spLocks xmlns:a="http://schemas.openxmlformats.org/drawingml/2006/main" noGrp="1"/>
          </p:cNvSpPr>
          <p:nvPr/>
        </p:nvSpPr>
        <p:spPr>
          <a:xfrm xmlns:a="http://schemas.openxmlformats.org/drawingml/2006/main">
            <a:off x="2895600" y="48006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Module 3: functions and integrated build</a:t>
            </a:r>
          </a:p>
        </p:txBody>
      </p:sp>
      <p:sp>
        <p:nvSpPr>
          <p:cNvPr id="19" name="">
            <a:extLst xmlns:a="http://schemas.openxmlformats.org/drawingml/2006/main">
              <a:ext uri="{FF2B5EF4-FFF2-40B4-BE49-F238E27FC236}">
                <a16:creationId xmlns:a16="http://schemas.microsoft.com/office/drawing/2014/main" id="{89D3EF0E-530B-4E20-A060-7F4D226DE064}"/>
              </a:ext>
            </a:extLst>
          </p:cNvPr>
          <p:cNvSpPr>
            <a:spLocks xmlns:a="http://schemas.openxmlformats.org/drawingml/2006/main" noGrp="1"/>
          </p:cNvSpPr>
          <p:nvPr/>
        </p:nvSpPr>
        <p:spPr>
          <a:xfrm xmlns:a="http://schemas.openxmlformats.org/drawingml/2006/main">
            <a:off x="990600" y="52768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2F6F89"/>
                </a:solidFill>
                <a:latin typeface="Arial"/>
                <a:ea typeface="Arial"/>
                <a:cs typeface="Arial"/>
              </a:defRPr>
            </a:defPPr>
            <a:lvl1pPr>
              <a:defRPr sz="1650" b="1" i="0">
                <a:solidFill>
                  <a:srgbClr val="2F6F89"/>
                </a:solidFill>
                <a:latin typeface="Arial"/>
                <a:ea typeface="Arial"/>
                <a:cs typeface="Arial"/>
              </a:defRPr>
            </a:lvl1pPr>
            <a:lvl2pPr>
              <a:defRPr sz="1650" b="1" i="0">
                <a:solidFill>
                  <a:srgbClr val="2F6F89"/>
                </a:solidFill>
                <a:latin typeface="Arial"/>
                <a:ea typeface="Arial"/>
                <a:cs typeface="Arial"/>
              </a:defRPr>
            </a:lvl2pPr>
            <a:lvl3pPr>
              <a:defRPr sz="1650" b="1" i="0">
                <a:solidFill>
                  <a:srgbClr val="2F6F89"/>
                </a:solidFill>
                <a:latin typeface="Arial"/>
                <a:ea typeface="Arial"/>
                <a:cs typeface="Arial"/>
              </a:defRPr>
            </a:lvl3pPr>
            <a:lvl4pPr>
              <a:defRPr sz="1650" b="1" i="0">
                <a:solidFill>
                  <a:srgbClr val="2F6F89"/>
                </a:solidFill>
                <a:latin typeface="Arial"/>
                <a:ea typeface="Arial"/>
                <a:cs typeface="Arial"/>
              </a:defRPr>
            </a:lvl4pPr>
            <a:lvl5pPr>
              <a:defRPr sz="1650" b="1" i="0">
                <a:solidFill>
                  <a:srgbClr val="2F6F89"/>
                </a:solidFill>
                <a:latin typeface="Arial"/>
                <a:ea typeface="Arial"/>
                <a:cs typeface="Arial"/>
              </a:defRPr>
            </a:lvl5pPr>
            <a:lvl6pPr>
              <a:defRPr sz="1650" b="1" i="0">
                <a:solidFill>
                  <a:srgbClr val="2F6F89"/>
                </a:solidFill>
                <a:latin typeface="Arial"/>
                <a:ea typeface="Arial"/>
                <a:cs typeface="Arial"/>
              </a:defRPr>
            </a:lvl6pPr>
            <a:lvl7pPr>
              <a:defRPr sz="1650" b="1" i="0">
                <a:solidFill>
                  <a:srgbClr val="2F6F89"/>
                </a:solidFill>
                <a:latin typeface="Arial"/>
                <a:ea typeface="Arial"/>
                <a:cs typeface="Arial"/>
              </a:defRPr>
            </a:lvl7pPr>
            <a:lvl8pPr>
              <a:defRPr sz="1650" b="1" i="0">
                <a:solidFill>
                  <a:srgbClr val="2F6F89"/>
                </a:solidFill>
                <a:latin typeface="Arial"/>
                <a:ea typeface="Arial"/>
                <a:cs typeface="Arial"/>
              </a:defRPr>
            </a:lvl8pPr>
            <a:lvl9pPr>
              <a:defRPr sz="1650" b="1" i="0">
                <a:solidFill>
                  <a:srgbClr val="2F6F89"/>
                </a:solidFill>
                <a:latin typeface="Arial"/>
                <a:ea typeface="Arial"/>
                <a:cs typeface="Arial"/>
              </a:defRPr>
            </a:lvl9pPr>
          </a:lstStyle>
          <a:p xmlns:a="http://schemas.openxmlformats.org/drawingml/2006/main">
            <a:pPr>
              <a:defRPr sz="1650" b="1" i="0">
                <a:solidFill>
                  <a:srgbClr val="2F6F89"/>
                </a:solidFill>
                <a:latin typeface="Arial"/>
                <a:ea typeface="Arial"/>
                <a:cs typeface="Arial"/>
              </a:defRPr>
            </a:pPr>
            <a:r>
              <a:rPr sz="1650" b="1" i="0">
                <a:solidFill>
                  <a:srgbClr val="2F6F89"/>
                </a:solidFill>
                <a:latin typeface="Arial"/>
                <a:ea typeface="Arial"/>
                <a:cs typeface="Arial"/>
              </a:rPr>
              <a:t>12:25</a:t>
            </a:r>
          </a:p>
        </p:txBody>
      </p:sp>
      <p:sp>
        <p:nvSpPr>
          <p:cNvPr id="20" name="">
            <a:extLst xmlns:a="http://schemas.openxmlformats.org/drawingml/2006/main">
              <a:ext uri="{FF2B5EF4-FFF2-40B4-BE49-F238E27FC236}">
                <a16:creationId xmlns:a16="http://schemas.microsoft.com/office/drawing/2014/main" id="{99831A19-9E2D-4934-A412-E83A44C334DB}"/>
              </a:ext>
            </a:extLst>
          </p:cNvPr>
          <p:cNvSpPr>
            <a:spLocks xmlns:a="http://schemas.openxmlformats.org/drawingml/2006/main" noGrp="1"/>
          </p:cNvSpPr>
          <p:nvPr/>
        </p:nvSpPr>
        <p:spPr>
          <a:xfrm xmlns:a="http://schemas.openxmlformats.org/drawingml/2006/main">
            <a:off x="2895600" y="527685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Peer run and code trace</a:t>
            </a:r>
          </a:p>
        </p:txBody>
      </p:sp>
      <p:sp>
        <p:nvSpPr>
          <p:cNvPr id="21" name="">
            <a:extLst xmlns:a="http://schemas.openxmlformats.org/drawingml/2006/main">
              <a:ext uri="{FF2B5EF4-FFF2-40B4-BE49-F238E27FC236}">
                <a16:creationId xmlns:a16="http://schemas.microsoft.com/office/drawing/2014/main" id="{B72C4E1A-F79E-46C7-8CCF-CAC63B2509B4}"/>
              </a:ext>
            </a:extLst>
          </p:cNvPr>
          <p:cNvSpPr>
            <a:spLocks xmlns:a="http://schemas.openxmlformats.org/drawingml/2006/main" noGrp="1"/>
          </p:cNvSpPr>
          <p:nvPr/>
        </p:nvSpPr>
        <p:spPr>
          <a:xfrm xmlns:a="http://schemas.openxmlformats.org/drawingml/2006/main">
            <a:off x="990600" y="57531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5F9F4B"/>
                </a:solidFill>
                <a:latin typeface="Arial"/>
                <a:ea typeface="Arial"/>
                <a:cs typeface="Arial"/>
              </a:defRPr>
            </a:defPPr>
            <a:lvl1pPr>
              <a:defRPr sz="1650" b="1" i="0">
                <a:solidFill>
                  <a:srgbClr val="5F9F4B"/>
                </a:solidFill>
                <a:latin typeface="Arial"/>
                <a:ea typeface="Arial"/>
                <a:cs typeface="Arial"/>
              </a:defRPr>
            </a:lvl1pPr>
            <a:lvl2pPr>
              <a:defRPr sz="1650" b="1" i="0">
                <a:solidFill>
                  <a:srgbClr val="5F9F4B"/>
                </a:solidFill>
                <a:latin typeface="Arial"/>
                <a:ea typeface="Arial"/>
                <a:cs typeface="Arial"/>
              </a:defRPr>
            </a:lvl2pPr>
            <a:lvl3pPr>
              <a:defRPr sz="1650" b="1" i="0">
                <a:solidFill>
                  <a:srgbClr val="5F9F4B"/>
                </a:solidFill>
                <a:latin typeface="Arial"/>
                <a:ea typeface="Arial"/>
                <a:cs typeface="Arial"/>
              </a:defRPr>
            </a:lvl3pPr>
            <a:lvl4pPr>
              <a:defRPr sz="1650" b="1" i="0">
                <a:solidFill>
                  <a:srgbClr val="5F9F4B"/>
                </a:solidFill>
                <a:latin typeface="Arial"/>
                <a:ea typeface="Arial"/>
                <a:cs typeface="Arial"/>
              </a:defRPr>
            </a:lvl4pPr>
            <a:lvl5pPr>
              <a:defRPr sz="1650" b="1" i="0">
                <a:solidFill>
                  <a:srgbClr val="5F9F4B"/>
                </a:solidFill>
                <a:latin typeface="Arial"/>
                <a:ea typeface="Arial"/>
                <a:cs typeface="Arial"/>
              </a:defRPr>
            </a:lvl5pPr>
            <a:lvl6pPr>
              <a:defRPr sz="1650" b="1" i="0">
                <a:solidFill>
                  <a:srgbClr val="5F9F4B"/>
                </a:solidFill>
                <a:latin typeface="Arial"/>
                <a:ea typeface="Arial"/>
                <a:cs typeface="Arial"/>
              </a:defRPr>
            </a:lvl6pPr>
            <a:lvl7pPr>
              <a:defRPr sz="1650" b="1" i="0">
                <a:solidFill>
                  <a:srgbClr val="5F9F4B"/>
                </a:solidFill>
                <a:latin typeface="Arial"/>
                <a:ea typeface="Arial"/>
                <a:cs typeface="Arial"/>
              </a:defRPr>
            </a:lvl7pPr>
            <a:lvl8pPr>
              <a:defRPr sz="1650" b="1" i="0">
                <a:solidFill>
                  <a:srgbClr val="5F9F4B"/>
                </a:solidFill>
                <a:latin typeface="Arial"/>
                <a:ea typeface="Arial"/>
                <a:cs typeface="Arial"/>
              </a:defRPr>
            </a:lvl8pPr>
            <a:lvl9pPr>
              <a:defRPr sz="1650" b="1" i="0">
                <a:solidFill>
                  <a:srgbClr val="5F9F4B"/>
                </a:solidFill>
                <a:latin typeface="Arial"/>
                <a:ea typeface="Arial"/>
                <a:cs typeface="Arial"/>
              </a:defRPr>
            </a:lvl9pPr>
          </a:lstStyle>
          <a:p xmlns:a="http://schemas.openxmlformats.org/drawingml/2006/main">
            <a:pPr>
              <a:defRPr sz="1650" b="1" i="0">
                <a:solidFill>
                  <a:srgbClr val="5F9F4B"/>
                </a:solidFill>
                <a:latin typeface="Arial"/>
                <a:ea typeface="Arial"/>
                <a:cs typeface="Arial"/>
              </a:defRPr>
            </a:pPr>
            <a:r>
              <a:rPr sz="1650" b="1" i="0">
                <a:solidFill>
                  <a:srgbClr val="5F9F4B"/>
                </a:solidFill>
                <a:latin typeface="Arial"/>
                <a:ea typeface="Arial"/>
                <a:cs typeface="Arial"/>
              </a:rPr>
              <a:t>12:45</a:t>
            </a:r>
          </a:p>
        </p:txBody>
      </p:sp>
      <p:sp>
        <p:nvSpPr>
          <p:cNvPr id="22" name="">
            <a:extLst xmlns:a="http://schemas.openxmlformats.org/drawingml/2006/main">
              <a:ext uri="{FF2B5EF4-FFF2-40B4-BE49-F238E27FC236}">
                <a16:creationId xmlns:a16="http://schemas.microsoft.com/office/drawing/2014/main" id="{5FF293F9-9DE3-4DAA-B395-46B6FCFBACA8}"/>
              </a:ext>
            </a:extLst>
          </p:cNvPr>
          <p:cNvSpPr>
            <a:spLocks xmlns:a="http://schemas.openxmlformats.org/drawingml/2006/main" noGrp="1"/>
          </p:cNvSpPr>
          <p:nvPr/>
        </p:nvSpPr>
        <p:spPr>
          <a:xfrm xmlns:a="http://schemas.openxmlformats.org/drawingml/2006/main">
            <a:off x="2895600" y="57531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vl1pPr>
              <a:defRPr sz="1650" b="0" i="0">
                <a:solidFill>
                  <a:srgbClr val="172433"/>
                </a:solidFill>
                <a:latin typeface="Arial"/>
                <a:ea typeface="Arial"/>
                <a:cs typeface="Arial"/>
              </a:defRPr>
            </a:lvl1pPr>
            <a:lvl2pPr>
              <a:defRPr sz="1650" b="0" i="0">
                <a:solidFill>
                  <a:srgbClr val="172433"/>
                </a:solidFill>
                <a:latin typeface="Arial"/>
                <a:ea typeface="Arial"/>
                <a:cs typeface="Arial"/>
              </a:defRPr>
            </a:lvl2pPr>
            <a:lvl3pPr>
              <a:defRPr sz="1650" b="0" i="0">
                <a:solidFill>
                  <a:srgbClr val="172433"/>
                </a:solidFill>
                <a:latin typeface="Arial"/>
                <a:ea typeface="Arial"/>
                <a:cs typeface="Arial"/>
              </a:defRPr>
            </a:lvl3pPr>
            <a:lvl4pPr>
              <a:defRPr sz="1650" b="0" i="0">
                <a:solidFill>
                  <a:srgbClr val="172433"/>
                </a:solidFill>
                <a:latin typeface="Arial"/>
                <a:ea typeface="Arial"/>
                <a:cs typeface="Arial"/>
              </a:defRPr>
            </a:lvl4pPr>
            <a:lvl5pPr>
              <a:defRPr sz="1650" b="0" i="0">
                <a:solidFill>
                  <a:srgbClr val="172433"/>
                </a:solidFill>
                <a:latin typeface="Arial"/>
                <a:ea typeface="Arial"/>
                <a:cs typeface="Arial"/>
              </a:defRPr>
            </a:lvl5pPr>
            <a:lvl6pPr>
              <a:defRPr sz="1650" b="0" i="0">
                <a:solidFill>
                  <a:srgbClr val="172433"/>
                </a:solidFill>
                <a:latin typeface="Arial"/>
                <a:ea typeface="Arial"/>
                <a:cs typeface="Arial"/>
              </a:defRPr>
            </a:lvl6pPr>
            <a:lvl7pPr>
              <a:defRPr sz="1650" b="0" i="0">
                <a:solidFill>
                  <a:srgbClr val="172433"/>
                </a:solidFill>
                <a:latin typeface="Arial"/>
                <a:ea typeface="Arial"/>
                <a:cs typeface="Arial"/>
              </a:defRPr>
            </a:lvl7pPr>
            <a:lvl8pPr>
              <a:defRPr sz="1650" b="0" i="0">
                <a:solidFill>
                  <a:srgbClr val="172433"/>
                </a:solidFill>
                <a:latin typeface="Arial"/>
                <a:ea typeface="Arial"/>
                <a:cs typeface="Arial"/>
              </a:defRPr>
            </a:lvl8pPr>
            <a:lvl9pPr>
              <a:defRPr sz="1650" b="0" i="0">
                <a:solidFill>
                  <a:srgbClr val="172433"/>
                </a:solidFill>
                <a:latin typeface="Arial"/>
                <a:ea typeface="Arial"/>
                <a:cs typeface="Arial"/>
              </a:defRPr>
            </a:lvl9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Exit ticket and reflection</a:t>
            </a:r>
          </a:p>
        </p:txBody>
      </p:sp>
      <p:sp>
        <p:nvSpPr>
          <p:cNvPr id="23" name="">
            <a:extLst xmlns:a="http://schemas.openxmlformats.org/drawingml/2006/main">
              <a:ext uri="{FF2B5EF4-FFF2-40B4-BE49-F238E27FC236}">
                <a16:creationId xmlns:a16="http://schemas.microsoft.com/office/drawing/2014/main" id="{1CB7F89E-6376-4C1A-BF23-B129FD2AD34B}"/>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Week 3 | Programming Foundations</a:t>
            </a:r>
          </a:p>
        </p:txBody>
      </p:sp>
    </p:spTree>
    <p:extLst>
      <p:ext uri="{BB962C8B-B14F-4D97-AF65-F5344CB8AC3E}">
        <p14:creationId xmlns:p14="http://schemas.microsoft.com/office/powerpoint/2010/main" val="1992014677"/>
      </p:ext>
    </p:extLst>
  </p:cSld>
</p:sld>
</file>

<file path=ppt/slides/slide6.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253D18-2F72-4DC5-BA9C-53FF4B6B025B}"/>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By 1:00 PM</a:t>
            </a:r>
          </a:p>
        </p:txBody>
      </p:sp>
      <p:sp>
        <p:nvSpPr>
          <p:cNvPr id="2" name="">
            <a:extLst xmlns:a="http://schemas.openxmlformats.org/drawingml/2006/main">
              <a:ext uri="{FF2B5EF4-FFF2-40B4-BE49-F238E27FC236}">
                <a16:creationId xmlns:a16="http://schemas.microsoft.com/office/drawing/2014/main" id="{01122B63-27D7-4B3E-9251-BE06E09F53ED}"/>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You should be able to explain the code you build</a:t>
            </a:r>
          </a:p>
        </p:txBody>
      </p:sp>
      <p:sp>
        <p:nvSpPr>
          <p:cNvPr id="3" name="">
            <a:extLst xmlns:a="http://schemas.openxmlformats.org/drawingml/2006/main">
              <a:ext uri="{FF2B5EF4-FFF2-40B4-BE49-F238E27FC236}">
                <a16:creationId xmlns:a16="http://schemas.microsoft.com/office/drawing/2014/main" id="{06468416-1089-402D-BF97-8C8A9FED24C5}"/>
              </a:ext>
            </a:extLst>
          </p:cNvPr>
          <p:cNvSpPr>
            <a:spLocks xmlns:a="http://schemas.openxmlformats.org/drawingml/2006/main" noGrp="1"/>
          </p:cNvSpPr>
          <p:nvPr/>
        </p:nvSpPr>
        <p:spPr>
          <a:xfrm xmlns:a="http://schemas.openxmlformats.org/drawingml/2006/main">
            <a:off x="1104900" y="1600200"/>
            <a:ext cx="99060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a:solidFill>
                  <a:srgbClr val="172433"/>
                </a:solidFill>
                <a:latin typeface="Arial"/>
                <a:ea typeface="Arial"/>
                <a:cs typeface="Arial"/>
              </a:defRPr>
            </a:defPPr>
            <a:lvl1pPr>
              <a:defRPr sz="2100">
                <a:solidFill>
                  <a:srgbClr val="172433"/>
                </a:solidFill>
                <a:latin typeface="Arial"/>
                <a:ea typeface="Arial"/>
                <a:cs typeface="Arial"/>
              </a:defRPr>
            </a:lvl1pPr>
            <a:lvl2pPr>
              <a:defRPr sz="2100">
                <a:solidFill>
                  <a:srgbClr val="172433"/>
                </a:solidFill>
                <a:latin typeface="Arial"/>
                <a:ea typeface="Arial"/>
                <a:cs typeface="Arial"/>
              </a:defRPr>
            </a:lvl2pPr>
            <a:lvl3pPr>
              <a:defRPr sz="2100">
                <a:solidFill>
                  <a:srgbClr val="172433"/>
                </a:solidFill>
                <a:latin typeface="Arial"/>
                <a:ea typeface="Arial"/>
                <a:cs typeface="Arial"/>
              </a:defRPr>
            </a:lvl3pPr>
            <a:lvl4pPr>
              <a:defRPr sz="2100">
                <a:solidFill>
                  <a:srgbClr val="172433"/>
                </a:solidFill>
                <a:latin typeface="Arial"/>
                <a:ea typeface="Arial"/>
                <a:cs typeface="Arial"/>
              </a:defRPr>
            </a:lvl4pPr>
            <a:lvl5pPr>
              <a:defRPr sz="2100">
                <a:solidFill>
                  <a:srgbClr val="172433"/>
                </a:solidFill>
                <a:latin typeface="Arial"/>
                <a:ea typeface="Arial"/>
                <a:cs typeface="Arial"/>
              </a:defRPr>
            </a:lvl5pPr>
            <a:lvl6pPr>
              <a:defRPr sz="2100">
                <a:solidFill>
                  <a:srgbClr val="172433"/>
                </a:solidFill>
                <a:latin typeface="Arial"/>
                <a:ea typeface="Arial"/>
                <a:cs typeface="Arial"/>
              </a:defRPr>
            </a:lvl6pPr>
            <a:lvl7pPr>
              <a:defRPr sz="2100">
                <a:solidFill>
                  <a:srgbClr val="172433"/>
                </a:solidFill>
                <a:latin typeface="Arial"/>
                <a:ea typeface="Arial"/>
                <a:cs typeface="Arial"/>
              </a:defRPr>
            </a:lvl7pPr>
            <a:lvl8pPr>
              <a:defRPr sz="2100">
                <a:solidFill>
                  <a:srgbClr val="172433"/>
                </a:solidFill>
                <a:latin typeface="Arial"/>
                <a:ea typeface="Arial"/>
                <a:cs typeface="Arial"/>
              </a:defRPr>
            </a:lvl8pPr>
            <a:lvl9pPr>
              <a:defRPr sz="2100">
                <a:solidFill>
                  <a:srgbClr val="172433"/>
                </a:solidFill>
                <a:latin typeface="Arial"/>
                <a:ea typeface="Arial"/>
                <a:cs typeface="Arial"/>
              </a:defRPr>
            </a:lvl9pPr>
          </a:lstStyle>
          <a:p xmlns:a="http://schemas.openxmlformats.org/drawingml/2006/main">
            <a:pPr marL="254000" indent="-127000">
              <a:spcAft>
                <a:spcPts val="1300"/>
              </a:spcAft>
              <a:buChar char="•"/>
              <a:defRPr sz="2100">
                <a:solidFill>
                  <a:srgbClr val="172433"/>
                </a:solidFill>
                <a:latin typeface="Arial"/>
                <a:ea typeface="Arial"/>
                <a:cs typeface="Arial"/>
              </a:defRPr>
            </a:pPr>
            <a:r>
              <a:rPr sz="2100">
                <a:solidFill>
                  <a:srgbClr val="172433"/>
                </a:solidFill>
                <a:latin typeface="Arial"/>
                <a:ea typeface="Arial"/>
                <a:cs typeface="Arial"/>
              </a:rPr>
              <a:t>Trace data from input to output</a:t>
            </a:r>
          </a:p>
          <a:p xmlns:a="http://schemas.openxmlformats.org/drawingml/2006/main">
            <a:pPr marL="254000" indent="-127000">
              <a:spcAft>
                <a:spcPts val="1300"/>
              </a:spcAft>
              <a:buChar char="•"/>
              <a:defRPr sz="2100">
                <a:solidFill>
                  <a:srgbClr val="172433"/>
                </a:solidFill>
                <a:latin typeface="Arial"/>
                <a:ea typeface="Arial"/>
                <a:cs typeface="Arial"/>
              </a:defRPr>
            </a:pPr>
            <a:r>
              <a:rPr sz="2100">
                <a:solidFill>
                  <a:srgbClr val="172433"/>
                </a:solidFill>
                <a:latin typeface="Arial"/>
                <a:ea typeface="Arial"/>
                <a:cs typeface="Arial"/>
              </a:rPr>
              <a:t>Use variables and decisions deliberately</a:t>
            </a:r>
          </a:p>
          <a:p xmlns:a="http://schemas.openxmlformats.org/drawingml/2006/main">
            <a:pPr marL="254000" indent="-127000">
              <a:spcAft>
                <a:spcPts val="1300"/>
              </a:spcAft>
              <a:buChar char="•"/>
              <a:defRPr sz="2100">
                <a:solidFill>
                  <a:srgbClr val="172433"/>
                </a:solidFill>
                <a:latin typeface="Arial"/>
                <a:ea typeface="Arial"/>
                <a:cs typeface="Arial"/>
              </a:defRPr>
            </a:pPr>
            <a:r>
              <a:rPr sz="2100">
                <a:solidFill>
                  <a:srgbClr val="172433"/>
                </a:solidFill>
                <a:latin typeface="Arial"/>
                <a:ea typeface="Arial"/>
                <a:cs typeface="Arial"/>
              </a:rPr>
              <a:t>Process a list with a loop</a:t>
            </a:r>
          </a:p>
          <a:p xmlns:a="http://schemas.openxmlformats.org/drawingml/2006/main">
            <a:pPr marL="254000" indent="-127000">
              <a:spcAft>
                <a:spcPts val="1300"/>
              </a:spcAft>
              <a:buChar char="•"/>
              <a:defRPr sz="2100">
                <a:solidFill>
                  <a:srgbClr val="172433"/>
                </a:solidFill>
                <a:latin typeface="Arial"/>
                <a:ea typeface="Arial"/>
                <a:cs typeface="Arial"/>
              </a:defRPr>
            </a:pPr>
            <a:r>
              <a:rPr sz="2100">
                <a:solidFill>
                  <a:srgbClr val="172433"/>
                </a:solidFill>
                <a:latin typeface="Arial"/>
                <a:ea typeface="Arial"/>
                <a:cs typeface="Arial"/>
              </a:rPr>
              <a:t>Choose between for and while</a:t>
            </a:r>
          </a:p>
          <a:p xmlns:a="http://schemas.openxmlformats.org/drawingml/2006/main">
            <a:pPr marL="254000" indent="-127000">
              <a:spcAft>
                <a:spcPts val="1300"/>
              </a:spcAft>
              <a:buChar char="•"/>
              <a:defRPr sz="2100">
                <a:solidFill>
                  <a:srgbClr val="172433"/>
                </a:solidFill>
                <a:latin typeface="Arial"/>
                <a:ea typeface="Arial"/>
                <a:cs typeface="Arial"/>
              </a:defRPr>
            </a:pPr>
            <a:r>
              <a:rPr sz="2100">
                <a:solidFill>
                  <a:srgbClr val="172433"/>
                </a:solidFill>
                <a:latin typeface="Arial"/>
                <a:ea typeface="Arial"/>
                <a:cs typeface="Arial"/>
              </a:rPr>
              <a:t>Write a function with a parameter and return value</a:t>
            </a:r>
          </a:p>
          <a:p xmlns:a="http://schemas.openxmlformats.org/drawingml/2006/main">
            <a:pPr marL="254000" indent="-127000">
              <a:spcAft>
                <a:spcPts val="1300"/>
              </a:spcAft>
              <a:buChar char="•"/>
              <a:defRPr sz="2100">
                <a:solidFill>
                  <a:srgbClr val="172433"/>
                </a:solidFill>
                <a:latin typeface="Arial"/>
                <a:ea typeface="Arial"/>
                <a:cs typeface="Arial"/>
              </a:defRPr>
            </a:pPr>
            <a:r>
              <a:rPr sz="2100">
                <a:solidFill>
                  <a:srgbClr val="172433"/>
                </a:solidFill>
                <a:latin typeface="Arial"/>
                <a:ea typeface="Arial"/>
                <a:cs typeface="Arial"/>
              </a:rPr>
              <a:t>Break a program into smaller jobs</a:t>
            </a:r>
          </a:p>
        </p:txBody>
      </p:sp>
      <p:sp>
        <p:nvSpPr>
          <p:cNvPr id="4" name="">
            <a:extLst xmlns:a="http://schemas.openxmlformats.org/drawingml/2006/main">
              <a:ext uri="{FF2B5EF4-FFF2-40B4-BE49-F238E27FC236}">
                <a16:creationId xmlns:a16="http://schemas.microsoft.com/office/drawing/2014/main" id="{FE6309F3-BF61-4D31-AC0C-5E82C0B8FDB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9:28-9:33 | Objectives</a:t>
            </a:r>
          </a:p>
        </p:txBody>
      </p:sp>
    </p:spTree>
    <p:extLst>
      <p:ext uri="{BB962C8B-B14F-4D97-AF65-F5344CB8AC3E}">
        <p14:creationId xmlns:p14="http://schemas.microsoft.com/office/powerpoint/2010/main" val="774182370"/>
      </p:ext>
    </p:extLst>
  </p:cSld>
</p:sld>
</file>

<file path=ppt/slides/slide7.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50E41E-E865-456F-A79C-532640C4C9B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Notebooks for practice</a:t>
            </a:r>
          </a:p>
        </p:txBody>
      </p:sp>
      <p:sp>
        <p:nvSpPr>
          <p:cNvPr id="2" name="">
            <a:extLst xmlns:a="http://schemas.openxmlformats.org/drawingml/2006/main">
              <a:ext uri="{FF2B5EF4-FFF2-40B4-BE49-F238E27FC236}">
                <a16:creationId xmlns:a16="http://schemas.microsoft.com/office/drawing/2014/main" id="{2979FE42-B1F1-4D31-84DC-DDADC4750053}"/>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A notebook keeps instructions, code, and output together</a:t>
            </a:r>
          </a:p>
        </p:txBody>
      </p:sp>
      <p:sp>
        <p:nvSpPr>
          <p:cNvPr id="3" name="">
            <a:extLst xmlns:a="http://schemas.openxmlformats.org/drawingml/2006/main">
              <a:ext uri="{FF2B5EF4-FFF2-40B4-BE49-F238E27FC236}">
                <a16:creationId xmlns:a16="http://schemas.microsoft.com/office/drawing/2014/main" id="{A93E8492-23AC-471F-A2CF-CC6B93E8C09C}"/>
              </a:ext>
            </a:extLst>
          </p:cNvPr>
          <p:cNvSpPr>
            <a:spLocks xmlns:a="http://schemas.openxmlformats.org/drawingml/2006/main" noGrp="1"/>
          </p:cNvSpPr>
          <p:nvPr/>
        </p:nvSpPr>
        <p:spPr>
          <a:xfrm xmlns:a="http://schemas.openxmlformats.org/drawingml/2006/main">
            <a:off x="952500" y="1809750"/>
            <a:ext cx="419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3C8994"/>
                </a:solidFill>
                <a:latin typeface="Arial"/>
                <a:ea typeface="Arial"/>
                <a:cs typeface="Arial"/>
              </a:defRPr>
            </a:defPPr>
            <a:lvl1pPr>
              <a:defRPr sz="2100" b="1" i="0">
                <a:solidFill>
                  <a:srgbClr val="3C8994"/>
                </a:solidFill>
                <a:latin typeface="Arial"/>
                <a:ea typeface="Arial"/>
                <a:cs typeface="Arial"/>
              </a:defRPr>
            </a:lvl1pPr>
            <a:lvl2pPr>
              <a:defRPr sz="2100" b="1" i="0">
                <a:solidFill>
                  <a:srgbClr val="3C8994"/>
                </a:solidFill>
                <a:latin typeface="Arial"/>
                <a:ea typeface="Arial"/>
                <a:cs typeface="Arial"/>
              </a:defRPr>
            </a:lvl2pPr>
            <a:lvl3pPr>
              <a:defRPr sz="2100" b="1" i="0">
                <a:solidFill>
                  <a:srgbClr val="3C8994"/>
                </a:solidFill>
                <a:latin typeface="Arial"/>
                <a:ea typeface="Arial"/>
                <a:cs typeface="Arial"/>
              </a:defRPr>
            </a:lvl3pPr>
            <a:lvl4pPr>
              <a:defRPr sz="2100" b="1" i="0">
                <a:solidFill>
                  <a:srgbClr val="3C8994"/>
                </a:solidFill>
                <a:latin typeface="Arial"/>
                <a:ea typeface="Arial"/>
                <a:cs typeface="Arial"/>
              </a:defRPr>
            </a:lvl4pPr>
            <a:lvl5pPr>
              <a:defRPr sz="2100" b="1" i="0">
                <a:solidFill>
                  <a:srgbClr val="3C8994"/>
                </a:solidFill>
                <a:latin typeface="Arial"/>
                <a:ea typeface="Arial"/>
                <a:cs typeface="Arial"/>
              </a:defRPr>
            </a:lvl5pPr>
            <a:lvl6pPr>
              <a:defRPr sz="2100" b="1" i="0">
                <a:solidFill>
                  <a:srgbClr val="3C8994"/>
                </a:solidFill>
                <a:latin typeface="Arial"/>
                <a:ea typeface="Arial"/>
                <a:cs typeface="Arial"/>
              </a:defRPr>
            </a:lvl6pPr>
            <a:lvl7pPr>
              <a:defRPr sz="2100" b="1" i="0">
                <a:solidFill>
                  <a:srgbClr val="3C8994"/>
                </a:solidFill>
                <a:latin typeface="Arial"/>
                <a:ea typeface="Arial"/>
                <a:cs typeface="Arial"/>
              </a:defRPr>
            </a:lvl7pPr>
            <a:lvl8pPr>
              <a:defRPr sz="2100" b="1" i="0">
                <a:solidFill>
                  <a:srgbClr val="3C8994"/>
                </a:solidFill>
                <a:latin typeface="Arial"/>
                <a:ea typeface="Arial"/>
                <a:cs typeface="Arial"/>
              </a:defRPr>
            </a:lvl8pPr>
            <a:lvl9pPr>
              <a:defRPr sz="2100" b="1" i="0">
                <a:solidFill>
                  <a:srgbClr val="3C8994"/>
                </a:solidFill>
                <a:latin typeface="Arial"/>
                <a:ea typeface="Arial"/>
                <a:cs typeface="Arial"/>
              </a:defRPr>
            </a:lvl9pPr>
          </a:lstStyle>
          <a:p xmlns:a="http://schemas.openxmlformats.org/drawingml/2006/main">
            <a:pPr>
              <a:defRPr sz="2100" b="1" i="0">
                <a:solidFill>
                  <a:srgbClr val="3C8994"/>
                </a:solidFill>
                <a:latin typeface="Arial"/>
                <a:ea typeface="Arial"/>
                <a:cs typeface="Arial"/>
              </a:defRPr>
            </a:pPr>
            <a:r>
              <a:rPr sz="2100" b="1" i="0">
                <a:solidFill>
                  <a:srgbClr val="3C8994"/>
                </a:solidFill>
                <a:latin typeface="Arial"/>
                <a:ea typeface="Arial"/>
                <a:cs typeface="Arial"/>
              </a:rPr>
              <a:t>.ipynb NOTEBOOK</a:t>
            </a:r>
          </a:p>
        </p:txBody>
      </p:sp>
      <p:sp>
        <p:nvSpPr>
          <p:cNvPr id="4" name="">
            <a:extLst xmlns:a="http://schemas.openxmlformats.org/drawingml/2006/main">
              <a:ext uri="{FF2B5EF4-FFF2-40B4-BE49-F238E27FC236}">
                <a16:creationId xmlns:a16="http://schemas.microsoft.com/office/drawing/2014/main" id="{D0DAB24C-7662-4495-AA9B-8B771A05636C}"/>
              </a:ext>
            </a:extLst>
          </p:cNvPr>
          <p:cNvSpPr>
            <a:spLocks xmlns:a="http://schemas.openxmlformats.org/drawingml/2006/main" noGrp="1"/>
          </p:cNvSpPr>
          <p:nvPr/>
        </p:nvSpPr>
        <p:spPr>
          <a:xfrm xmlns:a="http://schemas.openxmlformats.org/drawingml/2006/main">
            <a:off x="952500" y="24765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Run one small cell</a:t>
            </a:r>
          </a:p>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See the result immediately</a:t>
            </a:r>
          </a:p>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Explain your thinking in Markdown</a:t>
            </a:r>
          </a:p>
        </p:txBody>
      </p:sp>
      <p:sp>
        <p:nvSpPr>
          <p:cNvPr id="5" name="">
            <a:extLst xmlns:a="http://schemas.openxmlformats.org/drawingml/2006/main">
              <a:ext uri="{FF2B5EF4-FFF2-40B4-BE49-F238E27FC236}">
                <a16:creationId xmlns:a16="http://schemas.microsoft.com/office/drawing/2014/main" id="{F2DB481B-BF7C-47BC-A2F6-92A8FB97DE87}"/>
              </a:ext>
            </a:extLst>
          </p:cNvPr>
          <p:cNvSpPr>
            <a:spLocks xmlns:a="http://schemas.openxmlformats.org/drawingml/2006/main" noGrp="1"/>
          </p:cNvSpPr>
          <p:nvPr/>
        </p:nvSpPr>
        <p:spPr>
          <a:xfrm xmlns:a="http://schemas.openxmlformats.org/drawingml/2006/main">
            <a:off x="7048500" y="1809750"/>
            <a:ext cx="419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DF6765"/>
                </a:solidFill>
                <a:latin typeface="Arial"/>
                <a:ea typeface="Arial"/>
                <a:cs typeface="Arial"/>
              </a:defRPr>
            </a:defPPr>
            <a:lvl1pPr>
              <a:defRPr sz="2100" b="1" i="0">
                <a:solidFill>
                  <a:srgbClr val="DF6765"/>
                </a:solidFill>
                <a:latin typeface="Arial"/>
                <a:ea typeface="Arial"/>
                <a:cs typeface="Arial"/>
              </a:defRPr>
            </a:lvl1pPr>
            <a:lvl2pPr>
              <a:defRPr sz="2100" b="1" i="0">
                <a:solidFill>
                  <a:srgbClr val="DF6765"/>
                </a:solidFill>
                <a:latin typeface="Arial"/>
                <a:ea typeface="Arial"/>
                <a:cs typeface="Arial"/>
              </a:defRPr>
            </a:lvl2pPr>
            <a:lvl3pPr>
              <a:defRPr sz="2100" b="1" i="0">
                <a:solidFill>
                  <a:srgbClr val="DF6765"/>
                </a:solidFill>
                <a:latin typeface="Arial"/>
                <a:ea typeface="Arial"/>
                <a:cs typeface="Arial"/>
              </a:defRPr>
            </a:lvl3pPr>
            <a:lvl4pPr>
              <a:defRPr sz="2100" b="1" i="0">
                <a:solidFill>
                  <a:srgbClr val="DF6765"/>
                </a:solidFill>
                <a:latin typeface="Arial"/>
                <a:ea typeface="Arial"/>
                <a:cs typeface="Arial"/>
              </a:defRPr>
            </a:lvl4pPr>
            <a:lvl5pPr>
              <a:defRPr sz="2100" b="1" i="0">
                <a:solidFill>
                  <a:srgbClr val="DF6765"/>
                </a:solidFill>
                <a:latin typeface="Arial"/>
                <a:ea typeface="Arial"/>
                <a:cs typeface="Arial"/>
              </a:defRPr>
            </a:lvl5pPr>
            <a:lvl6pPr>
              <a:defRPr sz="2100" b="1" i="0">
                <a:solidFill>
                  <a:srgbClr val="DF6765"/>
                </a:solidFill>
                <a:latin typeface="Arial"/>
                <a:ea typeface="Arial"/>
                <a:cs typeface="Arial"/>
              </a:defRPr>
            </a:lvl6pPr>
            <a:lvl7pPr>
              <a:defRPr sz="2100" b="1" i="0">
                <a:solidFill>
                  <a:srgbClr val="DF6765"/>
                </a:solidFill>
                <a:latin typeface="Arial"/>
                <a:ea typeface="Arial"/>
                <a:cs typeface="Arial"/>
              </a:defRPr>
            </a:lvl7pPr>
            <a:lvl8pPr>
              <a:defRPr sz="2100" b="1" i="0">
                <a:solidFill>
                  <a:srgbClr val="DF6765"/>
                </a:solidFill>
                <a:latin typeface="Arial"/>
                <a:ea typeface="Arial"/>
                <a:cs typeface="Arial"/>
              </a:defRPr>
            </a:lvl8pPr>
            <a:lvl9pPr>
              <a:defRPr sz="2100" b="1" i="0">
                <a:solidFill>
                  <a:srgbClr val="DF6765"/>
                </a:solidFill>
                <a:latin typeface="Arial"/>
                <a:ea typeface="Arial"/>
                <a:cs typeface="Arial"/>
              </a:defRPr>
            </a:lvl9pPr>
          </a:lstStyle>
          <a:p xmlns:a="http://schemas.openxmlformats.org/drawingml/2006/main">
            <a:pPr>
              <a:defRPr sz="2100" b="1" i="0">
                <a:solidFill>
                  <a:srgbClr val="DF6765"/>
                </a:solidFill>
                <a:latin typeface="Arial"/>
                <a:ea typeface="Arial"/>
                <a:cs typeface="Arial"/>
              </a:defRPr>
            </a:pPr>
            <a:r>
              <a:rPr sz="2100" b="1" i="0">
                <a:solidFill>
                  <a:srgbClr val="DF6765"/>
                </a:solidFill>
                <a:latin typeface="Arial"/>
                <a:ea typeface="Arial"/>
                <a:cs typeface="Arial"/>
              </a:rPr>
              <a:t>.py APPLICATION</a:t>
            </a:r>
          </a:p>
        </p:txBody>
      </p:sp>
      <p:sp>
        <p:nvSpPr>
          <p:cNvPr id="6" name="">
            <a:extLst xmlns:a="http://schemas.openxmlformats.org/drawingml/2006/main">
              <a:ext uri="{FF2B5EF4-FFF2-40B4-BE49-F238E27FC236}">
                <a16:creationId xmlns:a16="http://schemas.microsoft.com/office/drawing/2014/main" id="{B8C8A285-C412-4A3E-BEF6-79D02ED3E12A}"/>
              </a:ext>
            </a:extLst>
          </p:cNvPr>
          <p:cNvSpPr>
            <a:spLocks xmlns:a="http://schemas.openxmlformats.org/drawingml/2006/main" noGrp="1"/>
          </p:cNvSpPr>
          <p:nvPr/>
        </p:nvSpPr>
        <p:spPr>
          <a:xfrm xmlns:a="http://schemas.openxmlformats.org/drawingml/2006/main">
            <a:off x="7048500" y="24765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Combine the finished parts</a:t>
            </a:r>
          </a:p>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Run the entire program</a:t>
            </a:r>
          </a:p>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Launch it with start.bat</a:t>
            </a:r>
          </a:p>
        </p:txBody>
      </p:sp>
      <p:sp>
        <p:nvSpPr>
          <p:cNvPr id="7" name="">
            <a:extLst xmlns:a="http://schemas.openxmlformats.org/drawingml/2006/main">
              <a:ext uri="{FF2B5EF4-FFF2-40B4-BE49-F238E27FC236}">
                <a16:creationId xmlns:a16="http://schemas.microsoft.com/office/drawing/2014/main" id="{B3AD58FB-FA3B-4504-B398-FB1D57214A19}"/>
              </a:ext>
            </a:extLst>
          </p:cNvPr>
          <p:cNvSpPr>
            <a:spLocks xmlns:a="http://schemas.openxmlformats.org/drawingml/2006/main" noGrp="1"/>
          </p:cNvSpPr>
          <p:nvPr/>
        </p:nvSpPr>
        <p:spPr>
          <a:xfrm xmlns:a="http://schemas.openxmlformats.org/drawingml/2006/main">
            <a:off x="1428750" y="52197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173654"/>
                </a:solidFill>
                <a:latin typeface="Arial"/>
                <a:ea typeface="Arial"/>
                <a:cs typeface="Arial"/>
              </a:defRPr>
            </a:defPPr>
            <a:lvl1pPr>
              <a:defRPr sz="2250" b="1" i="0">
                <a:solidFill>
                  <a:srgbClr val="173654"/>
                </a:solidFill>
                <a:latin typeface="Arial"/>
                <a:ea typeface="Arial"/>
                <a:cs typeface="Arial"/>
              </a:defRPr>
            </a:lvl1pPr>
            <a:lvl2pPr>
              <a:defRPr sz="2250" b="1" i="0">
                <a:solidFill>
                  <a:srgbClr val="173654"/>
                </a:solidFill>
                <a:latin typeface="Arial"/>
                <a:ea typeface="Arial"/>
                <a:cs typeface="Arial"/>
              </a:defRPr>
            </a:lvl2pPr>
            <a:lvl3pPr>
              <a:defRPr sz="2250" b="1" i="0">
                <a:solidFill>
                  <a:srgbClr val="173654"/>
                </a:solidFill>
                <a:latin typeface="Arial"/>
                <a:ea typeface="Arial"/>
                <a:cs typeface="Arial"/>
              </a:defRPr>
            </a:lvl3pPr>
            <a:lvl4pPr>
              <a:defRPr sz="2250" b="1" i="0">
                <a:solidFill>
                  <a:srgbClr val="173654"/>
                </a:solidFill>
                <a:latin typeface="Arial"/>
                <a:ea typeface="Arial"/>
                <a:cs typeface="Arial"/>
              </a:defRPr>
            </a:lvl4pPr>
            <a:lvl5pPr>
              <a:defRPr sz="2250" b="1" i="0">
                <a:solidFill>
                  <a:srgbClr val="173654"/>
                </a:solidFill>
                <a:latin typeface="Arial"/>
                <a:ea typeface="Arial"/>
                <a:cs typeface="Arial"/>
              </a:defRPr>
            </a:lvl5pPr>
            <a:lvl6pPr>
              <a:defRPr sz="2250" b="1" i="0">
                <a:solidFill>
                  <a:srgbClr val="173654"/>
                </a:solidFill>
                <a:latin typeface="Arial"/>
                <a:ea typeface="Arial"/>
                <a:cs typeface="Arial"/>
              </a:defRPr>
            </a:lvl6pPr>
            <a:lvl7pPr>
              <a:defRPr sz="2250" b="1" i="0">
                <a:solidFill>
                  <a:srgbClr val="173654"/>
                </a:solidFill>
                <a:latin typeface="Arial"/>
                <a:ea typeface="Arial"/>
                <a:cs typeface="Arial"/>
              </a:defRPr>
            </a:lvl7pPr>
            <a:lvl8pPr>
              <a:defRPr sz="2250" b="1" i="0">
                <a:solidFill>
                  <a:srgbClr val="173654"/>
                </a:solidFill>
                <a:latin typeface="Arial"/>
                <a:ea typeface="Arial"/>
                <a:cs typeface="Arial"/>
              </a:defRPr>
            </a:lvl8pPr>
            <a:lvl9pPr>
              <a:defRPr sz="2250" b="1" i="0">
                <a:solidFill>
                  <a:srgbClr val="173654"/>
                </a:solidFill>
                <a:latin typeface="Arial"/>
                <a:ea typeface="Arial"/>
                <a:cs typeface="Arial"/>
              </a:defRPr>
            </a:lvl9pPr>
          </a:lstStyle>
          <a:p xmlns:a="http://schemas.openxmlformats.org/drawingml/2006/main">
            <a:pPr>
              <a:defRPr sz="2250" b="1" i="0">
                <a:solidFill>
                  <a:srgbClr val="173654"/>
                </a:solidFill>
                <a:latin typeface="Arial"/>
                <a:ea typeface="Arial"/>
                <a:cs typeface="Arial"/>
              </a:defRPr>
            </a:pPr>
            <a:r>
              <a:rPr sz="2250" b="1" i="0">
                <a:solidFill>
                  <a:srgbClr val="173654"/>
                </a:solidFill>
                <a:latin typeface="Arial"/>
                <a:ea typeface="Arial"/>
                <a:cs typeface="Arial"/>
              </a:rPr>
              <a:t>Practice in the notebook. Ship the final app as Python.</a:t>
            </a:r>
          </a:p>
        </p:txBody>
      </p:sp>
      <p:sp>
        <p:nvSpPr>
          <p:cNvPr id="8" name="">
            <a:extLst xmlns:a="http://schemas.openxmlformats.org/drawingml/2006/main">
              <a:ext uri="{FF2B5EF4-FFF2-40B4-BE49-F238E27FC236}">
                <a16:creationId xmlns:a16="http://schemas.microsoft.com/office/drawing/2014/main" id="{6F14D706-ED0E-49B3-8A2B-C9543A22877F}"/>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9:33-9:36 | New workflow</a:t>
            </a:r>
          </a:p>
        </p:txBody>
      </p:sp>
    </p:spTree>
    <p:extLst>
      <p:ext uri="{BB962C8B-B14F-4D97-AF65-F5344CB8AC3E}">
        <p14:creationId xmlns:p14="http://schemas.microsoft.com/office/powerpoint/2010/main" val="12866524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B5EA83-05FA-498D-9B08-15225CF4B39C}"/>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Jupyter setup in VS Code</a:t>
            </a:r>
          </a:p>
        </p:txBody>
      </p:sp>
      <p:sp>
        <p:nvSpPr>
          <p:cNvPr id="2" name="">
            <a:extLst xmlns:a="http://schemas.openxmlformats.org/drawingml/2006/main">
              <a:ext uri="{FF2B5EF4-FFF2-40B4-BE49-F238E27FC236}">
                <a16:creationId xmlns:a16="http://schemas.microsoft.com/office/drawing/2014/main" id="{CAB49D58-EB2F-4A59-957F-31936FD91A90}"/>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Run these commands once from the repository terminal</a:t>
            </a:r>
          </a:p>
        </p:txBody>
      </p:sp>
      <p:sp>
        <p:nvSpPr>
          <p:cNvPr id="3" name="">
            <a:extLst xmlns:a="http://schemas.openxmlformats.org/drawingml/2006/main">
              <a:ext uri="{FF2B5EF4-FFF2-40B4-BE49-F238E27FC236}">
                <a16:creationId xmlns:a16="http://schemas.microsoft.com/office/drawing/2014/main" id="{CDDC43EA-A594-48AE-841D-66DAB2EB30BA}"/>
              </a:ext>
            </a:extLst>
          </p:cNvPr>
          <p:cNvSpPr>
            <a:spLocks xmlns:a="http://schemas.openxmlformats.org/drawingml/2006/main" noGrp="1"/>
          </p:cNvSpPr>
          <p:nvPr/>
        </p:nvSpPr>
        <p:spPr>
          <a:xfrm xmlns:a="http://schemas.openxmlformats.org/drawingml/2006/main">
            <a:off x="781050" y="1695450"/>
            <a:ext cx="10629900" cy="1619250"/>
          </a:xfrm>
          <a:prstGeom xmlns:a="http://schemas.openxmlformats.org/drawingml/2006/main" prst="roundRect">
            <a:avLst>
              <a:gd name="adj" fmla="val 4706"/>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1950" b="0" i="0">
                <a:solidFill>
                  <a:srgbClr val="D9F2CF"/>
                </a:solidFill>
                <a:latin typeface="Consolas"/>
                <a:ea typeface="Consolas"/>
                <a:cs typeface="Consolas"/>
              </a:defRPr>
            </a:defPPr>
            <a:lvl1pPr>
              <a:defRPr sz="1950" b="0" i="0">
                <a:solidFill>
                  <a:srgbClr val="D9F2CF"/>
                </a:solidFill>
                <a:latin typeface="Consolas"/>
                <a:ea typeface="Consolas"/>
                <a:cs typeface="Consolas"/>
              </a:defRPr>
            </a:lvl1pPr>
            <a:lvl2pPr>
              <a:defRPr sz="1950" b="0" i="0">
                <a:solidFill>
                  <a:srgbClr val="D9F2CF"/>
                </a:solidFill>
                <a:latin typeface="Consolas"/>
                <a:ea typeface="Consolas"/>
                <a:cs typeface="Consolas"/>
              </a:defRPr>
            </a:lvl2pPr>
            <a:lvl3pPr>
              <a:defRPr sz="1950" b="0" i="0">
                <a:solidFill>
                  <a:srgbClr val="D9F2CF"/>
                </a:solidFill>
                <a:latin typeface="Consolas"/>
                <a:ea typeface="Consolas"/>
                <a:cs typeface="Consolas"/>
              </a:defRPr>
            </a:lvl3pPr>
            <a:lvl4pPr>
              <a:defRPr sz="1950" b="0" i="0">
                <a:solidFill>
                  <a:srgbClr val="D9F2CF"/>
                </a:solidFill>
                <a:latin typeface="Consolas"/>
                <a:ea typeface="Consolas"/>
                <a:cs typeface="Consolas"/>
              </a:defRPr>
            </a:lvl4pPr>
            <a:lvl5pPr>
              <a:defRPr sz="1950" b="0" i="0">
                <a:solidFill>
                  <a:srgbClr val="D9F2CF"/>
                </a:solidFill>
                <a:latin typeface="Consolas"/>
                <a:ea typeface="Consolas"/>
                <a:cs typeface="Consolas"/>
              </a:defRPr>
            </a:lvl5pPr>
            <a:lvl6pPr>
              <a:defRPr sz="1950" b="0" i="0">
                <a:solidFill>
                  <a:srgbClr val="D9F2CF"/>
                </a:solidFill>
                <a:latin typeface="Consolas"/>
                <a:ea typeface="Consolas"/>
                <a:cs typeface="Consolas"/>
              </a:defRPr>
            </a:lvl6pPr>
            <a:lvl7pPr>
              <a:defRPr sz="1950" b="0" i="0">
                <a:solidFill>
                  <a:srgbClr val="D9F2CF"/>
                </a:solidFill>
                <a:latin typeface="Consolas"/>
                <a:ea typeface="Consolas"/>
                <a:cs typeface="Consolas"/>
              </a:defRPr>
            </a:lvl7pPr>
            <a:lvl8pPr>
              <a:defRPr sz="1950" b="0" i="0">
                <a:solidFill>
                  <a:srgbClr val="D9F2CF"/>
                </a:solidFill>
                <a:latin typeface="Consolas"/>
                <a:ea typeface="Consolas"/>
                <a:cs typeface="Consolas"/>
              </a:defRPr>
            </a:lvl8pPr>
            <a:lvl9pPr>
              <a:defRPr sz="1950" b="0" i="0">
                <a:solidFill>
                  <a:srgbClr val="D9F2CF"/>
                </a:solidFill>
                <a:latin typeface="Consolas"/>
                <a:ea typeface="Consolas"/>
                <a:cs typeface="Consolas"/>
              </a:defRPr>
            </a:lvl9pPr>
          </a:lstStyle>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code --install-extension ms-toolsai.jupyter</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uv pip install --python .venv\Scripts\python.exe ipykernel</a:t>
            </a:r>
          </a:p>
        </p:txBody>
      </p:sp>
      <p:sp>
        <p:nvSpPr>
          <p:cNvPr id="4" name="">
            <a:extLst xmlns:a="http://schemas.openxmlformats.org/drawingml/2006/main">
              <a:ext uri="{FF2B5EF4-FFF2-40B4-BE49-F238E27FC236}">
                <a16:creationId xmlns:a16="http://schemas.microsoft.com/office/drawing/2014/main" id="{B5738C3F-8C0A-4E29-BA5A-007A372F14E2}"/>
              </a:ext>
            </a:extLst>
          </p:cNvPr>
          <p:cNvSpPr>
            <a:spLocks xmlns:a="http://schemas.openxmlformats.org/drawingml/2006/main" noGrp="1"/>
          </p:cNvSpPr>
          <p:nvPr/>
        </p:nvSpPr>
        <p:spPr>
          <a:xfrm xmlns:a="http://schemas.openxmlformats.org/drawingml/2006/main">
            <a:off x="876300" y="36766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vl1pPr>
              <a:defRPr sz="3000" b="1" i="0">
                <a:solidFill>
                  <a:srgbClr val="DF6765"/>
                </a:solidFill>
                <a:latin typeface="Arial"/>
                <a:ea typeface="Arial"/>
                <a:cs typeface="Arial"/>
              </a:defRPr>
            </a:lvl1pPr>
            <a:lvl2pPr>
              <a:defRPr sz="3000" b="1" i="0">
                <a:solidFill>
                  <a:srgbClr val="DF6765"/>
                </a:solidFill>
                <a:latin typeface="Arial"/>
                <a:ea typeface="Arial"/>
                <a:cs typeface="Arial"/>
              </a:defRPr>
            </a:lvl2pPr>
            <a:lvl3pPr>
              <a:defRPr sz="3000" b="1" i="0">
                <a:solidFill>
                  <a:srgbClr val="DF6765"/>
                </a:solidFill>
                <a:latin typeface="Arial"/>
                <a:ea typeface="Arial"/>
                <a:cs typeface="Arial"/>
              </a:defRPr>
            </a:lvl3pPr>
            <a:lvl4pPr>
              <a:defRPr sz="3000" b="1" i="0">
                <a:solidFill>
                  <a:srgbClr val="DF6765"/>
                </a:solidFill>
                <a:latin typeface="Arial"/>
                <a:ea typeface="Arial"/>
                <a:cs typeface="Arial"/>
              </a:defRPr>
            </a:lvl4pPr>
            <a:lvl5pPr>
              <a:defRPr sz="3000" b="1" i="0">
                <a:solidFill>
                  <a:srgbClr val="DF6765"/>
                </a:solidFill>
                <a:latin typeface="Arial"/>
                <a:ea typeface="Arial"/>
                <a:cs typeface="Arial"/>
              </a:defRPr>
            </a:lvl5pPr>
            <a:lvl6pPr>
              <a:defRPr sz="3000" b="1" i="0">
                <a:solidFill>
                  <a:srgbClr val="DF6765"/>
                </a:solidFill>
                <a:latin typeface="Arial"/>
                <a:ea typeface="Arial"/>
                <a:cs typeface="Arial"/>
              </a:defRPr>
            </a:lvl6pPr>
            <a:lvl7pPr>
              <a:defRPr sz="3000" b="1" i="0">
                <a:solidFill>
                  <a:srgbClr val="DF6765"/>
                </a:solidFill>
                <a:latin typeface="Arial"/>
                <a:ea typeface="Arial"/>
                <a:cs typeface="Arial"/>
              </a:defRPr>
            </a:lvl7pPr>
            <a:lvl8pPr>
              <a:defRPr sz="3000" b="1" i="0">
                <a:solidFill>
                  <a:srgbClr val="DF6765"/>
                </a:solidFill>
                <a:latin typeface="Arial"/>
                <a:ea typeface="Arial"/>
                <a:cs typeface="Arial"/>
              </a:defRPr>
            </a:lvl8pPr>
            <a:lvl9pPr>
              <a:defRPr sz="3000" b="1" i="0">
                <a:solidFill>
                  <a:srgbClr val="DF6765"/>
                </a:solidFill>
                <a:latin typeface="Arial"/>
                <a:ea typeface="Arial"/>
                <a:cs typeface="Arial"/>
              </a:defRPr>
            </a:lvl9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67C7564D-BB8E-4AA5-BFEA-74DDFC18B134}"/>
              </a:ext>
            </a:extLst>
          </p:cNvPr>
          <p:cNvSpPr>
            <a:spLocks xmlns:a="http://schemas.openxmlformats.org/drawingml/2006/main" noGrp="1"/>
          </p:cNvSpPr>
          <p:nvPr/>
        </p:nvSpPr>
        <p:spPr>
          <a:xfrm xmlns:a="http://schemas.openxmlformats.org/drawingml/2006/main">
            <a:off x="1752600" y="36766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Open a .ipynb file in VS Code</a:t>
            </a:r>
          </a:p>
        </p:txBody>
      </p:sp>
      <p:sp>
        <p:nvSpPr>
          <p:cNvPr id="6" name="">
            <a:extLst xmlns:a="http://schemas.openxmlformats.org/drawingml/2006/main">
              <a:ext uri="{FF2B5EF4-FFF2-40B4-BE49-F238E27FC236}">
                <a16:creationId xmlns:a16="http://schemas.microsoft.com/office/drawing/2014/main" id="{8809A174-8454-457A-A0CA-45FFBA4D5904}"/>
              </a:ext>
            </a:extLst>
          </p:cNvPr>
          <p:cNvSpPr>
            <a:spLocks xmlns:a="http://schemas.openxmlformats.org/drawingml/2006/main" noGrp="1"/>
          </p:cNvSpPr>
          <p:nvPr/>
        </p:nvSpPr>
        <p:spPr>
          <a:xfrm xmlns:a="http://schemas.openxmlformats.org/drawingml/2006/main">
            <a:off x="876300" y="42672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vl1pPr>
              <a:defRPr sz="3000" b="1" i="0">
                <a:solidFill>
                  <a:srgbClr val="5F9F4B"/>
                </a:solidFill>
                <a:latin typeface="Arial"/>
                <a:ea typeface="Arial"/>
                <a:cs typeface="Arial"/>
              </a:defRPr>
            </a:lvl1pPr>
            <a:lvl2pPr>
              <a:defRPr sz="3000" b="1" i="0">
                <a:solidFill>
                  <a:srgbClr val="5F9F4B"/>
                </a:solidFill>
                <a:latin typeface="Arial"/>
                <a:ea typeface="Arial"/>
                <a:cs typeface="Arial"/>
              </a:defRPr>
            </a:lvl2pPr>
            <a:lvl3pPr>
              <a:defRPr sz="3000" b="1" i="0">
                <a:solidFill>
                  <a:srgbClr val="5F9F4B"/>
                </a:solidFill>
                <a:latin typeface="Arial"/>
                <a:ea typeface="Arial"/>
                <a:cs typeface="Arial"/>
              </a:defRPr>
            </a:lvl3pPr>
            <a:lvl4pPr>
              <a:defRPr sz="3000" b="1" i="0">
                <a:solidFill>
                  <a:srgbClr val="5F9F4B"/>
                </a:solidFill>
                <a:latin typeface="Arial"/>
                <a:ea typeface="Arial"/>
                <a:cs typeface="Arial"/>
              </a:defRPr>
            </a:lvl4pPr>
            <a:lvl5pPr>
              <a:defRPr sz="3000" b="1" i="0">
                <a:solidFill>
                  <a:srgbClr val="5F9F4B"/>
                </a:solidFill>
                <a:latin typeface="Arial"/>
                <a:ea typeface="Arial"/>
                <a:cs typeface="Arial"/>
              </a:defRPr>
            </a:lvl5pPr>
            <a:lvl6pPr>
              <a:defRPr sz="3000" b="1" i="0">
                <a:solidFill>
                  <a:srgbClr val="5F9F4B"/>
                </a:solidFill>
                <a:latin typeface="Arial"/>
                <a:ea typeface="Arial"/>
                <a:cs typeface="Arial"/>
              </a:defRPr>
            </a:lvl6pPr>
            <a:lvl7pPr>
              <a:defRPr sz="3000" b="1" i="0">
                <a:solidFill>
                  <a:srgbClr val="5F9F4B"/>
                </a:solidFill>
                <a:latin typeface="Arial"/>
                <a:ea typeface="Arial"/>
                <a:cs typeface="Arial"/>
              </a:defRPr>
            </a:lvl7pPr>
            <a:lvl8pPr>
              <a:defRPr sz="3000" b="1" i="0">
                <a:solidFill>
                  <a:srgbClr val="5F9F4B"/>
                </a:solidFill>
                <a:latin typeface="Arial"/>
                <a:ea typeface="Arial"/>
                <a:cs typeface="Arial"/>
              </a:defRPr>
            </a:lvl8pPr>
            <a:lvl9pPr>
              <a:defRPr sz="3000" b="1" i="0">
                <a:solidFill>
                  <a:srgbClr val="5F9F4B"/>
                </a:solidFill>
                <a:latin typeface="Arial"/>
                <a:ea typeface="Arial"/>
                <a:cs typeface="Arial"/>
              </a:defRPr>
            </a:lvl9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CCBD1BA2-FBE5-44AB-A465-986A09A2B94D}"/>
              </a:ext>
            </a:extLst>
          </p:cNvPr>
          <p:cNvSpPr>
            <a:spLocks xmlns:a="http://schemas.openxmlformats.org/drawingml/2006/main" noGrp="1"/>
          </p:cNvSpPr>
          <p:nvPr/>
        </p:nvSpPr>
        <p:spPr>
          <a:xfrm xmlns:a="http://schemas.openxmlformats.org/drawingml/2006/main">
            <a:off x="1752600" y="42672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Select Kernel in the upper-right corner</a:t>
            </a:r>
          </a:p>
        </p:txBody>
      </p:sp>
      <p:sp>
        <p:nvSpPr>
          <p:cNvPr id="8" name="">
            <a:extLst xmlns:a="http://schemas.openxmlformats.org/drawingml/2006/main">
              <a:ext uri="{FF2B5EF4-FFF2-40B4-BE49-F238E27FC236}">
                <a16:creationId xmlns:a16="http://schemas.microsoft.com/office/drawing/2014/main" id="{816E913B-0723-4ED2-8B6D-DFF6A50F4E29}"/>
              </a:ext>
            </a:extLst>
          </p:cNvPr>
          <p:cNvSpPr>
            <a:spLocks xmlns:a="http://schemas.openxmlformats.org/drawingml/2006/main" noGrp="1"/>
          </p:cNvSpPr>
          <p:nvPr/>
        </p:nvSpPr>
        <p:spPr>
          <a:xfrm xmlns:a="http://schemas.openxmlformats.org/drawingml/2006/main">
            <a:off x="876300" y="48577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vl1pPr>
              <a:defRPr sz="3000" b="1" i="0">
                <a:solidFill>
                  <a:srgbClr val="2F6F89"/>
                </a:solidFill>
                <a:latin typeface="Arial"/>
                <a:ea typeface="Arial"/>
                <a:cs typeface="Arial"/>
              </a:defRPr>
            </a:lvl1pPr>
            <a:lvl2pPr>
              <a:defRPr sz="3000" b="1" i="0">
                <a:solidFill>
                  <a:srgbClr val="2F6F89"/>
                </a:solidFill>
                <a:latin typeface="Arial"/>
                <a:ea typeface="Arial"/>
                <a:cs typeface="Arial"/>
              </a:defRPr>
            </a:lvl2pPr>
            <a:lvl3pPr>
              <a:defRPr sz="3000" b="1" i="0">
                <a:solidFill>
                  <a:srgbClr val="2F6F89"/>
                </a:solidFill>
                <a:latin typeface="Arial"/>
                <a:ea typeface="Arial"/>
                <a:cs typeface="Arial"/>
              </a:defRPr>
            </a:lvl3pPr>
            <a:lvl4pPr>
              <a:defRPr sz="3000" b="1" i="0">
                <a:solidFill>
                  <a:srgbClr val="2F6F89"/>
                </a:solidFill>
                <a:latin typeface="Arial"/>
                <a:ea typeface="Arial"/>
                <a:cs typeface="Arial"/>
              </a:defRPr>
            </a:lvl4pPr>
            <a:lvl5pPr>
              <a:defRPr sz="3000" b="1" i="0">
                <a:solidFill>
                  <a:srgbClr val="2F6F89"/>
                </a:solidFill>
                <a:latin typeface="Arial"/>
                <a:ea typeface="Arial"/>
                <a:cs typeface="Arial"/>
              </a:defRPr>
            </a:lvl5pPr>
            <a:lvl6pPr>
              <a:defRPr sz="3000" b="1" i="0">
                <a:solidFill>
                  <a:srgbClr val="2F6F89"/>
                </a:solidFill>
                <a:latin typeface="Arial"/>
                <a:ea typeface="Arial"/>
                <a:cs typeface="Arial"/>
              </a:defRPr>
            </a:lvl6pPr>
            <a:lvl7pPr>
              <a:defRPr sz="3000" b="1" i="0">
                <a:solidFill>
                  <a:srgbClr val="2F6F89"/>
                </a:solidFill>
                <a:latin typeface="Arial"/>
                <a:ea typeface="Arial"/>
                <a:cs typeface="Arial"/>
              </a:defRPr>
            </a:lvl7pPr>
            <a:lvl8pPr>
              <a:defRPr sz="3000" b="1" i="0">
                <a:solidFill>
                  <a:srgbClr val="2F6F89"/>
                </a:solidFill>
                <a:latin typeface="Arial"/>
                <a:ea typeface="Arial"/>
                <a:cs typeface="Arial"/>
              </a:defRPr>
            </a:lvl8pPr>
            <a:lvl9pPr>
              <a:defRPr sz="3000" b="1" i="0">
                <a:solidFill>
                  <a:srgbClr val="2F6F89"/>
                </a:solidFill>
                <a:latin typeface="Arial"/>
                <a:ea typeface="Arial"/>
                <a:cs typeface="Arial"/>
              </a:defRPr>
            </a:lvl9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47C53560-054B-4D86-87AB-5C53B2E68851}"/>
              </a:ext>
            </a:extLst>
          </p:cNvPr>
          <p:cNvSpPr>
            <a:spLocks xmlns:a="http://schemas.openxmlformats.org/drawingml/2006/main" noGrp="1"/>
          </p:cNvSpPr>
          <p:nvPr/>
        </p:nvSpPr>
        <p:spPr>
          <a:xfrm xmlns:a="http://schemas.openxmlformats.org/drawingml/2006/main">
            <a:off x="1752600" y="48577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Choose Python Environments, then .venv\Scripts\python.exe</a:t>
            </a:r>
          </a:p>
        </p:txBody>
      </p:sp>
      <p:sp>
        <p:nvSpPr>
          <p:cNvPr id="10" name="">
            <a:extLst xmlns:a="http://schemas.openxmlformats.org/drawingml/2006/main">
              <a:ext uri="{FF2B5EF4-FFF2-40B4-BE49-F238E27FC236}">
                <a16:creationId xmlns:a16="http://schemas.microsoft.com/office/drawing/2014/main" id="{BD557E6D-1AE4-422E-B3E8-44B33312E182}"/>
              </a:ext>
            </a:extLst>
          </p:cNvPr>
          <p:cNvSpPr>
            <a:spLocks xmlns:a="http://schemas.openxmlformats.org/drawingml/2006/main" noGrp="1"/>
          </p:cNvSpPr>
          <p:nvPr/>
        </p:nvSpPr>
        <p:spPr>
          <a:xfrm xmlns:a="http://schemas.openxmlformats.org/drawingml/2006/main">
            <a:off x="876300" y="54483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vl1pPr>
              <a:defRPr sz="3000" b="1" i="0">
                <a:solidFill>
                  <a:srgbClr val="3C8994"/>
                </a:solidFill>
                <a:latin typeface="Arial"/>
                <a:ea typeface="Arial"/>
                <a:cs typeface="Arial"/>
              </a:defRPr>
            </a:lvl1pPr>
            <a:lvl2pPr>
              <a:defRPr sz="3000" b="1" i="0">
                <a:solidFill>
                  <a:srgbClr val="3C8994"/>
                </a:solidFill>
                <a:latin typeface="Arial"/>
                <a:ea typeface="Arial"/>
                <a:cs typeface="Arial"/>
              </a:defRPr>
            </a:lvl2pPr>
            <a:lvl3pPr>
              <a:defRPr sz="3000" b="1" i="0">
                <a:solidFill>
                  <a:srgbClr val="3C8994"/>
                </a:solidFill>
                <a:latin typeface="Arial"/>
                <a:ea typeface="Arial"/>
                <a:cs typeface="Arial"/>
              </a:defRPr>
            </a:lvl3pPr>
            <a:lvl4pPr>
              <a:defRPr sz="3000" b="1" i="0">
                <a:solidFill>
                  <a:srgbClr val="3C8994"/>
                </a:solidFill>
                <a:latin typeface="Arial"/>
                <a:ea typeface="Arial"/>
                <a:cs typeface="Arial"/>
              </a:defRPr>
            </a:lvl4pPr>
            <a:lvl5pPr>
              <a:defRPr sz="3000" b="1" i="0">
                <a:solidFill>
                  <a:srgbClr val="3C8994"/>
                </a:solidFill>
                <a:latin typeface="Arial"/>
                <a:ea typeface="Arial"/>
                <a:cs typeface="Arial"/>
              </a:defRPr>
            </a:lvl5pPr>
            <a:lvl6pPr>
              <a:defRPr sz="3000" b="1" i="0">
                <a:solidFill>
                  <a:srgbClr val="3C8994"/>
                </a:solidFill>
                <a:latin typeface="Arial"/>
                <a:ea typeface="Arial"/>
                <a:cs typeface="Arial"/>
              </a:defRPr>
            </a:lvl6pPr>
            <a:lvl7pPr>
              <a:defRPr sz="3000" b="1" i="0">
                <a:solidFill>
                  <a:srgbClr val="3C8994"/>
                </a:solidFill>
                <a:latin typeface="Arial"/>
                <a:ea typeface="Arial"/>
                <a:cs typeface="Arial"/>
              </a:defRPr>
            </a:lvl7pPr>
            <a:lvl8pPr>
              <a:defRPr sz="3000" b="1" i="0">
                <a:solidFill>
                  <a:srgbClr val="3C8994"/>
                </a:solidFill>
                <a:latin typeface="Arial"/>
                <a:ea typeface="Arial"/>
                <a:cs typeface="Arial"/>
              </a:defRPr>
            </a:lvl8pPr>
            <a:lvl9pPr>
              <a:defRPr sz="3000" b="1" i="0">
                <a:solidFill>
                  <a:srgbClr val="3C8994"/>
                </a:solidFill>
                <a:latin typeface="Arial"/>
                <a:ea typeface="Arial"/>
                <a:cs typeface="Arial"/>
              </a:defRPr>
            </a:lvl9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A6E19553-C465-47FB-9371-EE2E1E8B8ACF}"/>
              </a:ext>
            </a:extLst>
          </p:cNvPr>
          <p:cNvSpPr>
            <a:spLocks xmlns:a="http://schemas.openxmlformats.org/drawingml/2006/main" noGrp="1"/>
          </p:cNvSpPr>
          <p:nvPr/>
        </p:nvSpPr>
        <p:spPr>
          <a:xfrm xmlns:a="http://schemas.openxmlformats.org/drawingml/2006/main">
            <a:off x="1752600" y="54483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Run the first cell with Shift+Enter</a:t>
            </a:r>
          </a:p>
        </p:txBody>
      </p:sp>
      <p:sp>
        <p:nvSpPr>
          <p:cNvPr id="12" name="">
            <a:extLst xmlns:a="http://schemas.openxmlformats.org/drawingml/2006/main">
              <a:ext uri="{FF2B5EF4-FFF2-40B4-BE49-F238E27FC236}">
                <a16:creationId xmlns:a16="http://schemas.microsoft.com/office/drawing/2014/main" id="{6235A931-8E74-4DAB-89C0-41830CF1A7E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9:36-9:42 | One-time setup</a:t>
            </a:r>
          </a:p>
        </p:txBody>
      </p:sp>
    </p:spTree>
    <p:extLst>
      <p:ext uri="{BB962C8B-B14F-4D97-AF65-F5344CB8AC3E}">
        <p14:creationId xmlns:p14="http://schemas.microsoft.com/office/powerpoint/2010/main" val="11926920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670CA3-691A-443E-B6B1-12140D6719EA}"/>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Update and predict</a:t>
            </a:r>
          </a:p>
        </p:txBody>
      </p:sp>
      <p:sp>
        <p:nvSpPr>
          <p:cNvPr id="2" name="">
            <a:extLst xmlns:a="http://schemas.openxmlformats.org/drawingml/2006/main">
              <a:ext uri="{FF2B5EF4-FFF2-40B4-BE49-F238E27FC236}">
                <a16:creationId xmlns:a16="http://schemas.microsoft.com/office/drawing/2014/main" id="{752EB900-CF62-438C-A9B0-18BECAF844CD}"/>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Pull the lesson before running any example</a:t>
            </a:r>
          </a:p>
        </p:txBody>
      </p:sp>
      <p:sp>
        <p:nvSpPr>
          <p:cNvPr id="3" name="">
            <a:extLst xmlns:a="http://schemas.openxmlformats.org/drawingml/2006/main">
              <a:ext uri="{FF2B5EF4-FFF2-40B4-BE49-F238E27FC236}">
                <a16:creationId xmlns:a16="http://schemas.microsoft.com/office/drawing/2014/main" id="{BC5E7D6D-D5B3-4E30-8D68-3270C430F9D7}"/>
              </a:ext>
            </a:extLst>
          </p:cNvPr>
          <p:cNvSpPr>
            <a:spLocks xmlns:a="http://schemas.openxmlformats.org/drawingml/2006/main" noGrp="1"/>
          </p:cNvSpPr>
          <p:nvPr/>
        </p:nvSpPr>
        <p:spPr>
          <a:xfrm xmlns:a="http://schemas.openxmlformats.org/drawingml/2006/main">
            <a:off x="876300" y="1809750"/>
            <a:ext cx="4476750" cy="2190750"/>
          </a:xfrm>
          <a:prstGeom xmlns:a="http://schemas.openxmlformats.org/drawingml/2006/main" prst="roundRect">
            <a:avLst>
              <a:gd name="adj" fmla="val 3478"/>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700" b="0" i="0">
                <a:solidFill>
                  <a:srgbClr val="D9F2CF"/>
                </a:solidFill>
                <a:latin typeface="Consolas"/>
                <a:ea typeface="Consolas"/>
                <a:cs typeface="Consolas"/>
              </a:defRPr>
            </a:defPPr>
            <a:lvl1pPr>
              <a:defRPr sz="2700" b="0" i="0">
                <a:solidFill>
                  <a:srgbClr val="D9F2CF"/>
                </a:solidFill>
                <a:latin typeface="Consolas"/>
                <a:ea typeface="Consolas"/>
                <a:cs typeface="Consolas"/>
              </a:defRPr>
            </a:lvl1pPr>
            <a:lvl2pPr>
              <a:defRPr sz="2700" b="0" i="0">
                <a:solidFill>
                  <a:srgbClr val="D9F2CF"/>
                </a:solidFill>
                <a:latin typeface="Consolas"/>
                <a:ea typeface="Consolas"/>
                <a:cs typeface="Consolas"/>
              </a:defRPr>
            </a:lvl2pPr>
            <a:lvl3pPr>
              <a:defRPr sz="2700" b="0" i="0">
                <a:solidFill>
                  <a:srgbClr val="D9F2CF"/>
                </a:solidFill>
                <a:latin typeface="Consolas"/>
                <a:ea typeface="Consolas"/>
                <a:cs typeface="Consolas"/>
              </a:defRPr>
            </a:lvl3pPr>
            <a:lvl4pPr>
              <a:defRPr sz="2700" b="0" i="0">
                <a:solidFill>
                  <a:srgbClr val="D9F2CF"/>
                </a:solidFill>
                <a:latin typeface="Consolas"/>
                <a:ea typeface="Consolas"/>
                <a:cs typeface="Consolas"/>
              </a:defRPr>
            </a:lvl4pPr>
            <a:lvl5pPr>
              <a:defRPr sz="2700" b="0" i="0">
                <a:solidFill>
                  <a:srgbClr val="D9F2CF"/>
                </a:solidFill>
                <a:latin typeface="Consolas"/>
                <a:ea typeface="Consolas"/>
                <a:cs typeface="Consolas"/>
              </a:defRPr>
            </a:lvl5pPr>
            <a:lvl6pPr>
              <a:defRPr sz="2700" b="0" i="0">
                <a:solidFill>
                  <a:srgbClr val="D9F2CF"/>
                </a:solidFill>
                <a:latin typeface="Consolas"/>
                <a:ea typeface="Consolas"/>
                <a:cs typeface="Consolas"/>
              </a:defRPr>
            </a:lvl6pPr>
            <a:lvl7pPr>
              <a:defRPr sz="2700" b="0" i="0">
                <a:solidFill>
                  <a:srgbClr val="D9F2CF"/>
                </a:solidFill>
                <a:latin typeface="Consolas"/>
                <a:ea typeface="Consolas"/>
                <a:cs typeface="Consolas"/>
              </a:defRPr>
            </a:lvl7pPr>
            <a:lvl8pPr>
              <a:defRPr sz="2700" b="0" i="0">
                <a:solidFill>
                  <a:srgbClr val="D9F2CF"/>
                </a:solidFill>
                <a:latin typeface="Consolas"/>
                <a:ea typeface="Consolas"/>
                <a:cs typeface="Consolas"/>
              </a:defRPr>
            </a:lvl8pPr>
            <a:lvl9pPr>
              <a:defRPr sz="2700" b="0" i="0">
                <a:solidFill>
                  <a:srgbClr val="D9F2CF"/>
                </a:solidFill>
                <a:latin typeface="Consolas"/>
                <a:ea typeface="Consolas"/>
                <a:cs typeface="Consolas"/>
              </a:defRPr>
            </a:lvl9pPr>
          </a:lstStyle>
          <a:p xmlns:a="http://schemas.openxmlformats.org/drawingml/2006/main">
            <a:pPr>
              <a:defRPr sz="2700" b="0" i="0">
                <a:solidFill>
                  <a:srgbClr val="D9F2CF"/>
                </a:solidFill>
                <a:latin typeface="Consolas"/>
                <a:ea typeface="Consolas"/>
                <a:cs typeface="Consolas"/>
              </a:defRPr>
            </a:pPr>
            <a:r>
              <a:rPr sz="2700" b="0" i="0">
                <a:solidFill>
                  <a:srgbClr val="D9F2CF"/>
                </a:solidFill>
                <a:latin typeface="Consolas"/>
                <a:ea typeface="Consolas"/>
                <a:cs typeface="Consolas"/>
              </a:rPr>
              <a:t>git status</a:t>
            </a:r>
          </a:p>
          <a:p xmlns:a="http://schemas.openxmlformats.org/drawingml/2006/main">
            <a:pPr>
              <a:defRPr sz="2700" b="0" i="0">
                <a:solidFill>
                  <a:srgbClr val="D9F2CF"/>
                </a:solidFill>
                <a:latin typeface="Consolas"/>
                <a:ea typeface="Consolas"/>
                <a:cs typeface="Consolas"/>
              </a:defRPr>
            </a:pPr>
            <a:r>
              <a:rPr sz="2700" b="0" i="0">
                <a:solidFill>
                  <a:srgbClr val="D9F2CF"/>
                </a:solidFill>
                <a:latin typeface="Consolas"/>
                <a:ea typeface="Consolas"/>
                <a:cs typeface="Consolas"/>
              </a:rPr>
              <a:t>git pull</a:t>
            </a:r>
          </a:p>
          <a:p xmlns:a="http://schemas.openxmlformats.org/drawingml/2006/main">
            <a:pPr>
              <a:defRPr sz="2700" b="0" i="0">
                <a:solidFill>
                  <a:srgbClr val="D9F2CF"/>
                </a:solidFill>
                <a:latin typeface="Consolas"/>
                <a:ea typeface="Consolas"/>
                <a:cs typeface="Consolas"/>
              </a:defRPr>
            </a:pPr>
            <a:r>
              <a:rPr sz="2700" b="0" i="0">
                <a:solidFill>
                  <a:srgbClr val="D9F2CF"/>
                </a:solidFill>
                <a:latin typeface="Consolas"/>
                <a:ea typeface="Consolas"/>
                <a:cs typeface="Consolas"/>
              </a:rPr>
              <a:t>code .</a:t>
            </a:r>
          </a:p>
        </p:txBody>
      </p:sp>
      <p:sp>
        <p:nvSpPr>
          <p:cNvPr id="4" name="">
            <a:extLst xmlns:a="http://schemas.openxmlformats.org/drawingml/2006/main">
              <a:ext uri="{FF2B5EF4-FFF2-40B4-BE49-F238E27FC236}">
                <a16:creationId xmlns:a16="http://schemas.microsoft.com/office/drawing/2014/main" id="{4E1B16EB-BD2F-4941-9FA5-D69CBFFB9815}"/>
              </a:ext>
            </a:extLst>
          </p:cNvPr>
          <p:cNvSpPr>
            <a:spLocks xmlns:a="http://schemas.openxmlformats.org/drawingml/2006/main" noGrp="1"/>
          </p:cNvSpPr>
          <p:nvPr/>
        </p:nvSpPr>
        <p:spPr>
          <a:xfrm xmlns:a="http://schemas.openxmlformats.org/drawingml/2006/main">
            <a:off x="6191250" y="1790700"/>
            <a:ext cx="514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i="0">
                <a:solidFill>
                  <a:srgbClr val="DF6765"/>
                </a:solidFill>
                <a:latin typeface="Arial"/>
                <a:ea typeface="Arial"/>
                <a:cs typeface="Arial"/>
              </a:defRPr>
            </a:defPPr>
            <a:lvl1pPr>
              <a:defRPr sz="2550" b="1" i="0">
                <a:solidFill>
                  <a:srgbClr val="DF6765"/>
                </a:solidFill>
                <a:latin typeface="Arial"/>
                <a:ea typeface="Arial"/>
                <a:cs typeface="Arial"/>
              </a:defRPr>
            </a:lvl1pPr>
            <a:lvl2pPr>
              <a:defRPr sz="2550" b="1" i="0">
                <a:solidFill>
                  <a:srgbClr val="DF6765"/>
                </a:solidFill>
                <a:latin typeface="Arial"/>
                <a:ea typeface="Arial"/>
                <a:cs typeface="Arial"/>
              </a:defRPr>
            </a:lvl2pPr>
            <a:lvl3pPr>
              <a:defRPr sz="2550" b="1" i="0">
                <a:solidFill>
                  <a:srgbClr val="DF6765"/>
                </a:solidFill>
                <a:latin typeface="Arial"/>
                <a:ea typeface="Arial"/>
                <a:cs typeface="Arial"/>
              </a:defRPr>
            </a:lvl3pPr>
            <a:lvl4pPr>
              <a:defRPr sz="2550" b="1" i="0">
                <a:solidFill>
                  <a:srgbClr val="DF6765"/>
                </a:solidFill>
                <a:latin typeface="Arial"/>
                <a:ea typeface="Arial"/>
                <a:cs typeface="Arial"/>
              </a:defRPr>
            </a:lvl4pPr>
            <a:lvl5pPr>
              <a:defRPr sz="2550" b="1" i="0">
                <a:solidFill>
                  <a:srgbClr val="DF6765"/>
                </a:solidFill>
                <a:latin typeface="Arial"/>
                <a:ea typeface="Arial"/>
                <a:cs typeface="Arial"/>
              </a:defRPr>
            </a:lvl5pPr>
            <a:lvl6pPr>
              <a:defRPr sz="2550" b="1" i="0">
                <a:solidFill>
                  <a:srgbClr val="DF6765"/>
                </a:solidFill>
                <a:latin typeface="Arial"/>
                <a:ea typeface="Arial"/>
                <a:cs typeface="Arial"/>
              </a:defRPr>
            </a:lvl6pPr>
            <a:lvl7pPr>
              <a:defRPr sz="2550" b="1" i="0">
                <a:solidFill>
                  <a:srgbClr val="DF6765"/>
                </a:solidFill>
                <a:latin typeface="Arial"/>
                <a:ea typeface="Arial"/>
                <a:cs typeface="Arial"/>
              </a:defRPr>
            </a:lvl7pPr>
            <a:lvl8pPr>
              <a:defRPr sz="2550" b="1" i="0">
                <a:solidFill>
                  <a:srgbClr val="DF6765"/>
                </a:solidFill>
                <a:latin typeface="Arial"/>
                <a:ea typeface="Arial"/>
                <a:cs typeface="Arial"/>
              </a:defRPr>
            </a:lvl8pPr>
            <a:lvl9pPr>
              <a:defRPr sz="2550" b="1" i="0">
                <a:solidFill>
                  <a:srgbClr val="DF6765"/>
                </a:solidFill>
                <a:latin typeface="Arial"/>
                <a:ea typeface="Arial"/>
                <a:cs typeface="Arial"/>
              </a:defRPr>
            </a:lvl9pPr>
          </a:lstStyle>
          <a:p xmlns:a="http://schemas.openxmlformats.org/drawingml/2006/main">
            <a:pPr>
              <a:defRPr sz="2550" b="1" i="0">
                <a:solidFill>
                  <a:srgbClr val="DF6765"/>
                </a:solidFill>
                <a:latin typeface="Arial"/>
                <a:ea typeface="Arial"/>
                <a:cs typeface="Arial"/>
              </a:defRPr>
            </a:pPr>
            <a:r>
              <a:rPr sz="2550" b="1" i="0">
                <a:solidFill>
                  <a:srgbClr val="DF6765"/>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2B874D27-4BF5-429F-9E38-7A5706C8E2E3}"/>
              </a:ext>
            </a:extLst>
          </p:cNvPr>
          <p:cNvSpPr>
            <a:spLocks xmlns:a="http://schemas.openxmlformats.org/drawingml/2006/main" noGrp="1"/>
          </p:cNvSpPr>
          <p:nvPr/>
        </p:nvSpPr>
        <p:spPr>
          <a:xfrm xmlns:a="http://schemas.openxmlformats.org/drawingml/2006/main">
            <a:off x="6896100" y="179070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vl1pPr>
              <a:defRPr sz="1800" b="0" i="0">
                <a:solidFill>
                  <a:srgbClr val="172433"/>
                </a:solidFill>
                <a:latin typeface="Arial"/>
                <a:ea typeface="Arial"/>
                <a:cs typeface="Arial"/>
              </a:defRPr>
            </a:lvl1pPr>
            <a:lvl2pPr>
              <a:defRPr sz="1800" b="0" i="0">
                <a:solidFill>
                  <a:srgbClr val="172433"/>
                </a:solidFill>
                <a:latin typeface="Arial"/>
                <a:ea typeface="Arial"/>
                <a:cs typeface="Arial"/>
              </a:defRPr>
            </a:lvl2pPr>
            <a:lvl3pPr>
              <a:defRPr sz="1800" b="0" i="0">
                <a:solidFill>
                  <a:srgbClr val="172433"/>
                </a:solidFill>
                <a:latin typeface="Arial"/>
                <a:ea typeface="Arial"/>
                <a:cs typeface="Arial"/>
              </a:defRPr>
            </a:lvl3pPr>
            <a:lvl4pPr>
              <a:defRPr sz="1800" b="0" i="0">
                <a:solidFill>
                  <a:srgbClr val="172433"/>
                </a:solidFill>
                <a:latin typeface="Arial"/>
                <a:ea typeface="Arial"/>
                <a:cs typeface="Arial"/>
              </a:defRPr>
            </a:lvl4pPr>
            <a:lvl5pPr>
              <a:defRPr sz="1800" b="0" i="0">
                <a:solidFill>
                  <a:srgbClr val="172433"/>
                </a:solidFill>
                <a:latin typeface="Arial"/>
                <a:ea typeface="Arial"/>
                <a:cs typeface="Arial"/>
              </a:defRPr>
            </a:lvl5pPr>
            <a:lvl6pPr>
              <a:defRPr sz="1800" b="0" i="0">
                <a:solidFill>
                  <a:srgbClr val="172433"/>
                </a:solidFill>
                <a:latin typeface="Arial"/>
                <a:ea typeface="Arial"/>
                <a:cs typeface="Arial"/>
              </a:defRPr>
            </a:lvl6pPr>
            <a:lvl7pPr>
              <a:defRPr sz="1800" b="0" i="0">
                <a:solidFill>
                  <a:srgbClr val="172433"/>
                </a:solidFill>
                <a:latin typeface="Arial"/>
                <a:ea typeface="Arial"/>
                <a:cs typeface="Arial"/>
              </a:defRPr>
            </a:lvl7pPr>
            <a:lvl8pPr>
              <a:defRPr sz="1800" b="0" i="0">
                <a:solidFill>
                  <a:srgbClr val="172433"/>
                </a:solidFill>
                <a:latin typeface="Arial"/>
                <a:ea typeface="Arial"/>
                <a:cs typeface="Arial"/>
              </a:defRPr>
            </a:lvl8pPr>
            <a:lvl9pPr>
              <a:defRPr sz="1800" b="0" i="0">
                <a:solidFill>
                  <a:srgbClr val="172433"/>
                </a:solidFill>
                <a:latin typeface="Arial"/>
                <a:ea typeface="Arial"/>
                <a:cs typeface="Arial"/>
              </a:defRPr>
            </a:lvl9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Open module-1-data-decisions.ipynb</a:t>
            </a:r>
          </a:p>
        </p:txBody>
      </p:sp>
      <p:sp>
        <p:nvSpPr>
          <p:cNvPr id="6" name="">
            <a:extLst xmlns:a="http://schemas.openxmlformats.org/drawingml/2006/main">
              <a:ext uri="{FF2B5EF4-FFF2-40B4-BE49-F238E27FC236}">
                <a16:creationId xmlns:a16="http://schemas.microsoft.com/office/drawing/2014/main" id="{4C65A2AD-B292-44B3-9667-E1CE84B6DFB5}"/>
              </a:ext>
            </a:extLst>
          </p:cNvPr>
          <p:cNvSpPr>
            <a:spLocks xmlns:a="http://schemas.openxmlformats.org/drawingml/2006/main" noGrp="1"/>
          </p:cNvSpPr>
          <p:nvPr/>
        </p:nvSpPr>
        <p:spPr>
          <a:xfrm xmlns:a="http://schemas.openxmlformats.org/drawingml/2006/main">
            <a:off x="6191250" y="2667000"/>
            <a:ext cx="514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i="0">
                <a:solidFill>
                  <a:srgbClr val="5F9F4B"/>
                </a:solidFill>
                <a:latin typeface="Arial"/>
                <a:ea typeface="Arial"/>
                <a:cs typeface="Arial"/>
              </a:defRPr>
            </a:defPPr>
            <a:lvl1pPr>
              <a:defRPr sz="2550" b="1" i="0">
                <a:solidFill>
                  <a:srgbClr val="5F9F4B"/>
                </a:solidFill>
                <a:latin typeface="Arial"/>
                <a:ea typeface="Arial"/>
                <a:cs typeface="Arial"/>
              </a:defRPr>
            </a:lvl1pPr>
            <a:lvl2pPr>
              <a:defRPr sz="2550" b="1" i="0">
                <a:solidFill>
                  <a:srgbClr val="5F9F4B"/>
                </a:solidFill>
                <a:latin typeface="Arial"/>
                <a:ea typeface="Arial"/>
                <a:cs typeface="Arial"/>
              </a:defRPr>
            </a:lvl2pPr>
            <a:lvl3pPr>
              <a:defRPr sz="2550" b="1" i="0">
                <a:solidFill>
                  <a:srgbClr val="5F9F4B"/>
                </a:solidFill>
                <a:latin typeface="Arial"/>
                <a:ea typeface="Arial"/>
                <a:cs typeface="Arial"/>
              </a:defRPr>
            </a:lvl3pPr>
            <a:lvl4pPr>
              <a:defRPr sz="2550" b="1" i="0">
                <a:solidFill>
                  <a:srgbClr val="5F9F4B"/>
                </a:solidFill>
                <a:latin typeface="Arial"/>
                <a:ea typeface="Arial"/>
                <a:cs typeface="Arial"/>
              </a:defRPr>
            </a:lvl4pPr>
            <a:lvl5pPr>
              <a:defRPr sz="2550" b="1" i="0">
                <a:solidFill>
                  <a:srgbClr val="5F9F4B"/>
                </a:solidFill>
                <a:latin typeface="Arial"/>
                <a:ea typeface="Arial"/>
                <a:cs typeface="Arial"/>
              </a:defRPr>
            </a:lvl5pPr>
            <a:lvl6pPr>
              <a:defRPr sz="2550" b="1" i="0">
                <a:solidFill>
                  <a:srgbClr val="5F9F4B"/>
                </a:solidFill>
                <a:latin typeface="Arial"/>
                <a:ea typeface="Arial"/>
                <a:cs typeface="Arial"/>
              </a:defRPr>
            </a:lvl6pPr>
            <a:lvl7pPr>
              <a:defRPr sz="2550" b="1" i="0">
                <a:solidFill>
                  <a:srgbClr val="5F9F4B"/>
                </a:solidFill>
                <a:latin typeface="Arial"/>
                <a:ea typeface="Arial"/>
                <a:cs typeface="Arial"/>
              </a:defRPr>
            </a:lvl7pPr>
            <a:lvl8pPr>
              <a:defRPr sz="2550" b="1" i="0">
                <a:solidFill>
                  <a:srgbClr val="5F9F4B"/>
                </a:solidFill>
                <a:latin typeface="Arial"/>
                <a:ea typeface="Arial"/>
                <a:cs typeface="Arial"/>
              </a:defRPr>
            </a:lvl8pPr>
            <a:lvl9pPr>
              <a:defRPr sz="2550" b="1" i="0">
                <a:solidFill>
                  <a:srgbClr val="5F9F4B"/>
                </a:solidFill>
                <a:latin typeface="Arial"/>
                <a:ea typeface="Arial"/>
                <a:cs typeface="Arial"/>
              </a:defRPr>
            </a:lvl9pPr>
          </a:lstStyle>
          <a:p xmlns:a="http://schemas.openxmlformats.org/drawingml/2006/main">
            <a:pPr>
              <a:defRPr sz="2550" b="1" i="0">
                <a:solidFill>
                  <a:srgbClr val="5F9F4B"/>
                </a:solidFill>
                <a:latin typeface="Arial"/>
                <a:ea typeface="Arial"/>
                <a:cs typeface="Arial"/>
              </a:defRPr>
            </a:pPr>
            <a:r>
              <a:rPr sz="2550" b="1" i="0">
                <a:solidFill>
                  <a:srgbClr val="5F9F4B"/>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1F09EFA-9C28-4680-940B-5B2F8F03E027}"/>
              </a:ext>
            </a:extLst>
          </p:cNvPr>
          <p:cNvSpPr>
            <a:spLocks xmlns:a="http://schemas.openxmlformats.org/drawingml/2006/main" noGrp="1"/>
          </p:cNvSpPr>
          <p:nvPr/>
        </p:nvSpPr>
        <p:spPr>
          <a:xfrm xmlns:a="http://schemas.openxmlformats.org/drawingml/2006/main">
            <a:off x="6896100" y="266700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vl1pPr>
              <a:defRPr sz="1800" b="0" i="0">
                <a:solidFill>
                  <a:srgbClr val="172433"/>
                </a:solidFill>
                <a:latin typeface="Arial"/>
                <a:ea typeface="Arial"/>
                <a:cs typeface="Arial"/>
              </a:defRPr>
            </a:lvl1pPr>
            <a:lvl2pPr>
              <a:defRPr sz="1800" b="0" i="0">
                <a:solidFill>
                  <a:srgbClr val="172433"/>
                </a:solidFill>
                <a:latin typeface="Arial"/>
                <a:ea typeface="Arial"/>
                <a:cs typeface="Arial"/>
              </a:defRPr>
            </a:lvl2pPr>
            <a:lvl3pPr>
              <a:defRPr sz="1800" b="0" i="0">
                <a:solidFill>
                  <a:srgbClr val="172433"/>
                </a:solidFill>
                <a:latin typeface="Arial"/>
                <a:ea typeface="Arial"/>
                <a:cs typeface="Arial"/>
              </a:defRPr>
            </a:lvl3pPr>
            <a:lvl4pPr>
              <a:defRPr sz="1800" b="0" i="0">
                <a:solidFill>
                  <a:srgbClr val="172433"/>
                </a:solidFill>
                <a:latin typeface="Arial"/>
                <a:ea typeface="Arial"/>
                <a:cs typeface="Arial"/>
              </a:defRPr>
            </a:lvl4pPr>
            <a:lvl5pPr>
              <a:defRPr sz="1800" b="0" i="0">
                <a:solidFill>
                  <a:srgbClr val="172433"/>
                </a:solidFill>
                <a:latin typeface="Arial"/>
                <a:ea typeface="Arial"/>
                <a:cs typeface="Arial"/>
              </a:defRPr>
            </a:lvl5pPr>
            <a:lvl6pPr>
              <a:defRPr sz="1800" b="0" i="0">
                <a:solidFill>
                  <a:srgbClr val="172433"/>
                </a:solidFill>
                <a:latin typeface="Arial"/>
                <a:ea typeface="Arial"/>
                <a:cs typeface="Arial"/>
              </a:defRPr>
            </a:lvl6pPr>
            <a:lvl7pPr>
              <a:defRPr sz="1800" b="0" i="0">
                <a:solidFill>
                  <a:srgbClr val="172433"/>
                </a:solidFill>
                <a:latin typeface="Arial"/>
                <a:ea typeface="Arial"/>
                <a:cs typeface="Arial"/>
              </a:defRPr>
            </a:lvl7pPr>
            <a:lvl8pPr>
              <a:defRPr sz="1800" b="0" i="0">
                <a:solidFill>
                  <a:srgbClr val="172433"/>
                </a:solidFill>
                <a:latin typeface="Arial"/>
                <a:ea typeface="Arial"/>
                <a:cs typeface="Arial"/>
              </a:defRPr>
            </a:lvl8pPr>
            <a:lvl9pPr>
              <a:defRPr sz="1800" b="0" i="0">
                <a:solidFill>
                  <a:srgbClr val="172433"/>
                </a:solidFill>
                <a:latin typeface="Arial"/>
                <a:ea typeface="Arial"/>
                <a:cs typeface="Arial"/>
              </a:defRPr>
            </a:lvl9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Predict the first code cell's output</a:t>
            </a:r>
          </a:p>
        </p:txBody>
      </p:sp>
      <p:sp>
        <p:nvSpPr>
          <p:cNvPr id="8" name="">
            <a:extLst xmlns:a="http://schemas.openxmlformats.org/drawingml/2006/main">
              <a:ext uri="{FF2B5EF4-FFF2-40B4-BE49-F238E27FC236}">
                <a16:creationId xmlns:a16="http://schemas.microsoft.com/office/drawing/2014/main" id="{F4512015-A49E-4165-A299-AE9837D8820D}"/>
              </a:ext>
            </a:extLst>
          </p:cNvPr>
          <p:cNvSpPr>
            <a:spLocks xmlns:a="http://schemas.openxmlformats.org/drawingml/2006/main" noGrp="1"/>
          </p:cNvSpPr>
          <p:nvPr/>
        </p:nvSpPr>
        <p:spPr>
          <a:xfrm xmlns:a="http://schemas.openxmlformats.org/drawingml/2006/main">
            <a:off x="6191250" y="3543300"/>
            <a:ext cx="514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i="0">
                <a:solidFill>
                  <a:srgbClr val="2F6F89"/>
                </a:solidFill>
                <a:latin typeface="Arial"/>
                <a:ea typeface="Arial"/>
                <a:cs typeface="Arial"/>
              </a:defRPr>
            </a:defPPr>
            <a:lvl1pPr>
              <a:defRPr sz="2550" b="1" i="0">
                <a:solidFill>
                  <a:srgbClr val="2F6F89"/>
                </a:solidFill>
                <a:latin typeface="Arial"/>
                <a:ea typeface="Arial"/>
                <a:cs typeface="Arial"/>
              </a:defRPr>
            </a:lvl1pPr>
            <a:lvl2pPr>
              <a:defRPr sz="2550" b="1" i="0">
                <a:solidFill>
                  <a:srgbClr val="2F6F89"/>
                </a:solidFill>
                <a:latin typeface="Arial"/>
                <a:ea typeface="Arial"/>
                <a:cs typeface="Arial"/>
              </a:defRPr>
            </a:lvl2pPr>
            <a:lvl3pPr>
              <a:defRPr sz="2550" b="1" i="0">
                <a:solidFill>
                  <a:srgbClr val="2F6F89"/>
                </a:solidFill>
                <a:latin typeface="Arial"/>
                <a:ea typeface="Arial"/>
                <a:cs typeface="Arial"/>
              </a:defRPr>
            </a:lvl3pPr>
            <a:lvl4pPr>
              <a:defRPr sz="2550" b="1" i="0">
                <a:solidFill>
                  <a:srgbClr val="2F6F89"/>
                </a:solidFill>
                <a:latin typeface="Arial"/>
                <a:ea typeface="Arial"/>
                <a:cs typeface="Arial"/>
              </a:defRPr>
            </a:lvl4pPr>
            <a:lvl5pPr>
              <a:defRPr sz="2550" b="1" i="0">
                <a:solidFill>
                  <a:srgbClr val="2F6F89"/>
                </a:solidFill>
                <a:latin typeface="Arial"/>
                <a:ea typeface="Arial"/>
                <a:cs typeface="Arial"/>
              </a:defRPr>
            </a:lvl5pPr>
            <a:lvl6pPr>
              <a:defRPr sz="2550" b="1" i="0">
                <a:solidFill>
                  <a:srgbClr val="2F6F89"/>
                </a:solidFill>
                <a:latin typeface="Arial"/>
                <a:ea typeface="Arial"/>
                <a:cs typeface="Arial"/>
              </a:defRPr>
            </a:lvl6pPr>
            <a:lvl7pPr>
              <a:defRPr sz="2550" b="1" i="0">
                <a:solidFill>
                  <a:srgbClr val="2F6F89"/>
                </a:solidFill>
                <a:latin typeface="Arial"/>
                <a:ea typeface="Arial"/>
                <a:cs typeface="Arial"/>
              </a:defRPr>
            </a:lvl7pPr>
            <a:lvl8pPr>
              <a:defRPr sz="2550" b="1" i="0">
                <a:solidFill>
                  <a:srgbClr val="2F6F89"/>
                </a:solidFill>
                <a:latin typeface="Arial"/>
                <a:ea typeface="Arial"/>
                <a:cs typeface="Arial"/>
              </a:defRPr>
            </a:lvl8pPr>
            <a:lvl9pPr>
              <a:defRPr sz="2550" b="1" i="0">
                <a:solidFill>
                  <a:srgbClr val="2F6F89"/>
                </a:solidFill>
                <a:latin typeface="Arial"/>
                <a:ea typeface="Arial"/>
                <a:cs typeface="Arial"/>
              </a:defRPr>
            </a:lvl9pPr>
          </a:lstStyle>
          <a:p xmlns:a="http://schemas.openxmlformats.org/drawingml/2006/main">
            <a:pPr>
              <a:defRPr sz="2550" b="1" i="0">
                <a:solidFill>
                  <a:srgbClr val="2F6F89"/>
                </a:solidFill>
                <a:latin typeface="Arial"/>
                <a:ea typeface="Arial"/>
                <a:cs typeface="Arial"/>
              </a:defRPr>
            </a:pPr>
            <a:r>
              <a:rPr sz="2550" b="1" i="0">
                <a:solidFill>
                  <a:srgbClr val="2F6F89"/>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C8A962EF-D2BD-42C5-A0DF-8ED362E5752E}"/>
              </a:ext>
            </a:extLst>
          </p:cNvPr>
          <p:cNvSpPr>
            <a:spLocks xmlns:a="http://schemas.openxmlformats.org/drawingml/2006/main" noGrp="1"/>
          </p:cNvSpPr>
          <p:nvPr/>
        </p:nvSpPr>
        <p:spPr>
          <a:xfrm xmlns:a="http://schemas.openxmlformats.org/drawingml/2006/main">
            <a:off x="6896100" y="354330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vl1pPr>
              <a:defRPr sz="1800" b="0" i="0">
                <a:solidFill>
                  <a:srgbClr val="172433"/>
                </a:solidFill>
                <a:latin typeface="Arial"/>
                <a:ea typeface="Arial"/>
                <a:cs typeface="Arial"/>
              </a:defRPr>
            </a:lvl1pPr>
            <a:lvl2pPr>
              <a:defRPr sz="1800" b="0" i="0">
                <a:solidFill>
                  <a:srgbClr val="172433"/>
                </a:solidFill>
                <a:latin typeface="Arial"/>
                <a:ea typeface="Arial"/>
                <a:cs typeface="Arial"/>
              </a:defRPr>
            </a:lvl2pPr>
            <a:lvl3pPr>
              <a:defRPr sz="1800" b="0" i="0">
                <a:solidFill>
                  <a:srgbClr val="172433"/>
                </a:solidFill>
                <a:latin typeface="Arial"/>
                <a:ea typeface="Arial"/>
                <a:cs typeface="Arial"/>
              </a:defRPr>
            </a:lvl3pPr>
            <a:lvl4pPr>
              <a:defRPr sz="1800" b="0" i="0">
                <a:solidFill>
                  <a:srgbClr val="172433"/>
                </a:solidFill>
                <a:latin typeface="Arial"/>
                <a:ea typeface="Arial"/>
                <a:cs typeface="Arial"/>
              </a:defRPr>
            </a:lvl4pPr>
            <a:lvl5pPr>
              <a:defRPr sz="1800" b="0" i="0">
                <a:solidFill>
                  <a:srgbClr val="172433"/>
                </a:solidFill>
                <a:latin typeface="Arial"/>
                <a:ea typeface="Arial"/>
                <a:cs typeface="Arial"/>
              </a:defRPr>
            </a:lvl5pPr>
            <a:lvl6pPr>
              <a:defRPr sz="1800" b="0" i="0">
                <a:solidFill>
                  <a:srgbClr val="172433"/>
                </a:solidFill>
                <a:latin typeface="Arial"/>
                <a:ea typeface="Arial"/>
                <a:cs typeface="Arial"/>
              </a:defRPr>
            </a:lvl6pPr>
            <a:lvl7pPr>
              <a:defRPr sz="1800" b="0" i="0">
                <a:solidFill>
                  <a:srgbClr val="172433"/>
                </a:solidFill>
                <a:latin typeface="Arial"/>
                <a:ea typeface="Arial"/>
                <a:cs typeface="Arial"/>
              </a:defRPr>
            </a:lvl7pPr>
            <a:lvl8pPr>
              <a:defRPr sz="1800" b="0" i="0">
                <a:solidFill>
                  <a:srgbClr val="172433"/>
                </a:solidFill>
                <a:latin typeface="Arial"/>
                <a:ea typeface="Arial"/>
                <a:cs typeface="Arial"/>
              </a:defRPr>
            </a:lvl8pPr>
            <a:lvl9pPr>
              <a:defRPr sz="1800" b="0" i="0">
                <a:solidFill>
                  <a:srgbClr val="172433"/>
                </a:solidFill>
                <a:latin typeface="Arial"/>
                <a:ea typeface="Arial"/>
                <a:cs typeface="Arial"/>
              </a:defRPr>
            </a:lvl9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Run it and compare your prediction</a:t>
            </a:r>
          </a:p>
        </p:txBody>
      </p:sp>
      <p:sp>
        <p:nvSpPr>
          <p:cNvPr id="10" name="">
            <a:extLst xmlns:a="http://schemas.openxmlformats.org/drawingml/2006/main">
              <a:ext uri="{FF2B5EF4-FFF2-40B4-BE49-F238E27FC236}">
                <a16:creationId xmlns:a16="http://schemas.microsoft.com/office/drawing/2014/main" id="{A8B60538-1994-42A9-B52E-CA42CB93C1DF}"/>
              </a:ext>
            </a:extLst>
          </p:cNvPr>
          <p:cNvSpPr>
            <a:spLocks xmlns:a="http://schemas.openxmlformats.org/drawingml/2006/main" noGrp="1"/>
          </p:cNvSpPr>
          <p:nvPr/>
        </p:nvSpPr>
        <p:spPr>
          <a:xfrm xmlns:a="http://schemas.openxmlformats.org/drawingml/2006/main">
            <a:off x="1447800" y="5238750"/>
            <a:ext cx="9296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DF6765"/>
                </a:solidFill>
                <a:latin typeface="Arial"/>
                <a:ea typeface="Arial"/>
                <a:cs typeface="Arial"/>
              </a:defRPr>
            </a:defPPr>
            <a:lvl1pPr>
              <a:defRPr sz="2100" b="1" i="0">
                <a:solidFill>
                  <a:srgbClr val="DF6765"/>
                </a:solidFill>
                <a:latin typeface="Arial"/>
                <a:ea typeface="Arial"/>
                <a:cs typeface="Arial"/>
              </a:defRPr>
            </a:lvl1pPr>
            <a:lvl2pPr>
              <a:defRPr sz="2100" b="1" i="0">
                <a:solidFill>
                  <a:srgbClr val="DF6765"/>
                </a:solidFill>
                <a:latin typeface="Arial"/>
                <a:ea typeface="Arial"/>
                <a:cs typeface="Arial"/>
              </a:defRPr>
            </a:lvl2pPr>
            <a:lvl3pPr>
              <a:defRPr sz="2100" b="1" i="0">
                <a:solidFill>
                  <a:srgbClr val="DF6765"/>
                </a:solidFill>
                <a:latin typeface="Arial"/>
                <a:ea typeface="Arial"/>
                <a:cs typeface="Arial"/>
              </a:defRPr>
            </a:lvl3pPr>
            <a:lvl4pPr>
              <a:defRPr sz="2100" b="1" i="0">
                <a:solidFill>
                  <a:srgbClr val="DF6765"/>
                </a:solidFill>
                <a:latin typeface="Arial"/>
                <a:ea typeface="Arial"/>
                <a:cs typeface="Arial"/>
              </a:defRPr>
            </a:lvl4pPr>
            <a:lvl5pPr>
              <a:defRPr sz="2100" b="1" i="0">
                <a:solidFill>
                  <a:srgbClr val="DF6765"/>
                </a:solidFill>
                <a:latin typeface="Arial"/>
                <a:ea typeface="Arial"/>
                <a:cs typeface="Arial"/>
              </a:defRPr>
            </a:lvl5pPr>
            <a:lvl6pPr>
              <a:defRPr sz="2100" b="1" i="0">
                <a:solidFill>
                  <a:srgbClr val="DF6765"/>
                </a:solidFill>
                <a:latin typeface="Arial"/>
                <a:ea typeface="Arial"/>
                <a:cs typeface="Arial"/>
              </a:defRPr>
            </a:lvl6pPr>
            <a:lvl7pPr>
              <a:defRPr sz="2100" b="1" i="0">
                <a:solidFill>
                  <a:srgbClr val="DF6765"/>
                </a:solidFill>
                <a:latin typeface="Arial"/>
                <a:ea typeface="Arial"/>
                <a:cs typeface="Arial"/>
              </a:defRPr>
            </a:lvl7pPr>
            <a:lvl8pPr>
              <a:defRPr sz="2100" b="1" i="0">
                <a:solidFill>
                  <a:srgbClr val="DF6765"/>
                </a:solidFill>
                <a:latin typeface="Arial"/>
                <a:ea typeface="Arial"/>
                <a:cs typeface="Arial"/>
              </a:defRPr>
            </a:lvl8pPr>
            <a:lvl9pPr>
              <a:defRPr sz="2100" b="1" i="0">
                <a:solidFill>
                  <a:srgbClr val="DF6765"/>
                </a:solidFill>
                <a:latin typeface="Arial"/>
                <a:ea typeface="Arial"/>
                <a:cs typeface="Arial"/>
              </a:defRPr>
            </a:lvl9pPr>
          </a:lstStyle>
          <a:p xmlns:a="http://schemas.openxmlformats.org/drawingml/2006/main">
            <a:pPr>
              <a:defRPr sz="2100" b="1" i="0">
                <a:solidFill>
                  <a:srgbClr val="DF6765"/>
                </a:solidFill>
                <a:latin typeface="Arial"/>
                <a:ea typeface="Arial"/>
                <a:cs typeface="Arial"/>
              </a:defRPr>
            </a:pPr>
            <a:r>
              <a:rPr sz="2100" b="1" i="0">
                <a:solidFill>
                  <a:srgbClr val="DF6765"/>
                </a:solidFill>
                <a:latin typeface="Arial"/>
                <a:ea typeface="Arial"/>
                <a:cs typeface="Arial"/>
              </a:rPr>
              <a:t>Prediction turns running code into an experiment.</a:t>
            </a:r>
          </a:p>
        </p:txBody>
      </p:sp>
      <p:sp>
        <p:nvSpPr>
          <p:cNvPr id="11" name="">
            <a:extLst xmlns:a="http://schemas.openxmlformats.org/drawingml/2006/main">
              <a:ext uri="{FF2B5EF4-FFF2-40B4-BE49-F238E27FC236}">
                <a16:creationId xmlns:a16="http://schemas.microsoft.com/office/drawing/2014/main" id="{3863A585-A564-4C67-B87A-0013BF862F7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9:42-9:45 | Weekly routine</a:t>
            </a:r>
          </a:p>
        </p:txBody>
      </p:sp>
    </p:spTree>
    <p:extLst>
      <p:ext uri="{BB962C8B-B14F-4D97-AF65-F5344CB8AC3E}">
        <p14:creationId xmlns:p14="http://schemas.microsoft.com/office/powerpoint/2010/main" val="1624271062"/>
      </p:ext>
    </p:extLst>
  </p:cSld>
</p:sld>
</file>

<file path=ppt/slides/slide10.xml><?xml version="1.0" encoding="utf-8"?>
<p:sld xmlns:p="http://schemas.openxmlformats.org/presentationml/2006/main">
  <p:cSld>
    <p:bg>
      <p:bgPr>
        <a:solidFill xmlns:a="http://schemas.openxmlformats.org/drawingml/2006/main">
          <a:srgbClr val="2F6F8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29FFF3-E76D-4249-B719-27E670A6963D}"/>
              </a:ext>
            </a:extLst>
          </p:cNvPr>
          <p:cNvSpPr>
            <a:spLocks xmlns:a="http://schemas.openxmlformats.org/drawingml/2006/main" noGrp="1"/>
          </p:cNvSpPr>
          <p:nvPr/>
        </p:nvSpPr>
        <p:spPr>
          <a:xfrm xmlns:a="http://schemas.openxmlformats.org/drawingml/2006/main">
            <a:off x="762000" y="1581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C9E5F0"/>
                </a:solidFill>
                <a:latin typeface="Arial"/>
                <a:ea typeface="Arial"/>
                <a:cs typeface="Arial"/>
              </a:defRPr>
            </a:defPPr>
            <a:lvl1pPr>
              <a:defRPr sz="1950" b="1" i="0">
                <a:solidFill>
                  <a:srgbClr val="C9E5F0"/>
                </a:solidFill>
                <a:latin typeface="Arial"/>
                <a:ea typeface="Arial"/>
                <a:cs typeface="Arial"/>
              </a:defRPr>
            </a:lvl1pPr>
            <a:lvl2pPr>
              <a:defRPr sz="1950" b="1" i="0">
                <a:solidFill>
                  <a:srgbClr val="C9E5F0"/>
                </a:solidFill>
                <a:latin typeface="Arial"/>
                <a:ea typeface="Arial"/>
                <a:cs typeface="Arial"/>
              </a:defRPr>
            </a:lvl2pPr>
            <a:lvl3pPr>
              <a:defRPr sz="1950" b="1" i="0">
                <a:solidFill>
                  <a:srgbClr val="C9E5F0"/>
                </a:solidFill>
                <a:latin typeface="Arial"/>
                <a:ea typeface="Arial"/>
                <a:cs typeface="Arial"/>
              </a:defRPr>
            </a:lvl3pPr>
            <a:lvl4pPr>
              <a:defRPr sz="1950" b="1" i="0">
                <a:solidFill>
                  <a:srgbClr val="C9E5F0"/>
                </a:solidFill>
                <a:latin typeface="Arial"/>
                <a:ea typeface="Arial"/>
                <a:cs typeface="Arial"/>
              </a:defRPr>
            </a:lvl4pPr>
            <a:lvl5pPr>
              <a:defRPr sz="1950" b="1" i="0">
                <a:solidFill>
                  <a:srgbClr val="C9E5F0"/>
                </a:solidFill>
                <a:latin typeface="Arial"/>
                <a:ea typeface="Arial"/>
                <a:cs typeface="Arial"/>
              </a:defRPr>
            </a:lvl5pPr>
            <a:lvl6pPr>
              <a:defRPr sz="1950" b="1" i="0">
                <a:solidFill>
                  <a:srgbClr val="C9E5F0"/>
                </a:solidFill>
                <a:latin typeface="Arial"/>
                <a:ea typeface="Arial"/>
                <a:cs typeface="Arial"/>
              </a:defRPr>
            </a:lvl6pPr>
            <a:lvl7pPr>
              <a:defRPr sz="1950" b="1" i="0">
                <a:solidFill>
                  <a:srgbClr val="C9E5F0"/>
                </a:solidFill>
                <a:latin typeface="Arial"/>
                <a:ea typeface="Arial"/>
                <a:cs typeface="Arial"/>
              </a:defRPr>
            </a:lvl7pPr>
            <a:lvl8pPr>
              <a:defRPr sz="1950" b="1" i="0">
                <a:solidFill>
                  <a:srgbClr val="C9E5F0"/>
                </a:solidFill>
                <a:latin typeface="Arial"/>
                <a:ea typeface="Arial"/>
                <a:cs typeface="Arial"/>
              </a:defRPr>
            </a:lvl8pPr>
            <a:lvl9pPr>
              <a:defRPr sz="1950" b="1" i="0">
                <a:solidFill>
                  <a:srgbClr val="C9E5F0"/>
                </a:solidFill>
                <a:latin typeface="Arial"/>
                <a:ea typeface="Arial"/>
                <a:cs typeface="Arial"/>
              </a:defRPr>
            </a:lvl9pPr>
          </a:lstStyle>
          <a:p xmlns:a="http://schemas.openxmlformats.org/drawingml/2006/main">
            <a:pPr>
              <a:defRPr sz="1950" b="1" i="0">
                <a:solidFill>
                  <a:srgbClr val="C9E5F0"/>
                </a:solidFill>
                <a:latin typeface="Arial"/>
                <a:ea typeface="Arial"/>
                <a:cs typeface="Arial"/>
              </a:defRPr>
            </a:pPr>
            <a:r>
              <a:rPr sz="1950" b="1" i="0">
                <a:solidFill>
                  <a:srgbClr val="C9E5F0"/>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66256D48-5A98-4673-8BF1-6876B9CB2272}"/>
              </a:ext>
            </a:extLst>
          </p:cNvPr>
          <p:cNvSpPr>
            <a:spLocks xmlns:a="http://schemas.openxmlformats.org/drawingml/2006/main" noGrp="1"/>
          </p:cNvSpPr>
          <p:nvPr/>
        </p:nvSpPr>
        <p:spPr>
          <a:xfrm xmlns:a="http://schemas.openxmlformats.org/drawingml/2006/main">
            <a:off x="762000" y="22479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200" b="1" i="0">
                <a:solidFill>
                  <a:srgbClr val="FFFFFF"/>
                </a:solidFill>
                <a:latin typeface="Arial"/>
                <a:ea typeface="Arial"/>
                <a:cs typeface="Arial"/>
              </a:defRPr>
            </a:defPPr>
            <a:lvl1pPr>
              <a:defRPr sz="4200" b="1" i="0">
                <a:solidFill>
                  <a:srgbClr val="FFFFFF"/>
                </a:solidFill>
                <a:latin typeface="Arial"/>
                <a:ea typeface="Arial"/>
                <a:cs typeface="Arial"/>
              </a:defRPr>
            </a:lvl1pPr>
            <a:lvl2pPr>
              <a:defRPr sz="4200" b="1" i="0">
                <a:solidFill>
                  <a:srgbClr val="FFFFFF"/>
                </a:solidFill>
                <a:latin typeface="Arial"/>
                <a:ea typeface="Arial"/>
                <a:cs typeface="Arial"/>
              </a:defRPr>
            </a:lvl2pPr>
            <a:lvl3pPr>
              <a:defRPr sz="4200" b="1" i="0">
                <a:solidFill>
                  <a:srgbClr val="FFFFFF"/>
                </a:solidFill>
                <a:latin typeface="Arial"/>
                <a:ea typeface="Arial"/>
                <a:cs typeface="Arial"/>
              </a:defRPr>
            </a:lvl3pPr>
            <a:lvl4pPr>
              <a:defRPr sz="4200" b="1" i="0">
                <a:solidFill>
                  <a:srgbClr val="FFFFFF"/>
                </a:solidFill>
                <a:latin typeface="Arial"/>
                <a:ea typeface="Arial"/>
                <a:cs typeface="Arial"/>
              </a:defRPr>
            </a:lvl4pPr>
            <a:lvl5pPr>
              <a:defRPr sz="4200" b="1" i="0">
                <a:solidFill>
                  <a:srgbClr val="FFFFFF"/>
                </a:solidFill>
                <a:latin typeface="Arial"/>
                <a:ea typeface="Arial"/>
                <a:cs typeface="Arial"/>
              </a:defRPr>
            </a:lvl5pPr>
            <a:lvl6pPr>
              <a:defRPr sz="4200" b="1" i="0">
                <a:solidFill>
                  <a:srgbClr val="FFFFFF"/>
                </a:solidFill>
                <a:latin typeface="Arial"/>
                <a:ea typeface="Arial"/>
                <a:cs typeface="Arial"/>
              </a:defRPr>
            </a:lvl6pPr>
            <a:lvl7pPr>
              <a:defRPr sz="4200" b="1" i="0">
                <a:solidFill>
                  <a:srgbClr val="FFFFFF"/>
                </a:solidFill>
                <a:latin typeface="Arial"/>
                <a:ea typeface="Arial"/>
                <a:cs typeface="Arial"/>
              </a:defRPr>
            </a:lvl7pPr>
            <a:lvl8pPr>
              <a:defRPr sz="4200" b="1" i="0">
                <a:solidFill>
                  <a:srgbClr val="FFFFFF"/>
                </a:solidFill>
                <a:latin typeface="Arial"/>
                <a:ea typeface="Arial"/>
                <a:cs typeface="Arial"/>
              </a:defRPr>
            </a:lvl8pPr>
            <a:lvl9pPr>
              <a:defRPr sz="4200" b="1" i="0">
                <a:solidFill>
                  <a:srgbClr val="FFFFFF"/>
                </a:solidFill>
                <a:latin typeface="Arial"/>
                <a:ea typeface="Arial"/>
                <a:cs typeface="Arial"/>
              </a:defRPr>
            </a:lvl9pPr>
          </a:lstStyle>
          <a:p xmlns:a="http://schemas.openxmlformats.org/drawingml/2006/main">
            <a:pPr>
              <a:defRPr sz="4200" b="1" i="0">
                <a:solidFill>
                  <a:srgbClr val="FFFFFF"/>
                </a:solidFill>
                <a:latin typeface="Arial"/>
                <a:ea typeface="Arial"/>
                <a:cs typeface="Arial"/>
              </a:defRPr>
            </a:pPr>
            <a:r>
              <a:rPr sz="4200" b="1" i="0">
                <a:solidFill>
                  <a:srgbClr val="FFFFFF"/>
                </a:solidFill>
                <a:latin typeface="Arial"/>
                <a:ea typeface="Arial"/>
                <a:cs typeface="Arial"/>
              </a:rPr>
              <a:t>Data and decisions</a:t>
            </a:r>
          </a:p>
        </p:txBody>
      </p:sp>
      <p:sp>
        <p:nvSpPr>
          <p:cNvPr id="3" name="">
            <a:extLst xmlns:a="http://schemas.openxmlformats.org/drawingml/2006/main">
              <a:ext uri="{FF2B5EF4-FFF2-40B4-BE49-F238E27FC236}">
                <a16:creationId xmlns:a16="http://schemas.microsoft.com/office/drawing/2014/main" id="{77210F69-108D-4445-98A9-FC3DE64F8ECD}"/>
              </a:ext>
            </a:extLst>
          </p:cNvPr>
          <p:cNvSpPr>
            <a:spLocks xmlns:a="http://schemas.openxmlformats.org/drawingml/2006/main" noGrp="1"/>
          </p:cNvSpPr>
          <p:nvPr/>
        </p:nvSpPr>
        <p:spPr>
          <a:xfrm xmlns:a="http://schemas.openxmlformats.org/drawingml/2006/main">
            <a:off x="762000" y="3333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i="0">
                <a:solidFill>
                  <a:srgbClr val="FFFFFF"/>
                </a:solidFill>
                <a:latin typeface="Arial"/>
                <a:ea typeface="Arial"/>
                <a:cs typeface="Arial"/>
              </a:defRPr>
            </a:defPPr>
            <a:lvl1pPr>
              <a:defRPr sz="2325" b="0" i="0">
                <a:solidFill>
                  <a:srgbClr val="FFFFFF"/>
                </a:solidFill>
                <a:latin typeface="Arial"/>
                <a:ea typeface="Arial"/>
                <a:cs typeface="Arial"/>
              </a:defRPr>
            </a:lvl1pPr>
            <a:lvl2pPr>
              <a:defRPr sz="2325" b="0" i="0">
                <a:solidFill>
                  <a:srgbClr val="FFFFFF"/>
                </a:solidFill>
                <a:latin typeface="Arial"/>
                <a:ea typeface="Arial"/>
                <a:cs typeface="Arial"/>
              </a:defRPr>
            </a:lvl2pPr>
            <a:lvl3pPr>
              <a:defRPr sz="2325" b="0" i="0">
                <a:solidFill>
                  <a:srgbClr val="FFFFFF"/>
                </a:solidFill>
                <a:latin typeface="Arial"/>
                <a:ea typeface="Arial"/>
                <a:cs typeface="Arial"/>
              </a:defRPr>
            </a:lvl3pPr>
            <a:lvl4pPr>
              <a:defRPr sz="2325" b="0" i="0">
                <a:solidFill>
                  <a:srgbClr val="FFFFFF"/>
                </a:solidFill>
                <a:latin typeface="Arial"/>
                <a:ea typeface="Arial"/>
                <a:cs typeface="Arial"/>
              </a:defRPr>
            </a:lvl4pPr>
            <a:lvl5pPr>
              <a:defRPr sz="2325" b="0" i="0">
                <a:solidFill>
                  <a:srgbClr val="FFFFFF"/>
                </a:solidFill>
                <a:latin typeface="Arial"/>
                <a:ea typeface="Arial"/>
                <a:cs typeface="Arial"/>
              </a:defRPr>
            </a:lvl5pPr>
            <a:lvl6pPr>
              <a:defRPr sz="2325" b="0" i="0">
                <a:solidFill>
                  <a:srgbClr val="FFFFFF"/>
                </a:solidFill>
                <a:latin typeface="Arial"/>
                <a:ea typeface="Arial"/>
                <a:cs typeface="Arial"/>
              </a:defRPr>
            </a:lvl6pPr>
            <a:lvl7pPr>
              <a:defRPr sz="2325" b="0" i="0">
                <a:solidFill>
                  <a:srgbClr val="FFFFFF"/>
                </a:solidFill>
                <a:latin typeface="Arial"/>
                <a:ea typeface="Arial"/>
                <a:cs typeface="Arial"/>
              </a:defRPr>
            </a:lvl7pPr>
            <a:lvl8pPr>
              <a:defRPr sz="2325" b="0" i="0">
                <a:solidFill>
                  <a:srgbClr val="FFFFFF"/>
                </a:solidFill>
                <a:latin typeface="Arial"/>
                <a:ea typeface="Arial"/>
                <a:cs typeface="Arial"/>
              </a:defRPr>
            </a:lvl8pPr>
            <a:lvl9pPr>
              <a:defRPr sz="2325" b="0" i="0">
                <a:solidFill>
                  <a:srgbClr val="FFFFFF"/>
                </a:solidFill>
                <a:latin typeface="Arial"/>
                <a:ea typeface="Arial"/>
                <a:cs typeface="Arial"/>
              </a:defRPr>
            </a:lvl9pPr>
          </a:lstStyle>
          <a:p xmlns:a="http://schemas.openxmlformats.org/drawingml/2006/main">
            <a:pPr>
              <a:defRPr sz="2325" b="0" i="0">
                <a:solidFill>
                  <a:srgbClr val="FFFFFF"/>
                </a:solidFill>
                <a:latin typeface="Arial"/>
                <a:ea typeface="Arial"/>
                <a:cs typeface="Arial"/>
              </a:defRPr>
            </a:pPr>
            <a:r>
              <a:rPr sz="2325" b="0" i="0">
                <a:solidFill>
                  <a:srgbClr val="FFFFFF"/>
                </a:solidFill>
                <a:latin typeface="Arial"/>
                <a:ea typeface="Arial"/>
                <a:cs typeface="Arial"/>
              </a:rPr>
              <a:t>Input, stored data, processing, output</a:t>
            </a:r>
          </a:p>
        </p:txBody>
      </p:sp>
      <p:sp>
        <p:nvSpPr>
          <p:cNvPr id="4" name="">
            <a:extLst xmlns:a="http://schemas.openxmlformats.org/drawingml/2006/main">
              <a:ext uri="{FF2B5EF4-FFF2-40B4-BE49-F238E27FC236}">
                <a16:creationId xmlns:a16="http://schemas.microsoft.com/office/drawing/2014/main" id="{8C50EFCA-7FDA-456C-876A-92C2B188CBD8}"/>
              </a:ext>
            </a:extLst>
          </p:cNvPr>
          <p:cNvSpPr>
            <a:spLocks xmlns:a="http://schemas.openxmlformats.org/drawingml/2006/main" noGrp="1"/>
          </p:cNvSpPr>
          <p:nvPr/>
        </p:nvSpPr>
        <p:spPr>
          <a:xfrm xmlns:a="http://schemas.openxmlformats.org/drawingml/2006/main">
            <a:off x="952500" y="4762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FFD0CE"/>
                </a:solidFill>
                <a:latin typeface="Arial"/>
                <a:ea typeface="Arial"/>
                <a:cs typeface="Arial"/>
              </a:defRPr>
            </a:defPPr>
            <a:lvl1pPr>
              <a:defRPr sz="1950" b="1" i="0">
                <a:solidFill>
                  <a:srgbClr val="FFD0CE"/>
                </a:solidFill>
                <a:latin typeface="Arial"/>
                <a:ea typeface="Arial"/>
                <a:cs typeface="Arial"/>
              </a:defRPr>
            </a:lvl1pPr>
            <a:lvl2pPr>
              <a:defRPr sz="1950" b="1" i="0">
                <a:solidFill>
                  <a:srgbClr val="FFD0CE"/>
                </a:solidFill>
                <a:latin typeface="Arial"/>
                <a:ea typeface="Arial"/>
                <a:cs typeface="Arial"/>
              </a:defRPr>
            </a:lvl2pPr>
            <a:lvl3pPr>
              <a:defRPr sz="1950" b="1" i="0">
                <a:solidFill>
                  <a:srgbClr val="FFD0CE"/>
                </a:solidFill>
                <a:latin typeface="Arial"/>
                <a:ea typeface="Arial"/>
                <a:cs typeface="Arial"/>
              </a:defRPr>
            </a:lvl3pPr>
            <a:lvl4pPr>
              <a:defRPr sz="1950" b="1" i="0">
                <a:solidFill>
                  <a:srgbClr val="FFD0CE"/>
                </a:solidFill>
                <a:latin typeface="Arial"/>
                <a:ea typeface="Arial"/>
                <a:cs typeface="Arial"/>
              </a:defRPr>
            </a:lvl4pPr>
            <a:lvl5pPr>
              <a:defRPr sz="1950" b="1" i="0">
                <a:solidFill>
                  <a:srgbClr val="FFD0CE"/>
                </a:solidFill>
                <a:latin typeface="Arial"/>
                <a:ea typeface="Arial"/>
                <a:cs typeface="Arial"/>
              </a:defRPr>
            </a:lvl5pPr>
            <a:lvl6pPr>
              <a:defRPr sz="1950" b="1" i="0">
                <a:solidFill>
                  <a:srgbClr val="FFD0CE"/>
                </a:solidFill>
                <a:latin typeface="Arial"/>
                <a:ea typeface="Arial"/>
                <a:cs typeface="Arial"/>
              </a:defRPr>
            </a:lvl6pPr>
            <a:lvl7pPr>
              <a:defRPr sz="1950" b="1" i="0">
                <a:solidFill>
                  <a:srgbClr val="FFD0CE"/>
                </a:solidFill>
                <a:latin typeface="Arial"/>
                <a:ea typeface="Arial"/>
                <a:cs typeface="Arial"/>
              </a:defRPr>
            </a:lvl7pPr>
            <a:lvl8pPr>
              <a:defRPr sz="1950" b="1" i="0">
                <a:solidFill>
                  <a:srgbClr val="FFD0CE"/>
                </a:solidFill>
                <a:latin typeface="Arial"/>
                <a:ea typeface="Arial"/>
                <a:cs typeface="Arial"/>
              </a:defRPr>
            </a:lvl8pPr>
            <a:lvl9pPr>
              <a:defRPr sz="1950" b="1" i="0">
                <a:solidFill>
                  <a:srgbClr val="FFD0CE"/>
                </a:solidFill>
                <a:latin typeface="Arial"/>
                <a:ea typeface="Arial"/>
                <a:cs typeface="Arial"/>
              </a:defRPr>
            </a:lvl9pPr>
          </a:lstStyle>
          <a:p xmlns:a="http://schemas.openxmlformats.org/drawingml/2006/main">
            <a:pPr>
              <a:defRPr sz="1950" b="1" i="0">
                <a:solidFill>
                  <a:srgbClr val="FFD0CE"/>
                </a:solidFill>
                <a:latin typeface="Arial"/>
                <a:ea typeface="Arial"/>
                <a:cs typeface="Arial"/>
              </a:defRPr>
            </a:pPr>
            <a:r>
              <a:rPr sz="1950" b="1" i="0">
                <a:solidFill>
                  <a:srgbClr val="FFD0CE"/>
                </a:solidFill>
                <a:latin typeface="Arial"/>
                <a:ea typeface="Arial"/>
                <a:cs typeface="Arial"/>
              </a:rPr>
              <a:t>Question: what value changes at each step?</a:t>
            </a:r>
          </a:p>
        </p:txBody>
      </p:sp>
    </p:spTree>
    <p:extLst>
      <p:ext uri="{BB962C8B-B14F-4D97-AF65-F5344CB8AC3E}">
        <p14:creationId xmlns:p14="http://schemas.microsoft.com/office/powerpoint/2010/main" val="43716426"/>
      </p:ext>
    </p:extLst>
  </p:cSld>
</p:sld>
</file>

<file path=ppt/slides/slide11.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04486F-9A61-4D49-9B59-0AD92BD2CCA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Every program transforms something</a:t>
            </a:r>
          </a:p>
        </p:txBody>
      </p:sp>
      <p:sp>
        <p:nvSpPr>
          <p:cNvPr id="2" name="">
            <a:extLst xmlns:a="http://schemas.openxmlformats.org/drawingml/2006/main">
              <a:ext uri="{FF2B5EF4-FFF2-40B4-BE49-F238E27FC236}">
                <a16:creationId xmlns:a16="http://schemas.microsoft.com/office/drawing/2014/main" id="{3D519A8C-6E1A-4DD3-8011-1E52790BB902}"/>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Trace the values before worrying about syntax</a:t>
            </a:r>
          </a:p>
        </p:txBody>
      </p:sp>
      <p:sp>
        <p:nvSpPr>
          <p:cNvPr id="3" name="">
            <a:extLst xmlns:a="http://schemas.openxmlformats.org/drawingml/2006/main">
              <a:ext uri="{FF2B5EF4-FFF2-40B4-BE49-F238E27FC236}">
                <a16:creationId xmlns:a16="http://schemas.microsoft.com/office/drawing/2014/main" id="{FEB526C0-7B36-4089-886C-5A7A0E586248}"/>
              </a:ext>
            </a:extLst>
          </p:cNvPr>
          <p:cNvSpPr>
            <a:spLocks xmlns:a="http://schemas.openxmlformats.org/drawingml/2006/main" noGrp="1"/>
          </p:cNvSpPr>
          <p:nvPr/>
        </p:nvSpPr>
        <p:spPr>
          <a:xfrm xmlns:a="http://schemas.openxmlformats.org/drawingml/2006/main">
            <a:off x="742950" y="2095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DF6765"/>
                </a:solidFill>
                <a:latin typeface="Arial"/>
                <a:ea typeface="Arial"/>
                <a:cs typeface="Arial"/>
              </a:defRPr>
            </a:defPPr>
            <a:lvl1pPr>
              <a:defRPr sz="1875" b="1" i="0">
                <a:solidFill>
                  <a:srgbClr val="DF6765"/>
                </a:solidFill>
                <a:latin typeface="Arial"/>
                <a:ea typeface="Arial"/>
                <a:cs typeface="Arial"/>
              </a:defRPr>
            </a:lvl1pPr>
            <a:lvl2pPr>
              <a:defRPr sz="1875" b="1" i="0">
                <a:solidFill>
                  <a:srgbClr val="DF6765"/>
                </a:solidFill>
                <a:latin typeface="Arial"/>
                <a:ea typeface="Arial"/>
                <a:cs typeface="Arial"/>
              </a:defRPr>
            </a:lvl2pPr>
            <a:lvl3pPr>
              <a:defRPr sz="1875" b="1" i="0">
                <a:solidFill>
                  <a:srgbClr val="DF6765"/>
                </a:solidFill>
                <a:latin typeface="Arial"/>
                <a:ea typeface="Arial"/>
                <a:cs typeface="Arial"/>
              </a:defRPr>
            </a:lvl3pPr>
            <a:lvl4pPr>
              <a:defRPr sz="1875" b="1" i="0">
                <a:solidFill>
                  <a:srgbClr val="DF6765"/>
                </a:solidFill>
                <a:latin typeface="Arial"/>
                <a:ea typeface="Arial"/>
                <a:cs typeface="Arial"/>
              </a:defRPr>
            </a:lvl4pPr>
            <a:lvl5pPr>
              <a:defRPr sz="1875" b="1" i="0">
                <a:solidFill>
                  <a:srgbClr val="DF6765"/>
                </a:solidFill>
                <a:latin typeface="Arial"/>
                <a:ea typeface="Arial"/>
                <a:cs typeface="Arial"/>
              </a:defRPr>
            </a:lvl5pPr>
            <a:lvl6pPr>
              <a:defRPr sz="1875" b="1" i="0">
                <a:solidFill>
                  <a:srgbClr val="DF6765"/>
                </a:solidFill>
                <a:latin typeface="Arial"/>
                <a:ea typeface="Arial"/>
                <a:cs typeface="Arial"/>
              </a:defRPr>
            </a:lvl6pPr>
            <a:lvl7pPr>
              <a:defRPr sz="1875" b="1" i="0">
                <a:solidFill>
                  <a:srgbClr val="DF6765"/>
                </a:solidFill>
                <a:latin typeface="Arial"/>
                <a:ea typeface="Arial"/>
                <a:cs typeface="Arial"/>
              </a:defRPr>
            </a:lvl7pPr>
            <a:lvl8pPr>
              <a:defRPr sz="1875" b="1" i="0">
                <a:solidFill>
                  <a:srgbClr val="DF6765"/>
                </a:solidFill>
                <a:latin typeface="Arial"/>
                <a:ea typeface="Arial"/>
                <a:cs typeface="Arial"/>
              </a:defRPr>
            </a:lvl8pPr>
            <a:lvl9pPr>
              <a:defRPr sz="1875" b="1" i="0">
                <a:solidFill>
                  <a:srgbClr val="DF6765"/>
                </a:solidFill>
                <a:latin typeface="Arial"/>
                <a:ea typeface="Arial"/>
                <a:cs typeface="Arial"/>
              </a:defRPr>
            </a:lvl9pPr>
          </a:lstStyle>
          <a:p xmlns:a="http://schemas.openxmlformats.org/drawingml/2006/main">
            <a:pPr>
              <a:defRPr sz="1875" b="1" i="0">
                <a:solidFill>
                  <a:srgbClr val="DF6765"/>
                </a:solidFill>
                <a:latin typeface="Arial"/>
                <a:ea typeface="Arial"/>
                <a:cs typeface="Arial"/>
              </a:defRPr>
            </a:pPr>
            <a:r>
              <a:rPr sz="1875" b="1" i="0">
                <a:solidFill>
                  <a:srgbClr val="DF6765"/>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C18E5957-FDC5-4D63-863C-E810E96FBFA1}"/>
              </a:ext>
            </a:extLst>
          </p:cNvPr>
          <p:cNvSpPr>
            <a:spLocks xmlns:a="http://schemas.openxmlformats.org/drawingml/2006/main" noGrp="1"/>
          </p:cNvSpPr>
          <p:nvPr/>
        </p:nvSpPr>
        <p:spPr>
          <a:xfrm xmlns:a="http://schemas.openxmlformats.org/drawingml/2006/main">
            <a:off x="742950" y="2857500"/>
            <a:ext cx="209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173654"/>
                </a:solidFill>
                <a:latin typeface="Arial"/>
                <a:ea typeface="Arial"/>
                <a:cs typeface="Arial"/>
              </a:defRPr>
            </a:defPPr>
            <a:lvl1pPr>
              <a:defRPr sz="2400" b="1" i="0">
                <a:solidFill>
                  <a:srgbClr val="173654"/>
                </a:solidFill>
                <a:latin typeface="Arial"/>
                <a:ea typeface="Arial"/>
                <a:cs typeface="Arial"/>
              </a:defRPr>
            </a:lvl1pPr>
            <a:lvl2pPr>
              <a:defRPr sz="2400" b="1" i="0">
                <a:solidFill>
                  <a:srgbClr val="173654"/>
                </a:solidFill>
                <a:latin typeface="Arial"/>
                <a:ea typeface="Arial"/>
                <a:cs typeface="Arial"/>
              </a:defRPr>
            </a:lvl2pPr>
            <a:lvl3pPr>
              <a:defRPr sz="2400" b="1" i="0">
                <a:solidFill>
                  <a:srgbClr val="173654"/>
                </a:solidFill>
                <a:latin typeface="Arial"/>
                <a:ea typeface="Arial"/>
                <a:cs typeface="Arial"/>
              </a:defRPr>
            </a:lvl3pPr>
            <a:lvl4pPr>
              <a:defRPr sz="2400" b="1" i="0">
                <a:solidFill>
                  <a:srgbClr val="173654"/>
                </a:solidFill>
                <a:latin typeface="Arial"/>
                <a:ea typeface="Arial"/>
                <a:cs typeface="Arial"/>
              </a:defRPr>
            </a:lvl4pPr>
            <a:lvl5pPr>
              <a:defRPr sz="2400" b="1" i="0">
                <a:solidFill>
                  <a:srgbClr val="173654"/>
                </a:solidFill>
                <a:latin typeface="Arial"/>
                <a:ea typeface="Arial"/>
                <a:cs typeface="Arial"/>
              </a:defRPr>
            </a:lvl5pPr>
            <a:lvl6pPr>
              <a:defRPr sz="2400" b="1" i="0">
                <a:solidFill>
                  <a:srgbClr val="173654"/>
                </a:solidFill>
                <a:latin typeface="Arial"/>
                <a:ea typeface="Arial"/>
                <a:cs typeface="Arial"/>
              </a:defRPr>
            </a:lvl6pPr>
            <a:lvl7pPr>
              <a:defRPr sz="2400" b="1" i="0">
                <a:solidFill>
                  <a:srgbClr val="173654"/>
                </a:solidFill>
                <a:latin typeface="Arial"/>
                <a:ea typeface="Arial"/>
                <a:cs typeface="Arial"/>
              </a:defRPr>
            </a:lvl7pPr>
            <a:lvl8pPr>
              <a:defRPr sz="2400" b="1" i="0">
                <a:solidFill>
                  <a:srgbClr val="173654"/>
                </a:solidFill>
                <a:latin typeface="Arial"/>
                <a:ea typeface="Arial"/>
                <a:cs typeface="Arial"/>
              </a:defRPr>
            </a:lvl8pPr>
            <a:lvl9pPr>
              <a:defRPr sz="2400" b="1" i="0">
                <a:solidFill>
                  <a:srgbClr val="173654"/>
                </a:solidFill>
                <a:latin typeface="Arial"/>
                <a:ea typeface="Arial"/>
                <a:cs typeface="Arial"/>
              </a:defRPr>
            </a:lvl9pPr>
          </a:lstStyle>
          <a:p xmlns:a="http://schemas.openxmlformats.org/drawingml/2006/main">
            <a:pPr>
              <a:defRPr sz="2400" b="1" i="0">
                <a:solidFill>
                  <a:srgbClr val="173654"/>
                </a:solidFill>
                <a:latin typeface="Arial"/>
                <a:ea typeface="Arial"/>
                <a:cs typeface="Arial"/>
              </a:defRPr>
            </a:pPr>
            <a:r>
              <a:rPr sz="2400" b="1" i="0">
                <a:solidFill>
                  <a:srgbClr val="173654"/>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96597771-D62C-4169-B112-B18E2F37CF25}"/>
              </a:ext>
            </a:extLst>
          </p:cNvPr>
          <p:cNvSpPr>
            <a:spLocks xmlns:a="http://schemas.openxmlformats.org/drawingml/2006/main" noGrp="1"/>
          </p:cNvSpPr>
          <p:nvPr/>
        </p:nvSpPr>
        <p:spPr>
          <a:xfrm xmlns:a="http://schemas.openxmlformats.org/drawingml/2006/main">
            <a:off x="3600450" y="2095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5F9F4B"/>
                </a:solidFill>
                <a:latin typeface="Arial"/>
                <a:ea typeface="Arial"/>
                <a:cs typeface="Arial"/>
              </a:defRPr>
            </a:defPPr>
            <a:lvl1pPr>
              <a:defRPr sz="1875" b="1" i="0">
                <a:solidFill>
                  <a:srgbClr val="5F9F4B"/>
                </a:solidFill>
                <a:latin typeface="Arial"/>
                <a:ea typeface="Arial"/>
                <a:cs typeface="Arial"/>
              </a:defRPr>
            </a:lvl1pPr>
            <a:lvl2pPr>
              <a:defRPr sz="1875" b="1" i="0">
                <a:solidFill>
                  <a:srgbClr val="5F9F4B"/>
                </a:solidFill>
                <a:latin typeface="Arial"/>
                <a:ea typeface="Arial"/>
                <a:cs typeface="Arial"/>
              </a:defRPr>
            </a:lvl2pPr>
            <a:lvl3pPr>
              <a:defRPr sz="1875" b="1" i="0">
                <a:solidFill>
                  <a:srgbClr val="5F9F4B"/>
                </a:solidFill>
                <a:latin typeface="Arial"/>
                <a:ea typeface="Arial"/>
                <a:cs typeface="Arial"/>
              </a:defRPr>
            </a:lvl3pPr>
            <a:lvl4pPr>
              <a:defRPr sz="1875" b="1" i="0">
                <a:solidFill>
                  <a:srgbClr val="5F9F4B"/>
                </a:solidFill>
                <a:latin typeface="Arial"/>
                <a:ea typeface="Arial"/>
                <a:cs typeface="Arial"/>
              </a:defRPr>
            </a:lvl4pPr>
            <a:lvl5pPr>
              <a:defRPr sz="1875" b="1" i="0">
                <a:solidFill>
                  <a:srgbClr val="5F9F4B"/>
                </a:solidFill>
                <a:latin typeface="Arial"/>
                <a:ea typeface="Arial"/>
                <a:cs typeface="Arial"/>
              </a:defRPr>
            </a:lvl5pPr>
            <a:lvl6pPr>
              <a:defRPr sz="1875" b="1" i="0">
                <a:solidFill>
                  <a:srgbClr val="5F9F4B"/>
                </a:solidFill>
                <a:latin typeface="Arial"/>
                <a:ea typeface="Arial"/>
                <a:cs typeface="Arial"/>
              </a:defRPr>
            </a:lvl6pPr>
            <a:lvl7pPr>
              <a:defRPr sz="1875" b="1" i="0">
                <a:solidFill>
                  <a:srgbClr val="5F9F4B"/>
                </a:solidFill>
                <a:latin typeface="Arial"/>
                <a:ea typeface="Arial"/>
                <a:cs typeface="Arial"/>
              </a:defRPr>
            </a:lvl7pPr>
            <a:lvl8pPr>
              <a:defRPr sz="1875" b="1" i="0">
                <a:solidFill>
                  <a:srgbClr val="5F9F4B"/>
                </a:solidFill>
                <a:latin typeface="Arial"/>
                <a:ea typeface="Arial"/>
                <a:cs typeface="Arial"/>
              </a:defRPr>
            </a:lvl8pPr>
            <a:lvl9pPr>
              <a:defRPr sz="1875" b="1" i="0">
                <a:solidFill>
                  <a:srgbClr val="5F9F4B"/>
                </a:solidFill>
                <a:latin typeface="Arial"/>
                <a:ea typeface="Arial"/>
                <a:cs typeface="Arial"/>
              </a:defRPr>
            </a:lvl9pPr>
          </a:lstStyle>
          <a:p xmlns:a="http://schemas.openxmlformats.org/drawingml/2006/main">
            <a:pPr>
              <a:defRPr sz="1875" b="1" i="0">
                <a:solidFill>
                  <a:srgbClr val="5F9F4B"/>
                </a:solidFill>
                <a:latin typeface="Arial"/>
                <a:ea typeface="Arial"/>
                <a:cs typeface="Arial"/>
              </a:defRPr>
            </a:pPr>
            <a:r>
              <a:rPr sz="1875" b="1" i="0">
                <a:solidFill>
                  <a:srgbClr val="5F9F4B"/>
                </a:solidFill>
                <a:latin typeface="Arial"/>
                <a:ea typeface="Arial"/>
                <a:cs typeface="Arial"/>
              </a:rPr>
              <a:t>STORE</a:t>
            </a:r>
          </a:p>
        </p:txBody>
      </p:sp>
      <p:sp>
        <p:nvSpPr>
          <p:cNvPr id="6" name="">
            <a:extLst xmlns:a="http://schemas.openxmlformats.org/drawingml/2006/main">
              <a:ext uri="{FF2B5EF4-FFF2-40B4-BE49-F238E27FC236}">
                <a16:creationId xmlns:a16="http://schemas.microsoft.com/office/drawing/2014/main" id="{C22F447F-F795-4971-85D3-5A2CA7887EC5}"/>
              </a:ext>
            </a:extLst>
          </p:cNvPr>
          <p:cNvSpPr>
            <a:spLocks xmlns:a="http://schemas.openxmlformats.org/drawingml/2006/main" noGrp="1"/>
          </p:cNvSpPr>
          <p:nvPr/>
        </p:nvSpPr>
        <p:spPr>
          <a:xfrm xmlns:a="http://schemas.openxmlformats.org/drawingml/2006/main">
            <a:off x="3600450" y="2857500"/>
            <a:ext cx="209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173654"/>
                </a:solidFill>
                <a:latin typeface="Arial"/>
                <a:ea typeface="Arial"/>
                <a:cs typeface="Arial"/>
              </a:defRPr>
            </a:defPPr>
            <a:lvl1pPr>
              <a:defRPr sz="2400" b="1" i="0">
                <a:solidFill>
                  <a:srgbClr val="173654"/>
                </a:solidFill>
                <a:latin typeface="Arial"/>
                <a:ea typeface="Arial"/>
                <a:cs typeface="Arial"/>
              </a:defRPr>
            </a:lvl1pPr>
            <a:lvl2pPr>
              <a:defRPr sz="2400" b="1" i="0">
                <a:solidFill>
                  <a:srgbClr val="173654"/>
                </a:solidFill>
                <a:latin typeface="Arial"/>
                <a:ea typeface="Arial"/>
                <a:cs typeface="Arial"/>
              </a:defRPr>
            </a:lvl2pPr>
            <a:lvl3pPr>
              <a:defRPr sz="2400" b="1" i="0">
                <a:solidFill>
                  <a:srgbClr val="173654"/>
                </a:solidFill>
                <a:latin typeface="Arial"/>
                <a:ea typeface="Arial"/>
                <a:cs typeface="Arial"/>
              </a:defRPr>
            </a:lvl3pPr>
            <a:lvl4pPr>
              <a:defRPr sz="2400" b="1" i="0">
                <a:solidFill>
                  <a:srgbClr val="173654"/>
                </a:solidFill>
                <a:latin typeface="Arial"/>
                <a:ea typeface="Arial"/>
                <a:cs typeface="Arial"/>
              </a:defRPr>
            </a:lvl4pPr>
            <a:lvl5pPr>
              <a:defRPr sz="2400" b="1" i="0">
                <a:solidFill>
                  <a:srgbClr val="173654"/>
                </a:solidFill>
                <a:latin typeface="Arial"/>
                <a:ea typeface="Arial"/>
                <a:cs typeface="Arial"/>
              </a:defRPr>
            </a:lvl5pPr>
            <a:lvl6pPr>
              <a:defRPr sz="2400" b="1" i="0">
                <a:solidFill>
                  <a:srgbClr val="173654"/>
                </a:solidFill>
                <a:latin typeface="Arial"/>
                <a:ea typeface="Arial"/>
                <a:cs typeface="Arial"/>
              </a:defRPr>
            </a:lvl6pPr>
            <a:lvl7pPr>
              <a:defRPr sz="2400" b="1" i="0">
                <a:solidFill>
                  <a:srgbClr val="173654"/>
                </a:solidFill>
                <a:latin typeface="Arial"/>
                <a:ea typeface="Arial"/>
                <a:cs typeface="Arial"/>
              </a:defRPr>
            </a:lvl7pPr>
            <a:lvl8pPr>
              <a:defRPr sz="2400" b="1" i="0">
                <a:solidFill>
                  <a:srgbClr val="173654"/>
                </a:solidFill>
                <a:latin typeface="Arial"/>
                <a:ea typeface="Arial"/>
                <a:cs typeface="Arial"/>
              </a:defRPr>
            </a:lvl8pPr>
            <a:lvl9pPr>
              <a:defRPr sz="2400" b="1" i="0">
                <a:solidFill>
                  <a:srgbClr val="173654"/>
                </a:solidFill>
                <a:latin typeface="Arial"/>
                <a:ea typeface="Arial"/>
                <a:cs typeface="Arial"/>
              </a:defRPr>
            </a:lvl9pPr>
          </a:lstStyle>
          <a:p xmlns:a="http://schemas.openxmlformats.org/drawingml/2006/main">
            <a:pPr>
              <a:defRPr sz="2400" b="1" i="0">
                <a:solidFill>
                  <a:srgbClr val="173654"/>
                </a:solidFill>
                <a:latin typeface="Arial"/>
                <a:ea typeface="Arial"/>
                <a:cs typeface="Arial"/>
              </a:defRPr>
            </a:pPr>
            <a:r>
              <a:rPr sz="2400" b="1" i="0">
                <a:solidFill>
                  <a:srgbClr val="173654"/>
                </a:solidFill>
                <a:latin typeface="Arial"/>
                <a:ea typeface="Arial"/>
                <a:cs typeface="Arial"/>
              </a:rPr>
              <a:t>minutes</a:t>
            </a:r>
          </a:p>
        </p:txBody>
      </p:sp>
      <p:sp>
        <p:nvSpPr>
          <p:cNvPr id="7" name="">
            <a:extLst xmlns:a="http://schemas.openxmlformats.org/drawingml/2006/main">
              <a:ext uri="{FF2B5EF4-FFF2-40B4-BE49-F238E27FC236}">
                <a16:creationId xmlns:a16="http://schemas.microsoft.com/office/drawing/2014/main" id="{540BB19C-226A-443D-9235-4F13D7FF3669}"/>
              </a:ext>
            </a:extLst>
          </p:cNvPr>
          <p:cNvSpPr>
            <a:spLocks xmlns:a="http://schemas.openxmlformats.org/drawingml/2006/main" noGrp="1"/>
          </p:cNvSpPr>
          <p:nvPr/>
        </p:nvSpPr>
        <p:spPr>
          <a:xfrm xmlns:a="http://schemas.openxmlformats.org/drawingml/2006/main">
            <a:off x="6457950" y="2095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2F6F89"/>
                </a:solidFill>
                <a:latin typeface="Arial"/>
                <a:ea typeface="Arial"/>
                <a:cs typeface="Arial"/>
              </a:defRPr>
            </a:defPPr>
            <a:lvl1pPr>
              <a:defRPr sz="1875" b="1" i="0">
                <a:solidFill>
                  <a:srgbClr val="2F6F89"/>
                </a:solidFill>
                <a:latin typeface="Arial"/>
                <a:ea typeface="Arial"/>
                <a:cs typeface="Arial"/>
              </a:defRPr>
            </a:lvl1pPr>
            <a:lvl2pPr>
              <a:defRPr sz="1875" b="1" i="0">
                <a:solidFill>
                  <a:srgbClr val="2F6F89"/>
                </a:solidFill>
                <a:latin typeface="Arial"/>
                <a:ea typeface="Arial"/>
                <a:cs typeface="Arial"/>
              </a:defRPr>
            </a:lvl2pPr>
            <a:lvl3pPr>
              <a:defRPr sz="1875" b="1" i="0">
                <a:solidFill>
                  <a:srgbClr val="2F6F89"/>
                </a:solidFill>
                <a:latin typeface="Arial"/>
                <a:ea typeface="Arial"/>
                <a:cs typeface="Arial"/>
              </a:defRPr>
            </a:lvl3pPr>
            <a:lvl4pPr>
              <a:defRPr sz="1875" b="1" i="0">
                <a:solidFill>
                  <a:srgbClr val="2F6F89"/>
                </a:solidFill>
                <a:latin typeface="Arial"/>
                <a:ea typeface="Arial"/>
                <a:cs typeface="Arial"/>
              </a:defRPr>
            </a:lvl4pPr>
            <a:lvl5pPr>
              <a:defRPr sz="1875" b="1" i="0">
                <a:solidFill>
                  <a:srgbClr val="2F6F89"/>
                </a:solidFill>
                <a:latin typeface="Arial"/>
                <a:ea typeface="Arial"/>
                <a:cs typeface="Arial"/>
              </a:defRPr>
            </a:lvl5pPr>
            <a:lvl6pPr>
              <a:defRPr sz="1875" b="1" i="0">
                <a:solidFill>
                  <a:srgbClr val="2F6F89"/>
                </a:solidFill>
                <a:latin typeface="Arial"/>
                <a:ea typeface="Arial"/>
                <a:cs typeface="Arial"/>
              </a:defRPr>
            </a:lvl6pPr>
            <a:lvl7pPr>
              <a:defRPr sz="1875" b="1" i="0">
                <a:solidFill>
                  <a:srgbClr val="2F6F89"/>
                </a:solidFill>
                <a:latin typeface="Arial"/>
                <a:ea typeface="Arial"/>
                <a:cs typeface="Arial"/>
              </a:defRPr>
            </a:lvl7pPr>
            <a:lvl8pPr>
              <a:defRPr sz="1875" b="1" i="0">
                <a:solidFill>
                  <a:srgbClr val="2F6F89"/>
                </a:solidFill>
                <a:latin typeface="Arial"/>
                <a:ea typeface="Arial"/>
                <a:cs typeface="Arial"/>
              </a:defRPr>
            </a:lvl8pPr>
            <a:lvl9pPr>
              <a:defRPr sz="1875" b="1" i="0">
                <a:solidFill>
                  <a:srgbClr val="2F6F89"/>
                </a:solidFill>
                <a:latin typeface="Arial"/>
                <a:ea typeface="Arial"/>
                <a:cs typeface="Arial"/>
              </a:defRPr>
            </a:lvl9pPr>
          </a:lstStyle>
          <a:p xmlns:a="http://schemas.openxmlformats.org/drawingml/2006/main">
            <a:pPr>
              <a:defRPr sz="1875" b="1" i="0">
                <a:solidFill>
                  <a:srgbClr val="2F6F89"/>
                </a:solidFill>
                <a:latin typeface="Arial"/>
                <a:ea typeface="Arial"/>
                <a:cs typeface="Arial"/>
              </a:defRPr>
            </a:pPr>
            <a:r>
              <a:rPr sz="1875" b="1" i="0">
                <a:solidFill>
                  <a:srgbClr val="2F6F89"/>
                </a:solidFill>
                <a:latin typeface="Arial"/>
                <a:ea typeface="Arial"/>
                <a:cs typeface="Arial"/>
              </a:rPr>
              <a:t>PROCESS</a:t>
            </a:r>
          </a:p>
        </p:txBody>
      </p:sp>
      <p:sp>
        <p:nvSpPr>
          <p:cNvPr id="8" name="">
            <a:extLst xmlns:a="http://schemas.openxmlformats.org/drawingml/2006/main">
              <a:ext uri="{FF2B5EF4-FFF2-40B4-BE49-F238E27FC236}">
                <a16:creationId xmlns:a16="http://schemas.microsoft.com/office/drawing/2014/main" id="{57ED808C-4905-4232-8282-0F094B55F34E}"/>
              </a:ext>
            </a:extLst>
          </p:cNvPr>
          <p:cNvSpPr>
            <a:spLocks xmlns:a="http://schemas.openxmlformats.org/drawingml/2006/main" noGrp="1"/>
          </p:cNvSpPr>
          <p:nvPr/>
        </p:nvSpPr>
        <p:spPr>
          <a:xfrm xmlns:a="http://schemas.openxmlformats.org/drawingml/2006/main">
            <a:off x="6457950" y="2857500"/>
            <a:ext cx="209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173654"/>
                </a:solidFill>
                <a:latin typeface="Arial"/>
                <a:ea typeface="Arial"/>
                <a:cs typeface="Arial"/>
              </a:defRPr>
            </a:defPPr>
            <a:lvl1pPr>
              <a:defRPr sz="2400" b="1" i="0">
                <a:solidFill>
                  <a:srgbClr val="173654"/>
                </a:solidFill>
                <a:latin typeface="Arial"/>
                <a:ea typeface="Arial"/>
                <a:cs typeface="Arial"/>
              </a:defRPr>
            </a:lvl1pPr>
            <a:lvl2pPr>
              <a:defRPr sz="2400" b="1" i="0">
                <a:solidFill>
                  <a:srgbClr val="173654"/>
                </a:solidFill>
                <a:latin typeface="Arial"/>
                <a:ea typeface="Arial"/>
                <a:cs typeface="Arial"/>
              </a:defRPr>
            </a:lvl2pPr>
            <a:lvl3pPr>
              <a:defRPr sz="2400" b="1" i="0">
                <a:solidFill>
                  <a:srgbClr val="173654"/>
                </a:solidFill>
                <a:latin typeface="Arial"/>
                <a:ea typeface="Arial"/>
                <a:cs typeface="Arial"/>
              </a:defRPr>
            </a:lvl3pPr>
            <a:lvl4pPr>
              <a:defRPr sz="2400" b="1" i="0">
                <a:solidFill>
                  <a:srgbClr val="173654"/>
                </a:solidFill>
                <a:latin typeface="Arial"/>
                <a:ea typeface="Arial"/>
                <a:cs typeface="Arial"/>
              </a:defRPr>
            </a:lvl4pPr>
            <a:lvl5pPr>
              <a:defRPr sz="2400" b="1" i="0">
                <a:solidFill>
                  <a:srgbClr val="173654"/>
                </a:solidFill>
                <a:latin typeface="Arial"/>
                <a:ea typeface="Arial"/>
                <a:cs typeface="Arial"/>
              </a:defRPr>
            </a:lvl5pPr>
            <a:lvl6pPr>
              <a:defRPr sz="2400" b="1" i="0">
                <a:solidFill>
                  <a:srgbClr val="173654"/>
                </a:solidFill>
                <a:latin typeface="Arial"/>
                <a:ea typeface="Arial"/>
                <a:cs typeface="Arial"/>
              </a:defRPr>
            </a:lvl6pPr>
            <a:lvl7pPr>
              <a:defRPr sz="2400" b="1" i="0">
                <a:solidFill>
                  <a:srgbClr val="173654"/>
                </a:solidFill>
                <a:latin typeface="Arial"/>
                <a:ea typeface="Arial"/>
                <a:cs typeface="Arial"/>
              </a:defRPr>
            </a:lvl7pPr>
            <a:lvl8pPr>
              <a:defRPr sz="2400" b="1" i="0">
                <a:solidFill>
                  <a:srgbClr val="173654"/>
                </a:solidFill>
                <a:latin typeface="Arial"/>
                <a:ea typeface="Arial"/>
                <a:cs typeface="Arial"/>
              </a:defRPr>
            </a:lvl8pPr>
            <a:lvl9pPr>
              <a:defRPr sz="2400" b="1" i="0">
                <a:solidFill>
                  <a:srgbClr val="173654"/>
                </a:solidFill>
                <a:latin typeface="Arial"/>
                <a:ea typeface="Arial"/>
                <a:cs typeface="Arial"/>
              </a:defRPr>
            </a:lvl9pPr>
          </a:lstStyle>
          <a:p xmlns:a="http://schemas.openxmlformats.org/drawingml/2006/main">
            <a:pPr>
              <a:defRPr sz="2400" b="1" i="0">
                <a:solidFill>
                  <a:srgbClr val="173654"/>
                </a:solidFill>
                <a:latin typeface="Arial"/>
                <a:ea typeface="Arial"/>
                <a:cs typeface="Arial"/>
              </a:defRPr>
            </a:pPr>
            <a:r>
              <a:rPr sz="2400" b="1" i="0">
                <a:solidFill>
                  <a:srgbClr val="173654"/>
                </a:solidFill>
                <a:latin typeface="Arial"/>
                <a:ea typeface="Arial"/>
                <a:cs typeface="Arial"/>
              </a:rPr>
              <a:t>+ 5</a:t>
            </a:r>
          </a:p>
        </p:txBody>
      </p:sp>
      <p:sp>
        <p:nvSpPr>
          <p:cNvPr id="9" name="">
            <a:extLst xmlns:a="http://schemas.openxmlformats.org/drawingml/2006/main">
              <a:ext uri="{FF2B5EF4-FFF2-40B4-BE49-F238E27FC236}">
                <a16:creationId xmlns:a16="http://schemas.microsoft.com/office/drawing/2014/main" id="{CEF86EAE-2273-4CD1-86BA-7C50B9036014}"/>
              </a:ext>
            </a:extLst>
          </p:cNvPr>
          <p:cNvSpPr>
            <a:spLocks xmlns:a="http://schemas.openxmlformats.org/drawingml/2006/main" noGrp="1"/>
          </p:cNvSpPr>
          <p:nvPr/>
        </p:nvSpPr>
        <p:spPr>
          <a:xfrm xmlns:a="http://schemas.openxmlformats.org/drawingml/2006/main">
            <a:off x="9315450" y="2095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3C8994"/>
                </a:solidFill>
                <a:latin typeface="Arial"/>
                <a:ea typeface="Arial"/>
                <a:cs typeface="Arial"/>
              </a:defRPr>
            </a:defPPr>
            <a:lvl1pPr>
              <a:defRPr sz="1875" b="1" i="0">
                <a:solidFill>
                  <a:srgbClr val="3C8994"/>
                </a:solidFill>
                <a:latin typeface="Arial"/>
                <a:ea typeface="Arial"/>
                <a:cs typeface="Arial"/>
              </a:defRPr>
            </a:lvl1pPr>
            <a:lvl2pPr>
              <a:defRPr sz="1875" b="1" i="0">
                <a:solidFill>
                  <a:srgbClr val="3C8994"/>
                </a:solidFill>
                <a:latin typeface="Arial"/>
                <a:ea typeface="Arial"/>
                <a:cs typeface="Arial"/>
              </a:defRPr>
            </a:lvl2pPr>
            <a:lvl3pPr>
              <a:defRPr sz="1875" b="1" i="0">
                <a:solidFill>
                  <a:srgbClr val="3C8994"/>
                </a:solidFill>
                <a:latin typeface="Arial"/>
                <a:ea typeface="Arial"/>
                <a:cs typeface="Arial"/>
              </a:defRPr>
            </a:lvl3pPr>
            <a:lvl4pPr>
              <a:defRPr sz="1875" b="1" i="0">
                <a:solidFill>
                  <a:srgbClr val="3C8994"/>
                </a:solidFill>
                <a:latin typeface="Arial"/>
                <a:ea typeface="Arial"/>
                <a:cs typeface="Arial"/>
              </a:defRPr>
            </a:lvl4pPr>
            <a:lvl5pPr>
              <a:defRPr sz="1875" b="1" i="0">
                <a:solidFill>
                  <a:srgbClr val="3C8994"/>
                </a:solidFill>
                <a:latin typeface="Arial"/>
                <a:ea typeface="Arial"/>
                <a:cs typeface="Arial"/>
              </a:defRPr>
            </a:lvl5pPr>
            <a:lvl6pPr>
              <a:defRPr sz="1875" b="1" i="0">
                <a:solidFill>
                  <a:srgbClr val="3C8994"/>
                </a:solidFill>
                <a:latin typeface="Arial"/>
                <a:ea typeface="Arial"/>
                <a:cs typeface="Arial"/>
              </a:defRPr>
            </a:lvl6pPr>
            <a:lvl7pPr>
              <a:defRPr sz="1875" b="1" i="0">
                <a:solidFill>
                  <a:srgbClr val="3C8994"/>
                </a:solidFill>
                <a:latin typeface="Arial"/>
                <a:ea typeface="Arial"/>
                <a:cs typeface="Arial"/>
              </a:defRPr>
            </a:lvl7pPr>
            <a:lvl8pPr>
              <a:defRPr sz="1875" b="1" i="0">
                <a:solidFill>
                  <a:srgbClr val="3C8994"/>
                </a:solidFill>
                <a:latin typeface="Arial"/>
                <a:ea typeface="Arial"/>
                <a:cs typeface="Arial"/>
              </a:defRPr>
            </a:lvl8pPr>
            <a:lvl9pPr>
              <a:defRPr sz="1875" b="1" i="0">
                <a:solidFill>
                  <a:srgbClr val="3C8994"/>
                </a:solidFill>
                <a:latin typeface="Arial"/>
                <a:ea typeface="Arial"/>
                <a:cs typeface="Arial"/>
              </a:defRPr>
            </a:lvl9pPr>
          </a:lstStyle>
          <a:p xmlns:a="http://schemas.openxmlformats.org/drawingml/2006/main">
            <a:pPr>
              <a:defRPr sz="1875" b="1" i="0">
                <a:solidFill>
                  <a:srgbClr val="3C8994"/>
                </a:solidFill>
                <a:latin typeface="Arial"/>
                <a:ea typeface="Arial"/>
                <a:cs typeface="Arial"/>
              </a:defRPr>
            </a:pPr>
            <a:r>
              <a:rPr sz="1875" b="1" i="0">
                <a:solidFill>
                  <a:srgbClr val="3C8994"/>
                </a:solidFill>
                <a:latin typeface="Arial"/>
                <a:ea typeface="Arial"/>
                <a:cs typeface="Arial"/>
              </a:rPr>
              <a:t>OUTPUT</a:t>
            </a:r>
          </a:p>
        </p:txBody>
      </p:sp>
      <p:sp>
        <p:nvSpPr>
          <p:cNvPr id="10" name="">
            <a:extLst xmlns:a="http://schemas.openxmlformats.org/drawingml/2006/main">
              <a:ext uri="{FF2B5EF4-FFF2-40B4-BE49-F238E27FC236}">
                <a16:creationId xmlns:a16="http://schemas.microsoft.com/office/drawing/2014/main" id="{79DDE9A4-5345-468D-8607-EBA86EF4F1D7}"/>
              </a:ext>
            </a:extLst>
          </p:cNvPr>
          <p:cNvSpPr>
            <a:spLocks xmlns:a="http://schemas.openxmlformats.org/drawingml/2006/main" noGrp="1"/>
          </p:cNvSpPr>
          <p:nvPr/>
        </p:nvSpPr>
        <p:spPr>
          <a:xfrm xmlns:a="http://schemas.openxmlformats.org/drawingml/2006/main">
            <a:off x="9315450" y="2857500"/>
            <a:ext cx="209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173654"/>
                </a:solidFill>
                <a:latin typeface="Arial"/>
                <a:ea typeface="Arial"/>
                <a:cs typeface="Arial"/>
              </a:defRPr>
            </a:defPPr>
            <a:lvl1pPr>
              <a:defRPr sz="2400" b="1" i="0">
                <a:solidFill>
                  <a:srgbClr val="173654"/>
                </a:solidFill>
                <a:latin typeface="Arial"/>
                <a:ea typeface="Arial"/>
                <a:cs typeface="Arial"/>
              </a:defRPr>
            </a:lvl1pPr>
            <a:lvl2pPr>
              <a:defRPr sz="2400" b="1" i="0">
                <a:solidFill>
                  <a:srgbClr val="173654"/>
                </a:solidFill>
                <a:latin typeface="Arial"/>
                <a:ea typeface="Arial"/>
                <a:cs typeface="Arial"/>
              </a:defRPr>
            </a:lvl2pPr>
            <a:lvl3pPr>
              <a:defRPr sz="2400" b="1" i="0">
                <a:solidFill>
                  <a:srgbClr val="173654"/>
                </a:solidFill>
                <a:latin typeface="Arial"/>
                <a:ea typeface="Arial"/>
                <a:cs typeface="Arial"/>
              </a:defRPr>
            </a:lvl3pPr>
            <a:lvl4pPr>
              <a:defRPr sz="2400" b="1" i="0">
                <a:solidFill>
                  <a:srgbClr val="173654"/>
                </a:solidFill>
                <a:latin typeface="Arial"/>
                <a:ea typeface="Arial"/>
                <a:cs typeface="Arial"/>
              </a:defRPr>
            </a:lvl4pPr>
            <a:lvl5pPr>
              <a:defRPr sz="2400" b="1" i="0">
                <a:solidFill>
                  <a:srgbClr val="173654"/>
                </a:solidFill>
                <a:latin typeface="Arial"/>
                <a:ea typeface="Arial"/>
                <a:cs typeface="Arial"/>
              </a:defRPr>
            </a:lvl5pPr>
            <a:lvl6pPr>
              <a:defRPr sz="2400" b="1" i="0">
                <a:solidFill>
                  <a:srgbClr val="173654"/>
                </a:solidFill>
                <a:latin typeface="Arial"/>
                <a:ea typeface="Arial"/>
                <a:cs typeface="Arial"/>
              </a:defRPr>
            </a:lvl6pPr>
            <a:lvl7pPr>
              <a:defRPr sz="2400" b="1" i="0">
                <a:solidFill>
                  <a:srgbClr val="173654"/>
                </a:solidFill>
                <a:latin typeface="Arial"/>
                <a:ea typeface="Arial"/>
                <a:cs typeface="Arial"/>
              </a:defRPr>
            </a:lvl7pPr>
            <a:lvl8pPr>
              <a:defRPr sz="2400" b="1" i="0">
                <a:solidFill>
                  <a:srgbClr val="173654"/>
                </a:solidFill>
                <a:latin typeface="Arial"/>
                <a:ea typeface="Arial"/>
                <a:cs typeface="Arial"/>
              </a:defRPr>
            </a:lvl8pPr>
            <a:lvl9pPr>
              <a:defRPr sz="2400" b="1" i="0">
                <a:solidFill>
                  <a:srgbClr val="173654"/>
                </a:solidFill>
                <a:latin typeface="Arial"/>
                <a:ea typeface="Arial"/>
                <a:cs typeface="Arial"/>
              </a:defRPr>
            </a:lvl9pPr>
          </a:lstStyle>
          <a:p xmlns:a="http://schemas.openxmlformats.org/drawingml/2006/main">
            <a:pPr>
              <a:defRPr sz="2400" b="1" i="0">
                <a:solidFill>
                  <a:srgbClr val="173654"/>
                </a:solidFill>
                <a:latin typeface="Arial"/>
                <a:ea typeface="Arial"/>
                <a:cs typeface="Arial"/>
              </a:defRPr>
            </a:pPr>
            <a:r>
              <a:rPr sz="2400" b="1" i="0">
                <a:solidFill>
                  <a:srgbClr val="173654"/>
                </a:solidFill>
                <a:latin typeface="Arial"/>
                <a:ea typeface="Arial"/>
                <a:cs typeface="Arial"/>
              </a:rPr>
              <a:t>30</a:t>
            </a:r>
          </a:p>
        </p:txBody>
      </p:sp>
      <p:sp>
        <p:nvSpPr>
          <p:cNvPr id="11" name="">
            <a:extLst xmlns:a="http://schemas.openxmlformats.org/drawingml/2006/main">
              <a:ext uri="{FF2B5EF4-FFF2-40B4-BE49-F238E27FC236}">
                <a16:creationId xmlns:a16="http://schemas.microsoft.com/office/drawing/2014/main" id="{BE419726-81EC-4FF2-9AEB-ACF00D5EAA39}"/>
              </a:ext>
            </a:extLst>
          </p:cNvPr>
          <p:cNvSpPr>
            <a:spLocks xmlns:a="http://schemas.openxmlformats.org/drawingml/2006/main" noGrp="1"/>
          </p:cNvSpPr>
          <p:nvPr/>
        </p:nvSpPr>
        <p:spPr>
          <a:xfrm xmlns:a="http://schemas.openxmlformats.org/drawingml/2006/main">
            <a:off x="1238250" y="4953000"/>
            <a:ext cx="971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173654"/>
                </a:solidFill>
                <a:latin typeface="Arial"/>
                <a:ea typeface="Arial"/>
                <a:cs typeface="Arial"/>
              </a:defRPr>
            </a:defPPr>
            <a:lvl1pPr>
              <a:defRPr sz="2100" b="1" i="0">
                <a:solidFill>
                  <a:srgbClr val="173654"/>
                </a:solidFill>
                <a:latin typeface="Arial"/>
                <a:ea typeface="Arial"/>
                <a:cs typeface="Arial"/>
              </a:defRPr>
            </a:lvl1pPr>
            <a:lvl2pPr>
              <a:defRPr sz="2100" b="1" i="0">
                <a:solidFill>
                  <a:srgbClr val="173654"/>
                </a:solidFill>
                <a:latin typeface="Arial"/>
                <a:ea typeface="Arial"/>
                <a:cs typeface="Arial"/>
              </a:defRPr>
            </a:lvl2pPr>
            <a:lvl3pPr>
              <a:defRPr sz="2100" b="1" i="0">
                <a:solidFill>
                  <a:srgbClr val="173654"/>
                </a:solidFill>
                <a:latin typeface="Arial"/>
                <a:ea typeface="Arial"/>
                <a:cs typeface="Arial"/>
              </a:defRPr>
            </a:lvl3pPr>
            <a:lvl4pPr>
              <a:defRPr sz="2100" b="1" i="0">
                <a:solidFill>
                  <a:srgbClr val="173654"/>
                </a:solidFill>
                <a:latin typeface="Arial"/>
                <a:ea typeface="Arial"/>
                <a:cs typeface="Arial"/>
              </a:defRPr>
            </a:lvl4pPr>
            <a:lvl5pPr>
              <a:defRPr sz="2100" b="1" i="0">
                <a:solidFill>
                  <a:srgbClr val="173654"/>
                </a:solidFill>
                <a:latin typeface="Arial"/>
                <a:ea typeface="Arial"/>
                <a:cs typeface="Arial"/>
              </a:defRPr>
            </a:lvl5pPr>
            <a:lvl6pPr>
              <a:defRPr sz="2100" b="1" i="0">
                <a:solidFill>
                  <a:srgbClr val="173654"/>
                </a:solidFill>
                <a:latin typeface="Arial"/>
                <a:ea typeface="Arial"/>
                <a:cs typeface="Arial"/>
              </a:defRPr>
            </a:lvl6pPr>
            <a:lvl7pPr>
              <a:defRPr sz="2100" b="1" i="0">
                <a:solidFill>
                  <a:srgbClr val="173654"/>
                </a:solidFill>
                <a:latin typeface="Arial"/>
                <a:ea typeface="Arial"/>
                <a:cs typeface="Arial"/>
              </a:defRPr>
            </a:lvl7pPr>
            <a:lvl8pPr>
              <a:defRPr sz="2100" b="1" i="0">
                <a:solidFill>
                  <a:srgbClr val="173654"/>
                </a:solidFill>
                <a:latin typeface="Arial"/>
                <a:ea typeface="Arial"/>
                <a:cs typeface="Arial"/>
              </a:defRPr>
            </a:lvl8pPr>
            <a:lvl9pPr>
              <a:defRPr sz="2100" b="1" i="0">
                <a:solidFill>
                  <a:srgbClr val="173654"/>
                </a:solidFill>
                <a:latin typeface="Arial"/>
                <a:ea typeface="Arial"/>
                <a:cs typeface="Arial"/>
              </a:defRPr>
            </a:lvl9pPr>
          </a:lstStyle>
          <a:p xmlns:a="http://schemas.openxmlformats.org/drawingml/2006/main">
            <a:pPr>
              <a:defRPr sz="2100" b="1" i="0">
                <a:solidFill>
                  <a:srgbClr val="173654"/>
                </a:solidFill>
                <a:latin typeface="Arial"/>
                <a:ea typeface="Arial"/>
                <a:cs typeface="Arial"/>
              </a:defRPr>
            </a:pPr>
            <a:r>
              <a:rPr sz="2100" b="1" i="0">
                <a:solidFill>
                  <a:srgbClr val="173654"/>
                </a:solidFill>
                <a:latin typeface="Arial"/>
                <a:ea typeface="Arial"/>
                <a:cs typeface="Arial"/>
              </a:rPr>
              <a:t>A bug often means one stage received or produced the wrong value.</a:t>
            </a:r>
          </a:p>
        </p:txBody>
      </p:sp>
      <p:sp>
        <p:nvSpPr>
          <p:cNvPr id="12" name="">
            <a:extLst xmlns:a="http://schemas.openxmlformats.org/drawingml/2006/main">
              <a:ext uri="{FF2B5EF4-FFF2-40B4-BE49-F238E27FC236}">
                <a16:creationId xmlns:a16="http://schemas.microsoft.com/office/drawing/2014/main" id="{742F2273-595B-48F9-9BC5-1714E0DEF082}"/>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9:45-9:53 | Trace the data</a:t>
            </a:r>
          </a:p>
        </p:txBody>
      </p:sp>
    </p:spTree>
    <p:extLst>
      <p:ext uri="{BB962C8B-B14F-4D97-AF65-F5344CB8AC3E}">
        <p14:creationId xmlns:p14="http://schemas.microsoft.com/office/powerpoint/2010/main" val="12864067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987695-F8FF-4B19-95A4-0D383BE5CA80}"/>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Variables name values</a:t>
            </a:r>
          </a:p>
        </p:txBody>
      </p:sp>
      <p:sp>
        <p:nvSpPr>
          <p:cNvPr id="2" name="">
            <a:extLst xmlns:a="http://schemas.openxmlformats.org/drawingml/2006/main">
              <a:ext uri="{FF2B5EF4-FFF2-40B4-BE49-F238E27FC236}">
                <a16:creationId xmlns:a16="http://schemas.microsoft.com/office/drawing/2014/main" id="{1EACC0D8-421B-407B-8D4F-9BD57D6C3E9C}"/>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The name should explain what the value means</a:t>
            </a:r>
          </a:p>
        </p:txBody>
      </p:sp>
      <p:sp>
        <p:nvSpPr>
          <p:cNvPr id="3" name="">
            <a:extLst xmlns:a="http://schemas.openxmlformats.org/drawingml/2006/main">
              <a:ext uri="{FF2B5EF4-FFF2-40B4-BE49-F238E27FC236}">
                <a16:creationId xmlns:a16="http://schemas.microsoft.com/office/drawing/2014/main" id="{8EFD0D44-18AE-498B-85F3-7EB74A7471A3}"/>
              </a:ext>
            </a:extLst>
          </p:cNvPr>
          <p:cNvSpPr>
            <a:spLocks xmlns:a="http://schemas.openxmlformats.org/drawingml/2006/main" noGrp="1"/>
          </p:cNvSpPr>
          <p:nvPr/>
        </p:nvSpPr>
        <p:spPr>
          <a:xfrm xmlns:a="http://schemas.openxmlformats.org/drawingml/2006/main">
            <a:off x="781050" y="1752600"/>
            <a:ext cx="5715000" cy="3143250"/>
          </a:xfrm>
          <a:prstGeom xmlns:a="http://schemas.openxmlformats.org/drawingml/2006/main" prst="roundRect">
            <a:avLst>
              <a:gd name="adj" fmla="val 2424"/>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250" b="0" i="0">
                <a:solidFill>
                  <a:srgbClr val="D9F2CF"/>
                </a:solidFill>
                <a:latin typeface="Consolas"/>
                <a:ea typeface="Consolas"/>
                <a:cs typeface="Consolas"/>
              </a:defRPr>
            </a:defPPr>
            <a:lvl1pPr>
              <a:defRPr sz="2250" b="0" i="0">
                <a:solidFill>
                  <a:srgbClr val="D9F2CF"/>
                </a:solidFill>
                <a:latin typeface="Consolas"/>
                <a:ea typeface="Consolas"/>
                <a:cs typeface="Consolas"/>
              </a:defRPr>
            </a:lvl1pPr>
            <a:lvl2pPr>
              <a:defRPr sz="2250" b="0" i="0">
                <a:solidFill>
                  <a:srgbClr val="D9F2CF"/>
                </a:solidFill>
                <a:latin typeface="Consolas"/>
                <a:ea typeface="Consolas"/>
                <a:cs typeface="Consolas"/>
              </a:defRPr>
            </a:lvl2pPr>
            <a:lvl3pPr>
              <a:defRPr sz="2250" b="0" i="0">
                <a:solidFill>
                  <a:srgbClr val="D9F2CF"/>
                </a:solidFill>
                <a:latin typeface="Consolas"/>
                <a:ea typeface="Consolas"/>
                <a:cs typeface="Consolas"/>
              </a:defRPr>
            </a:lvl3pPr>
            <a:lvl4pPr>
              <a:defRPr sz="2250" b="0" i="0">
                <a:solidFill>
                  <a:srgbClr val="D9F2CF"/>
                </a:solidFill>
                <a:latin typeface="Consolas"/>
                <a:ea typeface="Consolas"/>
                <a:cs typeface="Consolas"/>
              </a:defRPr>
            </a:lvl4pPr>
            <a:lvl5pPr>
              <a:defRPr sz="2250" b="0" i="0">
                <a:solidFill>
                  <a:srgbClr val="D9F2CF"/>
                </a:solidFill>
                <a:latin typeface="Consolas"/>
                <a:ea typeface="Consolas"/>
                <a:cs typeface="Consolas"/>
              </a:defRPr>
            </a:lvl5pPr>
            <a:lvl6pPr>
              <a:defRPr sz="2250" b="0" i="0">
                <a:solidFill>
                  <a:srgbClr val="D9F2CF"/>
                </a:solidFill>
                <a:latin typeface="Consolas"/>
                <a:ea typeface="Consolas"/>
                <a:cs typeface="Consolas"/>
              </a:defRPr>
            </a:lvl6pPr>
            <a:lvl7pPr>
              <a:defRPr sz="2250" b="0" i="0">
                <a:solidFill>
                  <a:srgbClr val="D9F2CF"/>
                </a:solidFill>
                <a:latin typeface="Consolas"/>
                <a:ea typeface="Consolas"/>
                <a:cs typeface="Consolas"/>
              </a:defRPr>
            </a:lvl7pPr>
            <a:lvl8pPr>
              <a:defRPr sz="2250" b="0" i="0">
                <a:solidFill>
                  <a:srgbClr val="D9F2CF"/>
                </a:solidFill>
                <a:latin typeface="Consolas"/>
                <a:ea typeface="Consolas"/>
                <a:cs typeface="Consolas"/>
              </a:defRPr>
            </a:lvl8pPr>
            <a:lvl9pPr>
              <a:defRPr sz="2250" b="0" i="0">
                <a:solidFill>
                  <a:srgbClr val="D9F2CF"/>
                </a:solidFill>
                <a:latin typeface="Consolas"/>
                <a:ea typeface="Consolas"/>
                <a:cs typeface="Consolas"/>
              </a:defRPr>
            </a:lvl9pPr>
          </a:lstStyle>
          <a:p xmlns:a="http://schemas.openxmlformats.org/drawingml/2006/main">
            <a:pPr>
              <a:defRPr sz="2250" b="0" i="0">
                <a:solidFill>
                  <a:srgbClr val="D9F2CF"/>
                </a:solidFill>
                <a:latin typeface="Consolas"/>
                <a:ea typeface="Consolas"/>
                <a:cs typeface="Consolas"/>
              </a:defRPr>
            </a:pPr>
            <a:r>
              <a:rPr sz="2250" b="0" i="0">
                <a:solidFill>
                  <a:srgbClr val="D9F2CF"/>
                </a:solidFill>
                <a:latin typeface="Consolas"/>
                <a:ea typeface="Consolas"/>
                <a:cs typeface="Consolas"/>
              </a:rPr>
              <a:t>name = "Maya"</a:t>
            </a:r>
          </a:p>
          <a:p xmlns:a="http://schemas.openxmlformats.org/drawingml/2006/main">
            <a:pPr>
              <a:defRPr sz="2250" b="0" i="0">
                <a:solidFill>
                  <a:srgbClr val="D9F2CF"/>
                </a:solidFill>
                <a:latin typeface="Consolas"/>
                <a:ea typeface="Consolas"/>
                <a:cs typeface="Consolas"/>
              </a:defRPr>
            </a:pPr>
            <a:r>
              <a:rPr sz="2250" b="0" i="0">
                <a:solidFill>
                  <a:srgbClr val="D9F2CF"/>
                </a:solidFill>
                <a:latin typeface="Consolas"/>
                <a:ea typeface="Consolas"/>
                <a:cs typeface="Consolas"/>
              </a:rPr>
              <a:t>minutes = 25</a:t>
            </a:r>
          </a:p>
          <a:p xmlns:a="http://schemas.openxmlformats.org/drawingml/2006/main">
            <a:pPr>
              <a:defRPr sz="2250" b="0" i="0">
                <a:solidFill>
                  <a:srgbClr val="D9F2CF"/>
                </a:solidFill>
                <a:latin typeface="Consolas"/>
                <a:ea typeface="Consolas"/>
                <a:cs typeface="Consolas"/>
              </a:defRPr>
            </a:pPr>
            <a:r>
              <a:rPr sz="2250" b="0" i="0">
                <a:solidFill>
                  <a:srgbClr val="D9F2CF"/>
                </a:solidFill>
                <a:latin typeface="Consolas"/>
                <a:ea typeface="Consolas"/>
                <a:cs typeface="Consolas"/>
              </a:rPr>
              <a:t>focused = True</a:t>
            </a:r>
          </a:p>
          <a:p xmlns:a="http://schemas.openxmlformats.org/drawingml/2006/main">
            <a:pPr>
              <a:defRPr sz="2250" b="0" i="0">
                <a:solidFill>
                  <a:srgbClr val="D9F2CF"/>
                </a:solidFill>
                <a:latin typeface="Consolas"/>
                <a:ea typeface="Consolas"/>
                <a:cs typeface="Consolas"/>
              </a:defRPr>
            </a:pPr>
            <a:r>
              <a:rPr sz="2250" b="0" i="0">
                <a:solidFill>
                  <a:srgbClr val="D9F2CF"/>
                </a:solidFill>
                <a:latin typeface="Consolas"/>
                <a:ea typeface="Consolas"/>
                <a:cs typeface="Consolas"/>
              </a:rPr>
              <a:t>score = minutes + 5</a:t>
            </a:r>
          </a:p>
        </p:txBody>
      </p:sp>
      <p:sp>
        <p:nvSpPr>
          <p:cNvPr id="4" name="">
            <a:extLst xmlns:a="http://schemas.openxmlformats.org/drawingml/2006/main">
              <a:ext uri="{FF2B5EF4-FFF2-40B4-BE49-F238E27FC236}">
                <a16:creationId xmlns:a16="http://schemas.microsoft.com/office/drawing/2014/main" id="{D4CCB15F-623B-40D7-ACE3-A83C25FA87BA}"/>
              </a:ext>
            </a:extLst>
          </p:cNvPr>
          <p:cNvSpPr>
            <a:spLocks xmlns:a="http://schemas.openxmlformats.org/drawingml/2006/main" noGrp="1"/>
          </p:cNvSpPr>
          <p:nvPr/>
        </p:nvSpPr>
        <p:spPr>
          <a:xfrm xmlns:a="http://schemas.openxmlformats.org/drawingml/2006/main">
            <a:off x="7429500" y="19431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DF6765"/>
                </a:solidFill>
                <a:latin typeface="Arial"/>
                <a:ea typeface="Arial"/>
                <a:cs typeface="Arial"/>
              </a:defRPr>
            </a:defPPr>
            <a:lvl1pPr>
              <a:defRPr sz="2250" b="1" i="0">
                <a:solidFill>
                  <a:srgbClr val="DF6765"/>
                </a:solidFill>
                <a:latin typeface="Arial"/>
                <a:ea typeface="Arial"/>
                <a:cs typeface="Arial"/>
              </a:defRPr>
            </a:lvl1pPr>
            <a:lvl2pPr>
              <a:defRPr sz="2250" b="1" i="0">
                <a:solidFill>
                  <a:srgbClr val="DF6765"/>
                </a:solidFill>
                <a:latin typeface="Arial"/>
                <a:ea typeface="Arial"/>
                <a:cs typeface="Arial"/>
              </a:defRPr>
            </a:lvl2pPr>
            <a:lvl3pPr>
              <a:defRPr sz="2250" b="1" i="0">
                <a:solidFill>
                  <a:srgbClr val="DF6765"/>
                </a:solidFill>
                <a:latin typeface="Arial"/>
                <a:ea typeface="Arial"/>
                <a:cs typeface="Arial"/>
              </a:defRPr>
            </a:lvl3pPr>
            <a:lvl4pPr>
              <a:defRPr sz="2250" b="1" i="0">
                <a:solidFill>
                  <a:srgbClr val="DF6765"/>
                </a:solidFill>
                <a:latin typeface="Arial"/>
                <a:ea typeface="Arial"/>
                <a:cs typeface="Arial"/>
              </a:defRPr>
            </a:lvl4pPr>
            <a:lvl5pPr>
              <a:defRPr sz="2250" b="1" i="0">
                <a:solidFill>
                  <a:srgbClr val="DF6765"/>
                </a:solidFill>
                <a:latin typeface="Arial"/>
                <a:ea typeface="Arial"/>
                <a:cs typeface="Arial"/>
              </a:defRPr>
            </a:lvl5pPr>
            <a:lvl6pPr>
              <a:defRPr sz="2250" b="1" i="0">
                <a:solidFill>
                  <a:srgbClr val="DF6765"/>
                </a:solidFill>
                <a:latin typeface="Arial"/>
                <a:ea typeface="Arial"/>
                <a:cs typeface="Arial"/>
              </a:defRPr>
            </a:lvl6pPr>
            <a:lvl7pPr>
              <a:defRPr sz="2250" b="1" i="0">
                <a:solidFill>
                  <a:srgbClr val="DF6765"/>
                </a:solidFill>
                <a:latin typeface="Arial"/>
                <a:ea typeface="Arial"/>
                <a:cs typeface="Arial"/>
              </a:defRPr>
            </a:lvl7pPr>
            <a:lvl8pPr>
              <a:defRPr sz="2250" b="1" i="0">
                <a:solidFill>
                  <a:srgbClr val="DF6765"/>
                </a:solidFill>
                <a:latin typeface="Arial"/>
                <a:ea typeface="Arial"/>
                <a:cs typeface="Arial"/>
              </a:defRPr>
            </a:lvl8pPr>
            <a:lvl9pPr>
              <a:defRPr sz="2250" b="1" i="0">
                <a:solidFill>
                  <a:srgbClr val="DF6765"/>
                </a:solidFill>
                <a:latin typeface="Arial"/>
                <a:ea typeface="Arial"/>
                <a:cs typeface="Arial"/>
              </a:defRPr>
            </a:lvl9pPr>
          </a:lstStyle>
          <a:p xmlns:a="http://schemas.openxmlformats.org/drawingml/2006/main">
            <a:pPr>
              <a:defRPr sz="2250" b="1" i="0">
                <a:solidFill>
                  <a:srgbClr val="DF6765"/>
                </a:solidFill>
                <a:latin typeface="Arial"/>
                <a:ea typeface="Arial"/>
                <a:cs typeface="Arial"/>
              </a:defRPr>
            </a:pPr>
            <a:r>
              <a:rPr sz="2250" b="1" i="0">
                <a:solidFill>
                  <a:srgbClr val="DF6765"/>
                </a:solidFill>
                <a:latin typeface="Arial"/>
                <a:ea typeface="Arial"/>
                <a:cs typeface="Arial"/>
              </a:rPr>
              <a:t>str</a:t>
            </a:r>
          </a:p>
        </p:txBody>
      </p:sp>
      <p:sp>
        <p:nvSpPr>
          <p:cNvPr id="5" name="">
            <a:extLst xmlns:a="http://schemas.openxmlformats.org/drawingml/2006/main">
              <a:ext uri="{FF2B5EF4-FFF2-40B4-BE49-F238E27FC236}">
                <a16:creationId xmlns:a16="http://schemas.microsoft.com/office/drawing/2014/main" id="{C5D0B1A2-761D-4D13-BE79-E90F8BD79719}"/>
              </a:ext>
            </a:extLst>
          </p:cNvPr>
          <p:cNvSpPr>
            <a:spLocks xmlns:a="http://schemas.openxmlformats.org/drawingml/2006/main" noGrp="1"/>
          </p:cNvSpPr>
          <p:nvPr/>
        </p:nvSpPr>
        <p:spPr>
          <a:xfrm xmlns:a="http://schemas.openxmlformats.org/drawingml/2006/main">
            <a:off x="9810750" y="1943100"/>
            <a:ext cx="142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i="0">
                <a:solidFill>
                  <a:srgbClr val="5D6B78"/>
                </a:solidFill>
                <a:latin typeface="Arial"/>
                <a:ea typeface="Arial"/>
                <a:cs typeface="Arial"/>
              </a:defRPr>
            </a:defPPr>
            <a:lvl1pPr>
              <a:defRPr sz="1875" b="0" i="0">
                <a:solidFill>
                  <a:srgbClr val="5D6B78"/>
                </a:solidFill>
                <a:latin typeface="Arial"/>
                <a:ea typeface="Arial"/>
                <a:cs typeface="Arial"/>
              </a:defRPr>
            </a:lvl1pPr>
            <a:lvl2pPr>
              <a:defRPr sz="1875" b="0" i="0">
                <a:solidFill>
                  <a:srgbClr val="5D6B78"/>
                </a:solidFill>
                <a:latin typeface="Arial"/>
                <a:ea typeface="Arial"/>
                <a:cs typeface="Arial"/>
              </a:defRPr>
            </a:lvl2pPr>
            <a:lvl3pPr>
              <a:defRPr sz="1875" b="0" i="0">
                <a:solidFill>
                  <a:srgbClr val="5D6B78"/>
                </a:solidFill>
                <a:latin typeface="Arial"/>
                <a:ea typeface="Arial"/>
                <a:cs typeface="Arial"/>
              </a:defRPr>
            </a:lvl3pPr>
            <a:lvl4pPr>
              <a:defRPr sz="1875" b="0" i="0">
                <a:solidFill>
                  <a:srgbClr val="5D6B78"/>
                </a:solidFill>
                <a:latin typeface="Arial"/>
                <a:ea typeface="Arial"/>
                <a:cs typeface="Arial"/>
              </a:defRPr>
            </a:lvl4pPr>
            <a:lvl5pPr>
              <a:defRPr sz="1875" b="0" i="0">
                <a:solidFill>
                  <a:srgbClr val="5D6B78"/>
                </a:solidFill>
                <a:latin typeface="Arial"/>
                <a:ea typeface="Arial"/>
                <a:cs typeface="Arial"/>
              </a:defRPr>
            </a:lvl5pPr>
            <a:lvl6pPr>
              <a:defRPr sz="1875" b="0" i="0">
                <a:solidFill>
                  <a:srgbClr val="5D6B78"/>
                </a:solidFill>
                <a:latin typeface="Arial"/>
                <a:ea typeface="Arial"/>
                <a:cs typeface="Arial"/>
              </a:defRPr>
            </a:lvl6pPr>
            <a:lvl7pPr>
              <a:defRPr sz="1875" b="0" i="0">
                <a:solidFill>
                  <a:srgbClr val="5D6B78"/>
                </a:solidFill>
                <a:latin typeface="Arial"/>
                <a:ea typeface="Arial"/>
                <a:cs typeface="Arial"/>
              </a:defRPr>
            </a:lvl7pPr>
            <a:lvl8pPr>
              <a:defRPr sz="1875" b="0" i="0">
                <a:solidFill>
                  <a:srgbClr val="5D6B78"/>
                </a:solidFill>
                <a:latin typeface="Arial"/>
                <a:ea typeface="Arial"/>
                <a:cs typeface="Arial"/>
              </a:defRPr>
            </a:lvl8pPr>
            <a:lvl9pPr>
              <a:defRPr sz="1875" b="0" i="0">
                <a:solidFill>
                  <a:srgbClr val="5D6B78"/>
                </a:solidFill>
                <a:latin typeface="Arial"/>
                <a:ea typeface="Arial"/>
                <a:cs typeface="Arial"/>
              </a:defRPr>
            </a:lvl9pPr>
          </a:lstStyle>
          <a:p xmlns:a="http://schemas.openxmlformats.org/drawingml/2006/main">
            <a:pPr>
              <a:defRPr sz="1875" b="0" i="0">
                <a:solidFill>
                  <a:srgbClr val="5D6B78"/>
                </a:solidFill>
                <a:latin typeface="Arial"/>
                <a:ea typeface="Arial"/>
                <a:cs typeface="Arial"/>
              </a:defRPr>
            </a:pPr>
            <a:r>
              <a:rPr sz="1875" b="0" i="0">
                <a:solidFill>
                  <a:srgbClr val="5D6B78"/>
                </a:solidFill>
                <a:latin typeface="Arial"/>
                <a:ea typeface="Arial"/>
                <a:cs typeface="Arial"/>
              </a:rPr>
              <a:t>text</a:t>
            </a:r>
          </a:p>
        </p:txBody>
      </p:sp>
      <p:sp>
        <p:nvSpPr>
          <p:cNvPr id="6" name="">
            <a:extLst xmlns:a="http://schemas.openxmlformats.org/drawingml/2006/main">
              <a:ext uri="{FF2B5EF4-FFF2-40B4-BE49-F238E27FC236}">
                <a16:creationId xmlns:a16="http://schemas.microsoft.com/office/drawing/2014/main" id="{D21E0F7B-155D-4160-93E9-2AC61702CB0F}"/>
              </a:ext>
            </a:extLst>
          </p:cNvPr>
          <p:cNvSpPr>
            <a:spLocks xmlns:a="http://schemas.openxmlformats.org/drawingml/2006/main" noGrp="1"/>
          </p:cNvSpPr>
          <p:nvPr/>
        </p:nvSpPr>
        <p:spPr>
          <a:xfrm xmlns:a="http://schemas.openxmlformats.org/drawingml/2006/main">
            <a:off x="7429500" y="27241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5F9F4B"/>
                </a:solidFill>
                <a:latin typeface="Arial"/>
                <a:ea typeface="Arial"/>
                <a:cs typeface="Arial"/>
              </a:defRPr>
            </a:defPPr>
            <a:lvl1pPr>
              <a:defRPr sz="2250" b="1" i="0">
                <a:solidFill>
                  <a:srgbClr val="5F9F4B"/>
                </a:solidFill>
                <a:latin typeface="Arial"/>
                <a:ea typeface="Arial"/>
                <a:cs typeface="Arial"/>
              </a:defRPr>
            </a:lvl1pPr>
            <a:lvl2pPr>
              <a:defRPr sz="2250" b="1" i="0">
                <a:solidFill>
                  <a:srgbClr val="5F9F4B"/>
                </a:solidFill>
                <a:latin typeface="Arial"/>
                <a:ea typeface="Arial"/>
                <a:cs typeface="Arial"/>
              </a:defRPr>
            </a:lvl2pPr>
            <a:lvl3pPr>
              <a:defRPr sz="2250" b="1" i="0">
                <a:solidFill>
                  <a:srgbClr val="5F9F4B"/>
                </a:solidFill>
                <a:latin typeface="Arial"/>
                <a:ea typeface="Arial"/>
                <a:cs typeface="Arial"/>
              </a:defRPr>
            </a:lvl3pPr>
            <a:lvl4pPr>
              <a:defRPr sz="2250" b="1" i="0">
                <a:solidFill>
                  <a:srgbClr val="5F9F4B"/>
                </a:solidFill>
                <a:latin typeface="Arial"/>
                <a:ea typeface="Arial"/>
                <a:cs typeface="Arial"/>
              </a:defRPr>
            </a:lvl4pPr>
            <a:lvl5pPr>
              <a:defRPr sz="2250" b="1" i="0">
                <a:solidFill>
                  <a:srgbClr val="5F9F4B"/>
                </a:solidFill>
                <a:latin typeface="Arial"/>
                <a:ea typeface="Arial"/>
                <a:cs typeface="Arial"/>
              </a:defRPr>
            </a:lvl5pPr>
            <a:lvl6pPr>
              <a:defRPr sz="2250" b="1" i="0">
                <a:solidFill>
                  <a:srgbClr val="5F9F4B"/>
                </a:solidFill>
                <a:latin typeface="Arial"/>
                <a:ea typeface="Arial"/>
                <a:cs typeface="Arial"/>
              </a:defRPr>
            </a:lvl6pPr>
            <a:lvl7pPr>
              <a:defRPr sz="2250" b="1" i="0">
                <a:solidFill>
                  <a:srgbClr val="5F9F4B"/>
                </a:solidFill>
                <a:latin typeface="Arial"/>
                <a:ea typeface="Arial"/>
                <a:cs typeface="Arial"/>
              </a:defRPr>
            </a:lvl7pPr>
            <a:lvl8pPr>
              <a:defRPr sz="2250" b="1" i="0">
                <a:solidFill>
                  <a:srgbClr val="5F9F4B"/>
                </a:solidFill>
                <a:latin typeface="Arial"/>
                <a:ea typeface="Arial"/>
                <a:cs typeface="Arial"/>
              </a:defRPr>
            </a:lvl8pPr>
            <a:lvl9pPr>
              <a:defRPr sz="2250" b="1" i="0">
                <a:solidFill>
                  <a:srgbClr val="5F9F4B"/>
                </a:solidFill>
                <a:latin typeface="Arial"/>
                <a:ea typeface="Arial"/>
                <a:cs typeface="Arial"/>
              </a:defRPr>
            </a:lvl9pPr>
          </a:lstStyle>
          <a:p xmlns:a="http://schemas.openxmlformats.org/drawingml/2006/main">
            <a:pPr>
              <a:defRPr sz="2250" b="1" i="0">
                <a:solidFill>
                  <a:srgbClr val="5F9F4B"/>
                </a:solidFill>
                <a:latin typeface="Arial"/>
                <a:ea typeface="Arial"/>
                <a:cs typeface="Arial"/>
              </a:defRPr>
            </a:pPr>
            <a:r>
              <a:rPr sz="2250" b="1" i="0">
                <a:solidFill>
                  <a:srgbClr val="5F9F4B"/>
                </a:solidFill>
                <a:latin typeface="Arial"/>
                <a:ea typeface="Arial"/>
                <a:cs typeface="Arial"/>
              </a:rPr>
              <a:t>int</a:t>
            </a:r>
          </a:p>
        </p:txBody>
      </p:sp>
      <p:sp>
        <p:nvSpPr>
          <p:cNvPr id="7" name="">
            <a:extLst xmlns:a="http://schemas.openxmlformats.org/drawingml/2006/main">
              <a:ext uri="{FF2B5EF4-FFF2-40B4-BE49-F238E27FC236}">
                <a16:creationId xmlns:a16="http://schemas.microsoft.com/office/drawing/2014/main" id="{DCC4F159-4E57-4EB0-A86E-A00BB6DFE93D}"/>
              </a:ext>
            </a:extLst>
          </p:cNvPr>
          <p:cNvSpPr>
            <a:spLocks xmlns:a="http://schemas.openxmlformats.org/drawingml/2006/main" noGrp="1"/>
          </p:cNvSpPr>
          <p:nvPr/>
        </p:nvSpPr>
        <p:spPr>
          <a:xfrm xmlns:a="http://schemas.openxmlformats.org/drawingml/2006/main">
            <a:off x="9810750" y="272415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i="0">
                <a:solidFill>
                  <a:srgbClr val="5D6B78"/>
                </a:solidFill>
                <a:latin typeface="Arial"/>
                <a:ea typeface="Arial"/>
                <a:cs typeface="Arial"/>
              </a:defRPr>
            </a:defPPr>
            <a:lvl1pPr>
              <a:defRPr sz="1875" b="0" i="0">
                <a:solidFill>
                  <a:srgbClr val="5D6B78"/>
                </a:solidFill>
                <a:latin typeface="Arial"/>
                <a:ea typeface="Arial"/>
                <a:cs typeface="Arial"/>
              </a:defRPr>
            </a:lvl1pPr>
            <a:lvl2pPr>
              <a:defRPr sz="1875" b="0" i="0">
                <a:solidFill>
                  <a:srgbClr val="5D6B78"/>
                </a:solidFill>
                <a:latin typeface="Arial"/>
                <a:ea typeface="Arial"/>
                <a:cs typeface="Arial"/>
              </a:defRPr>
            </a:lvl2pPr>
            <a:lvl3pPr>
              <a:defRPr sz="1875" b="0" i="0">
                <a:solidFill>
                  <a:srgbClr val="5D6B78"/>
                </a:solidFill>
                <a:latin typeface="Arial"/>
                <a:ea typeface="Arial"/>
                <a:cs typeface="Arial"/>
              </a:defRPr>
            </a:lvl3pPr>
            <a:lvl4pPr>
              <a:defRPr sz="1875" b="0" i="0">
                <a:solidFill>
                  <a:srgbClr val="5D6B78"/>
                </a:solidFill>
                <a:latin typeface="Arial"/>
                <a:ea typeface="Arial"/>
                <a:cs typeface="Arial"/>
              </a:defRPr>
            </a:lvl4pPr>
            <a:lvl5pPr>
              <a:defRPr sz="1875" b="0" i="0">
                <a:solidFill>
                  <a:srgbClr val="5D6B78"/>
                </a:solidFill>
                <a:latin typeface="Arial"/>
                <a:ea typeface="Arial"/>
                <a:cs typeface="Arial"/>
              </a:defRPr>
            </a:lvl5pPr>
            <a:lvl6pPr>
              <a:defRPr sz="1875" b="0" i="0">
                <a:solidFill>
                  <a:srgbClr val="5D6B78"/>
                </a:solidFill>
                <a:latin typeface="Arial"/>
                <a:ea typeface="Arial"/>
                <a:cs typeface="Arial"/>
              </a:defRPr>
            </a:lvl6pPr>
            <a:lvl7pPr>
              <a:defRPr sz="1875" b="0" i="0">
                <a:solidFill>
                  <a:srgbClr val="5D6B78"/>
                </a:solidFill>
                <a:latin typeface="Arial"/>
                <a:ea typeface="Arial"/>
                <a:cs typeface="Arial"/>
              </a:defRPr>
            </a:lvl7pPr>
            <a:lvl8pPr>
              <a:defRPr sz="1875" b="0" i="0">
                <a:solidFill>
                  <a:srgbClr val="5D6B78"/>
                </a:solidFill>
                <a:latin typeface="Arial"/>
                <a:ea typeface="Arial"/>
                <a:cs typeface="Arial"/>
              </a:defRPr>
            </a:lvl8pPr>
            <a:lvl9pPr>
              <a:defRPr sz="1875" b="0" i="0">
                <a:solidFill>
                  <a:srgbClr val="5D6B78"/>
                </a:solidFill>
                <a:latin typeface="Arial"/>
                <a:ea typeface="Arial"/>
                <a:cs typeface="Arial"/>
              </a:defRPr>
            </a:lvl9pPr>
          </a:lstStyle>
          <a:p xmlns:a="http://schemas.openxmlformats.org/drawingml/2006/main">
            <a:pPr>
              <a:defRPr sz="1875" b="0" i="0">
                <a:solidFill>
                  <a:srgbClr val="5D6B78"/>
                </a:solidFill>
                <a:latin typeface="Arial"/>
                <a:ea typeface="Arial"/>
                <a:cs typeface="Arial"/>
              </a:defRPr>
            </a:pPr>
            <a:r>
              <a:rPr sz="1875" b="0" i="0">
                <a:solidFill>
                  <a:srgbClr val="5D6B78"/>
                </a:solidFill>
                <a:latin typeface="Arial"/>
                <a:ea typeface="Arial"/>
                <a:cs typeface="Arial"/>
              </a:rPr>
              <a:t>whole number</a:t>
            </a:r>
          </a:p>
        </p:txBody>
      </p:sp>
      <p:sp>
        <p:nvSpPr>
          <p:cNvPr id="8" name="">
            <a:extLst xmlns:a="http://schemas.openxmlformats.org/drawingml/2006/main">
              <a:ext uri="{FF2B5EF4-FFF2-40B4-BE49-F238E27FC236}">
                <a16:creationId xmlns:a16="http://schemas.microsoft.com/office/drawing/2014/main" id="{B8A9A9BA-C5DB-413B-8867-27265296CF6A}"/>
              </a:ext>
            </a:extLst>
          </p:cNvPr>
          <p:cNvSpPr>
            <a:spLocks xmlns:a="http://schemas.openxmlformats.org/drawingml/2006/main" noGrp="1"/>
          </p:cNvSpPr>
          <p:nvPr/>
        </p:nvSpPr>
        <p:spPr>
          <a:xfrm xmlns:a="http://schemas.openxmlformats.org/drawingml/2006/main">
            <a:off x="7429500" y="3505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2F6F89"/>
                </a:solidFill>
                <a:latin typeface="Arial"/>
                <a:ea typeface="Arial"/>
                <a:cs typeface="Arial"/>
              </a:defRPr>
            </a:defPPr>
            <a:lvl1pPr>
              <a:defRPr sz="2250" b="1" i="0">
                <a:solidFill>
                  <a:srgbClr val="2F6F89"/>
                </a:solidFill>
                <a:latin typeface="Arial"/>
                <a:ea typeface="Arial"/>
                <a:cs typeface="Arial"/>
              </a:defRPr>
            </a:lvl1pPr>
            <a:lvl2pPr>
              <a:defRPr sz="2250" b="1" i="0">
                <a:solidFill>
                  <a:srgbClr val="2F6F89"/>
                </a:solidFill>
                <a:latin typeface="Arial"/>
                <a:ea typeface="Arial"/>
                <a:cs typeface="Arial"/>
              </a:defRPr>
            </a:lvl2pPr>
            <a:lvl3pPr>
              <a:defRPr sz="2250" b="1" i="0">
                <a:solidFill>
                  <a:srgbClr val="2F6F89"/>
                </a:solidFill>
                <a:latin typeface="Arial"/>
                <a:ea typeface="Arial"/>
                <a:cs typeface="Arial"/>
              </a:defRPr>
            </a:lvl3pPr>
            <a:lvl4pPr>
              <a:defRPr sz="2250" b="1" i="0">
                <a:solidFill>
                  <a:srgbClr val="2F6F89"/>
                </a:solidFill>
                <a:latin typeface="Arial"/>
                <a:ea typeface="Arial"/>
                <a:cs typeface="Arial"/>
              </a:defRPr>
            </a:lvl4pPr>
            <a:lvl5pPr>
              <a:defRPr sz="2250" b="1" i="0">
                <a:solidFill>
                  <a:srgbClr val="2F6F89"/>
                </a:solidFill>
                <a:latin typeface="Arial"/>
                <a:ea typeface="Arial"/>
                <a:cs typeface="Arial"/>
              </a:defRPr>
            </a:lvl5pPr>
            <a:lvl6pPr>
              <a:defRPr sz="2250" b="1" i="0">
                <a:solidFill>
                  <a:srgbClr val="2F6F89"/>
                </a:solidFill>
                <a:latin typeface="Arial"/>
                <a:ea typeface="Arial"/>
                <a:cs typeface="Arial"/>
              </a:defRPr>
            </a:lvl6pPr>
            <a:lvl7pPr>
              <a:defRPr sz="2250" b="1" i="0">
                <a:solidFill>
                  <a:srgbClr val="2F6F89"/>
                </a:solidFill>
                <a:latin typeface="Arial"/>
                <a:ea typeface="Arial"/>
                <a:cs typeface="Arial"/>
              </a:defRPr>
            </a:lvl7pPr>
            <a:lvl8pPr>
              <a:defRPr sz="2250" b="1" i="0">
                <a:solidFill>
                  <a:srgbClr val="2F6F89"/>
                </a:solidFill>
                <a:latin typeface="Arial"/>
                <a:ea typeface="Arial"/>
                <a:cs typeface="Arial"/>
              </a:defRPr>
            </a:lvl8pPr>
            <a:lvl9pPr>
              <a:defRPr sz="2250" b="1" i="0">
                <a:solidFill>
                  <a:srgbClr val="2F6F89"/>
                </a:solidFill>
                <a:latin typeface="Arial"/>
                <a:ea typeface="Arial"/>
                <a:cs typeface="Arial"/>
              </a:defRPr>
            </a:lvl9pPr>
          </a:lstStyle>
          <a:p xmlns:a="http://schemas.openxmlformats.org/drawingml/2006/main">
            <a:pPr>
              <a:defRPr sz="2250" b="1" i="0">
                <a:solidFill>
                  <a:srgbClr val="2F6F89"/>
                </a:solidFill>
                <a:latin typeface="Arial"/>
                <a:ea typeface="Arial"/>
                <a:cs typeface="Arial"/>
              </a:defRPr>
            </a:pPr>
            <a:r>
              <a:rPr sz="2250" b="1" i="0">
                <a:solidFill>
                  <a:srgbClr val="2F6F89"/>
                </a:solidFill>
                <a:latin typeface="Arial"/>
                <a:ea typeface="Arial"/>
                <a:cs typeface="Arial"/>
              </a:rPr>
              <a:t>bool</a:t>
            </a:r>
          </a:p>
        </p:txBody>
      </p:sp>
      <p:sp>
        <p:nvSpPr>
          <p:cNvPr id="9" name="">
            <a:extLst xmlns:a="http://schemas.openxmlformats.org/drawingml/2006/main">
              <a:ext uri="{FF2B5EF4-FFF2-40B4-BE49-F238E27FC236}">
                <a16:creationId xmlns:a16="http://schemas.microsoft.com/office/drawing/2014/main" id="{A0EA665A-08A9-4247-8053-F560F79FF397}"/>
              </a:ext>
            </a:extLst>
          </p:cNvPr>
          <p:cNvSpPr>
            <a:spLocks xmlns:a="http://schemas.openxmlformats.org/drawingml/2006/main" noGrp="1"/>
          </p:cNvSpPr>
          <p:nvPr/>
        </p:nvSpPr>
        <p:spPr>
          <a:xfrm xmlns:a="http://schemas.openxmlformats.org/drawingml/2006/main">
            <a:off x="9810750" y="35052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i="0">
                <a:solidFill>
                  <a:srgbClr val="5D6B78"/>
                </a:solidFill>
                <a:latin typeface="Arial"/>
                <a:ea typeface="Arial"/>
                <a:cs typeface="Arial"/>
              </a:defRPr>
            </a:defPPr>
            <a:lvl1pPr>
              <a:defRPr sz="1875" b="0" i="0">
                <a:solidFill>
                  <a:srgbClr val="5D6B78"/>
                </a:solidFill>
                <a:latin typeface="Arial"/>
                <a:ea typeface="Arial"/>
                <a:cs typeface="Arial"/>
              </a:defRPr>
            </a:lvl1pPr>
            <a:lvl2pPr>
              <a:defRPr sz="1875" b="0" i="0">
                <a:solidFill>
                  <a:srgbClr val="5D6B78"/>
                </a:solidFill>
                <a:latin typeface="Arial"/>
                <a:ea typeface="Arial"/>
                <a:cs typeface="Arial"/>
              </a:defRPr>
            </a:lvl2pPr>
            <a:lvl3pPr>
              <a:defRPr sz="1875" b="0" i="0">
                <a:solidFill>
                  <a:srgbClr val="5D6B78"/>
                </a:solidFill>
                <a:latin typeface="Arial"/>
                <a:ea typeface="Arial"/>
                <a:cs typeface="Arial"/>
              </a:defRPr>
            </a:lvl3pPr>
            <a:lvl4pPr>
              <a:defRPr sz="1875" b="0" i="0">
                <a:solidFill>
                  <a:srgbClr val="5D6B78"/>
                </a:solidFill>
                <a:latin typeface="Arial"/>
                <a:ea typeface="Arial"/>
                <a:cs typeface="Arial"/>
              </a:defRPr>
            </a:lvl4pPr>
            <a:lvl5pPr>
              <a:defRPr sz="1875" b="0" i="0">
                <a:solidFill>
                  <a:srgbClr val="5D6B78"/>
                </a:solidFill>
                <a:latin typeface="Arial"/>
                <a:ea typeface="Arial"/>
                <a:cs typeface="Arial"/>
              </a:defRPr>
            </a:lvl5pPr>
            <a:lvl6pPr>
              <a:defRPr sz="1875" b="0" i="0">
                <a:solidFill>
                  <a:srgbClr val="5D6B78"/>
                </a:solidFill>
                <a:latin typeface="Arial"/>
                <a:ea typeface="Arial"/>
                <a:cs typeface="Arial"/>
              </a:defRPr>
            </a:lvl6pPr>
            <a:lvl7pPr>
              <a:defRPr sz="1875" b="0" i="0">
                <a:solidFill>
                  <a:srgbClr val="5D6B78"/>
                </a:solidFill>
                <a:latin typeface="Arial"/>
                <a:ea typeface="Arial"/>
                <a:cs typeface="Arial"/>
              </a:defRPr>
            </a:lvl7pPr>
            <a:lvl8pPr>
              <a:defRPr sz="1875" b="0" i="0">
                <a:solidFill>
                  <a:srgbClr val="5D6B78"/>
                </a:solidFill>
                <a:latin typeface="Arial"/>
                <a:ea typeface="Arial"/>
                <a:cs typeface="Arial"/>
              </a:defRPr>
            </a:lvl8pPr>
            <a:lvl9pPr>
              <a:defRPr sz="1875" b="0" i="0">
                <a:solidFill>
                  <a:srgbClr val="5D6B78"/>
                </a:solidFill>
                <a:latin typeface="Arial"/>
                <a:ea typeface="Arial"/>
                <a:cs typeface="Arial"/>
              </a:defRPr>
            </a:lvl9pPr>
          </a:lstStyle>
          <a:p xmlns:a="http://schemas.openxmlformats.org/drawingml/2006/main">
            <a:pPr>
              <a:defRPr sz="1875" b="0" i="0">
                <a:solidFill>
                  <a:srgbClr val="5D6B78"/>
                </a:solidFill>
                <a:latin typeface="Arial"/>
                <a:ea typeface="Arial"/>
                <a:cs typeface="Arial"/>
              </a:defRPr>
            </a:pPr>
            <a:r>
              <a:rPr sz="1875" b="0" i="0">
                <a:solidFill>
                  <a:srgbClr val="5D6B78"/>
                </a:solidFill>
                <a:latin typeface="Arial"/>
                <a:ea typeface="Arial"/>
                <a:cs typeface="Arial"/>
              </a:rPr>
              <a:t>True or False</a:t>
            </a:r>
          </a:p>
        </p:txBody>
      </p:sp>
      <p:sp>
        <p:nvSpPr>
          <p:cNvPr id="10" name="">
            <a:extLst xmlns:a="http://schemas.openxmlformats.org/drawingml/2006/main">
              <a:ext uri="{FF2B5EF4-FFF2-40B4-BE49-F238E27FC236}">
                <a16:creationId xmlns:a16="http://schemas.microsoft.com/office/drawing/2014/main" id="{E8E512FA-4B12-41A9-863E-713E66365AC5}"/>
              </a:ext>
            </a:extLst>
          </p:cNvPr>
          <p:cNvSpPr>
            <a:spLocks xmlns:a="http://schemas.openxmlformats.org/drawingml/2006/main" noGrp="1"/>
          </p:cNvSpPr>
          <p:nvPr/>
        </p:nvSpPr>
        <p:spPr>
          <a:xfrm xmlns:a="http://schemas.openxmlformats.org/drawingml/2006/main">
            <a:off x="1581150" y="5381625"/>
            <a:ext cx="902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i="0">
                <a:solidFill>
                  <a:srgbClr val="DF6765"/>
                </a:solidFill>
                <a:latin typeface="Arial"/>
                <a:ea typeface="Arial"/>
                <a:cs typeface="Arial"/>
              </a:defRPr>
            </a:defPPr>
            <a:lvl1pPr>
              <a:defRPr sz="2175" b="1" i="0">
                <a:solidFill>
                  <a:srgbClr val="DF6765"/>
                </a:solidFill>
                <a:latin typeface="Arial"/>
                <a:ea typeface="Arial"/>
                <a:cs typeface="Arial"/>
              </a:defRPr>
            </a:lvl1pPr>
            <a:lvl2pPr>
              <a:defRPr sz="2175" b="1" i="0">
                <a:solidFill>
                  <a:srgbClr val="DF6765"/>
                </a:solidFill>
                <a:latin typeface="Arial"/>
                <a:ea typeface="Arial"/>
                <a:cs typeface="Arial"/>
              </a:defRPr>
            </a:lvl2pPr>
            <a:lvl3pPr>
              <a:defRPr sz="2175" b="1" i="0">
                <a:solidFill>
                  <a:srgbClr val="DF6765"/>
                </a:solidFill>
                <a:latin typeface="Arial"/>
                <a:ea typeface="Arial"/>
                <a:cs typeface="Arial"/>
              </a:defRPr>
            </a:lvl3pPr>
            <a:lvl4pPr>
              <a:defRPr sz="2175" b="1" i="0">
                <a:solidFill>
                  <a:srgbClr val="DF6765"/>
                </a:solidFill>
                <a:latin typeface="Arial"/>
                <a:ea typeface="Arial"/>
                <a:cs typeface="Arial"/>
              </a:defRPr>
            </a:lvl4pPr>
            <a:lvl5pPr>
              <a:defRPr sz="2175" b="1" i="0">
                <a:solidFill>
                  <a:srgbClr val="DF6765"/>
                </a:solidFill>
                <a:latin typeface="Arial"/>
                <a:ea typeface="Arial"/>
                <a:cs typeface="Arial"/>
              </a:defRPr>
            </a:lvl5pPr>
            <a:lvl6pPr>
              <a:defRPr sz="2175" b="1" i="0">
                <a:solidFill>
                  <a:srgbClr val="DF6765"/>
                </a:solidFill>
                <a:latin typeface="Arial"/>
                <a:ea typeface="Arial"/>
                <a:cs typeface="Arial"/>
              </a:defRPr>
            </a:lvl6pPr>
            <a:lvl7pPr>
              <a:defRPr sz="2175" b="1" i="0">
                <a:solidFill>
                  <a:srgbClr val="DF6765"/>
                </a:solidFill>
                <a:latin typeface="Arial"/>
                <a:ea typeface="Arial"/>
                <a:cs typeface="Arial"/>
              </a:defRPr>
            </a:lvl7pPr>
            <a:lvl8pPr>
              <a:defRPr sz="2175" b="1" i="0">
                <a:solidFill>
                  <a:srgbClr val="DF6765"/>
                </a:solidFill>
                <a:latin typeface="Arial"/>
                <a:ea typeface="Arial"/>
                <a:cs typeface="Arial"/>
              </a:defRPr>
            </a:lvl8pPr>
            <a:lvl9pPr>
              <a:defRPr sz="2175" b="1" i="0">
                <a:solidFill>
                  <a:srgbClr val="DF6765"/>
                </a:solidFill>
                <a:latin typeface="Arial"/>
                <a:ea typeface="Arial"/>
                <a:cs typeface="Arial"/>
              </a:defRPr>
            </a:lvl9pPr>
          </a:lstStyle>
          <a:p xmlns:a="http://schemas.openxmlformats.org/drawingml/2006/main">
            <a:pPr>
              <a:defRPr sz="2175" b="1" i="0">
                <a:solidFill>
                  <a:srgbClr val="DF6765"/>
                </a:solidFill>
                <a:latin typeface="Arial"/>
                <a:ea typeface="Arial"/>
                <a:cs typeface="Arial"/>
              </a:defRPr>
            </a:pPr>
            <a:r>
              <a:rPr sz="2175" b="1" i="0">
                <a:solidFill>
                  <a:srgbClr val="DF6765"/>
                </a:solidFill>
                <a:latin typeface="Arial"/>
                <a:ea typeface="Arial"/>
                <a:cs typeface="Arial"/>
              </a:rPr>
              <a:t>What breaks if minutes contains text?</a:t>
            </a:r>
          </a:p>
        </p:txBody>
      </p:sp>
      <p:sp>
        <p:nvSpPr>
          <p:cNvPr id="11" name="">
            <a:extLst xmlns:a="http://schemas.openxmlformats.org/drawingml/2006/main">
              <a:ext uri="{FF2B5EF4-FFF2-40B4-BE49-F238E27FC236}">
                <a16:creationId xmlns:a16="http://schemas.microsoft.com/office/drawing/2014/main" id="{8C4D3DF6-395A-4261-8786-0FD62123C531}"/>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9:53-10:05 | Values and types</a:t>
            </a:r>
          </a:p>
        </p:txBody>
      </p:sp>
    </p:spTree>
    <p:extLst>
      <p:ext uri="{BB962C8B-B14F-4D97-AF65-F5344CB8AC3E}">
        <p14:creationId xmlns:p14="http://schemas.microsoft.com/office/powerpoint/2010/main" val="1764262989"/>
      </p:ext>
    </p:extLst>
  </p:cSld>
</p:sld>
</file>

<file path=ppt/slides/slide13.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6593C7-1BF2-4ABB-977E-E0919F67E4C1}"/>
              </a:ext>
            </a:extLst>
          </p:cNvPr>
          <p:cNvSpPr>
            <a:spLocks xmlns:a="http://schemas.openxmlformats.org/drawingml/2006/main" noGrp="1"/>
          </p:cNvSpPr>
          <p:nvPr/>
        </p:nvSpPr>
        <p:spPr>
          <a:xfrm xmlns:a="http://schemas.openxmlformats.org/drawingml/2006/main">
            <a:off x="685800" y="4572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FFFFFF"/>
                </a:solidFill>
                <a:latin typeface="Arial"/>
                <a:ea typeface="Arial"/>
                <a:cs typeface="Arial"/>
              </a:defRPr>
            </a:defPPr>
            <a:lvl1pPr>
              <a:defRPr sz="3000" b="1" i="0">
                <a:solidFill>
                  <a:srgbClr val="FFFFFF"/>
                </a:solidFill>
                <a:latin typeface="Arial"/>
                <a:ea typeface="Arial"/>
                <a:cs typeface="Arial"/>
              </a:defRPr>
            </a:lvl1pPr>
            <a:lvl2pPr>
              <a:defRPr sz="3000" b="1" i="0">
                <a:solidFill>
                  <a:srgbClr val="FFFFFF"/>
                </a:solidFill>
                <a:latin typeface="Arial"/>
                <a:ea typeface="Arial"/>
                <a:cs typeface="Arial"/>
              </a:defRPr>
            </a:lvl2pPr>
            <a:lvl3pPr>
              <a:defRPr sz="3000" b="1" i="0">
                <a:solidFill>
                  <a:srgbClr val="FFFFFF"/>
                </a:solidFill>
                <a:latin typeface="Arial"/>
                <a:ea typeface="Arial"/>
                <a:cs typeface="Arial"/>
              </a:defRPr>
            </a:lvl3pPr>
            <a:lvl4pPr>
              <a:defRPr sz="3000" b="1" i="0">
                <a:solidFill>
                  <a:srgbClr val="FFFFFF"/>
                </a:solidFill>
                <a:latin typeface="Arial"/>
                <a:ea typeface="Arial"/>
                <a:cs typeface="Arial"/>
              </a:defRPr>
            </a:lvl4pPr>
            <a:lvl5pPr>
              <a:defRPr sz="3000" b="1" i="0">
                <a:solidFill>
                  <a:srgbClr val="FFFFFF"/>
                </a:solidFill>
                <a:latin typeface="Arial"/>
                <a:ea typeface="Arial"/>
                <a:cs typeface="Arial"/>
              </a:defRPr>
            </a:lvl5pPr>
            <a:lvl6pPr>
              <a:defRPr sz="3000" b="1" i="0">
                <a:solidFill>
                  <a:srgbClr val="FFFFFF"/>
                </a:solidFill>
                <a:latin typeface="Arial"/>
                <a:ea typeface="Arial"/>
                <a:cs typeface="Arial"/>
              </a:defRPr>
            </a:lvl6pPr>
            <a:lvl7pPr>
              <a:defRPr sz="3000" b="1" i="0">
                <a:solidFill>
                  <a:srgbClr val="FFFFFF"/>
                </a:solidFill>
                <a:latin typeface="Arial"/>
                <a:ea typeface="Arial"/>
                <a:cs typeface="Arial"/>
              </a:defRPr>
            </a:lvl7pPr>
            <a:lvl8pPr>
              <a:defRPr sz="3000" b="1" i="0">
                <a:solidFill>
                  <a:srgbClr val="FFFFFF"/>
                </a:solidFill>
                <a:latin typeface="Arial"/>
                <a:ea typeface="Arial"/>
                <a:cs typeface="Arial"/>
              </a:defRPr>
            </a:lvl8pPr>
            <a:lvl9pPr>
              <a:defRPr sz="3000" b="1" i="0">
                <a:solidFill>
                  <a:srgbClr val="FFFFFF"/>
                </a:solidFill>
                <a:latin typeface="Arial"/>
                <a:ea typeface="Arial"/>
                <a:cs typeface="Arial"/>
              </a:defRPr>
            </a:lvl9pPr>
          </a:lstStyle>
          <a:p xmlns:a="http://schemas.openxmlformats.org/drawingml/2006/main">
            <a:pPr>
              <a:defRPr sz="3000" b="1" i="0">
                <a:solidFill>
                  <a:srgbClr val="FFFFFF"/>
                </a:solidFill>
                <a:latin typeface="Arial"/>
                <a:ea typeface="Arial"/>
                <a:cs typeface="Arial"/>
              </a:defRPr>
            </a:pPr>
            <a:r>
              <a:rPr sz="3000" b="1" i="0">
                <a:solidFill>
                  <a:srgbClr val="FFFFFF"/>
                </a:solidFill>
                <a:latin typeface="Arial"/>
                <a:ea typeface="Arial"/>
                <a:cs typeface="Arial"/>
              </a:rPr>
              <a:t>Decisions choose one path</a:t>
            </a:r>
          </a:p>
        </p:txBody>
      </p:sp>
      <p:sp>
        <p:nvSpPr>
          <p:cNvPr id="2" name="">
            <a:extLst xmlns:a="http://schemas.openxmlformats.org/drawingml/2006/main">
              <a:ext uri="{FF2B5EF4-FFF2-40B4-BE49-F238E27FC236}">
                <a16:creationId xmlns:a16="http://schemas.microsoft.com/office/drawing/2014/main" id="{8024BCE4-861E-4B9C-A80D-4A2AF55C06A9}"/>
              </a:ext>
            </a:extLst>
          </p:cNvPr>
          <p:cNvSpPr>
            <a:spLocks xmlns:a="http://schemas.openxmlformats.org/drawingml/2006/main" noGrp="1"/>
          </p:cNvSpPr>
          <p:nvPr/>
        </p:nvSpPr>
        <p:spPr>
          <a:xfrm xmlns:a="http://schemas.openxmlformats.org/drawingml/2006/main">
            <a:off x="723900" y="11049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0" i="0">
                <a:solidFill>
                  <a:srgbClr val="B9DBA8"/>
                </a:solidFill>
                <a:latin typeface="Arial"/>
                <a:ea typeface="Arial"/>
                <a:cs typeface="Arial"/>
              </a:defRPr>
            </a:defPPr>
            <a:lvl1pPr>
              <a:defRPr sz="1725" b="0" i="0">
                <a:solidFill>
                  <a:srgbClr val="B9DBA8"/>
                </a:solidFill>
                <a:latin typeface="Arial"/>
                <a:ea typeface="Arial"/>
                <a:cs typeface="Arial"/>
              </a:defRPr>
            </a:lvl1pPr>
            <a:lvl2pPr>
              <a:defRPr sz="1725" b="0" i="0">
                <a:solidFill>
                  <a:srgbClr val="B9DBA8"/>
                </a:solidFill>
                <a:latin typeface="Arial"/>
                <a:ea typeface="Arial"/>
                <a:cs typeface="Arial"/>
              </a:defRPr>
            </a:lvl2pPr>
            <a:lvl3pPr>
              <a:defRPr sz="1725" b="0" i="0">
                <a:solidFill>
                  <a:srgbClr val="B9DBA8"/>
                </a:solidFill>
                <a:latin typeface="Arial"/>
                <a:ea typeface="Arial"/>
                <a:cs typeface="Arial"/>
              </a:defRPr>
            </a:lvl3pPr>
            <a:lvl4pPr>
              <a:defRPr sz="1725" b="0" i="0">
                <a:solidFill>
                  <a:srgbClr val="B9DBA8"/>
                </a:solidFill>
                <a:latin typeface="Arial"/>
                <a:ea typeface="Arial"/>
                <a:cs typeface="Arial"/>
              </a:defRPr>
            </a:lvl4pPr>
            <a:lvl5pPr>
              <a:defRPr sz="1725" b="0" i="0">
                <a:solidFill>
                  <a:srgbClr val="B9DBA8"/>
                </a:solidFill>
                <a:latin typeface="Arial"/>
                <a:ea typeface="Arial"/>
                <a:cs typeface="Arial"/>
              </a:defRPr>
            </a:lvl5pPr>
            <a:lvl6pPr>
              <a:defRPr sz="1725" b="0" i="0">
                <a:solidFill>
                  <a:srgbClr val="B9DBA8"/>
                </a:solidFill>
                <a:latin typeface="Arial"/>
                <a:ea typeface="Arial"/>
                <a:cs typeface="Arial"/>
              </a:defRPr>
            </a:lvl6pPr>
            <a:lvl7pPr>
              <a:defRPr sz="1725" b="0" i="0">
                <a:solidFill>
                  <a:srgbClr val="B9DBA8"/>
                </a:solidFill>
                <a:latin typeface="Arial"/>
                <a:ea typeface="Arial"/>
                <a:cs typeface="Arial"/>
              </a:defRPr>
            </a:lvl7pPr>
            <a:lvl8pPr>
              <a:defRPr sz="1725" b="0" i="0">
                <a:solidFill>
                  <a:srgbClr val="B9DBA8"/>
                </a:solidFill>
                <a:latin typeface="Arial"/>
                <a:ea typeface="Arial"/>
                <a:cs typeface="Arial"/>
              </a:defRPr>
            </a:lvl8pPr>
            <a:lvl9pPr>
              <a:defRPr sz="1725" b="0" i="0">
                <a:solidFill>
                  <a:srgbClr val="B9DBA8"/>
                </a:solidFill>
                <a:latin typeface="Arial"/>
                <a:ea typeface="Arial"/>
                <a:cs typeface="Arial"/>
              </a:defRPr>
            </a:lvl9pPr>
          </a:lstStyle>
          <a:p xmlns:a="http://schemas.openxmlformats.org/drawingml/2006/main">
            <a:pPr>
              <a:defRPr sz="1725" b="0" i="0">
                <a:solidFill>
                  <a:srgbClr val="B9DBA8"/>
                </a:solidFill>
                <a:latin typeface="Arial"/>
                <a:ea typeface="Arial"/>
                <a:cs typeface="Arial"/>
              </a:defRPr>
            </a:pPr>
            <a:r>
              <a:rPr sz="1725" b="0" i="0">
                <a:solidFill>
                  <a:srgbClr val="B9DBA8"/>
                </a:solidFill>
                <a:latin typeface="Arial"/>
                <a:ea typeface="Arial"/>
                <a:cs typeface="Arial"/>
              </a:rPr>
              <a:t>Predict the message for scores 35, 34, and 20.</a:t>
            </a:r>
          </a:p>
        </p:txBody>
      </p:sp>
      <p:sp>
        <p:nvSpPr>
          <p:cNvPr id="3" name="">
            <a:extLst xmlns:a="http://schemas.openxmlformats.org/drawingml/2006/main">
              <a:ext uri="{FF2B5EF4-FFF2-40B4-BE49-F238E27FC236}">
                <a16:creationId xmlns:a16="http://schemas.microsoft.com/office/drawing/2014/main" id="{41A5EF29-6092-4D32-A7D3-A4E82BF23984}"/>
              </a:ext>
            </a:extLst>
          </p:cNvPr>
          <p:cNvSpPr>
            <a:spLocks xmlns:a="http://schemas.openxmlformats.org/drawingml/2006/main" noGrp="1"/>
          </p:cNvSpPr>
          <p:nvPr/>
        </p:nvSpPr>
        <p:spPr>
          <a:xfrm xmlns:a="http://schemas.openxmlformats.org/drawingml/2006/main">
            <a:off x="952500" y="1809750"/>
            <a:ext cx="10287000" cy="3333750"/>
          </a:xfrm>
          <a:prstGeom xmlns:a="http://schemas.openxmlformats.org/drawingml/2006/main" prst="roundRect">
            <a:avLst>
              <a:gd name="adj" fmla="val 2286"/>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175" b="0" i="0">
                <a:solidFill>
                  <a:srgbClr val="D9F2CF"/>
                </a:solidFill>
                <a:latin typeface="Consolas"/>
                <a:ea typeface="Consolas"/>
                <a:cs typeface="Consolas"/>
              </a:defRPr>
            </a:defPPr>
            <a:lvl1pPr>
              <a:defRPr sz="2175" b="0" i="0">
                <a:solidFill>
                  <a:srgbClr val="D9F2CF"/>
                </a:solidFill>
                <a:latin typeface="Consolas"/>
                <a:ea typeface="Consolas"/>
                <a:cs typeface="Consolas"/>
              </a:defRPr>
            </a:lvl1pPr>
            <a:lvl2pPr>
              <a:defRPr sz="2175" b="0" i="0">
                <a:solidFill>
                  <a:srgbClr val="D9F2CF"/>
                </a:solidFill>
                <a:latin typeface="Consolas"/>
                <a:ea typeface="Consolas"/>
                <a:cs typeface="Consolas"/>
              </a:defRPr>
            </a:lvl2pPr>
            <a:lvl3pPr>
              <a:defRPr sz="2175" b="0" i="0">
                <a:solidFill>
                  <a:srgbClr val="D9F2CF"/>
                </a:solidFill>
                <a:latin typeface="Consolas"/>
                <a:ea typeface="Consolas"/>
                <a:cs typeface="Consolas"/>
              </a:defRPr>
            </a:lvl3pPr>
            <a:lvl4pPr>
              <a:defRPr sz="2175" b="0" i="0">
                <a:solidFill>
                  <a:srgbClr val="D9F2CF"/>
                </a:solidFill>
                <a:latin typeface="Consolas"/>
                <a:ea typeface="Consolas"/>
                <a:cs typeface="Consolas"/>
              </a:defRPr>
            </a:lvl4pPr>
            <a:lvl5pPr>
              <a:defRPr sz="2175" b="0" i="0">
                <a:solidFill>
                  <a:srgbClr val="D9F2CF"/>
                </a:solidFill>
                <a:latin typeface="Consolas"/>
                <a:ea typeface="Consolas"/>
                <a:cs typeface="Consolas"/>
              </a:defRPr>
            </a:lvl5pPr>
            <a:lvl6pPr>
              <a:defRPr sz="2175" b="0" i="0">
                <a:solidFill>
                  <a:srgbClr val="D9F2CF"/>
                </a:solidFill>
                <a:latin typeface="Consolas"/>
                <a:ea typeface="Consolas"/>
                <a:cs typeface="Consolas"/>
              </a:defRPr>
            </a:lvl6pPr>
            <a:lvl7pPr>
              <a:defRPr sz="2175" b="0" i="0">
                <a:solidFill>
                  <a:srgbClr val="D9F2CF"/>
                </a:solidFill>
                <a:latin typeface="Consolas"/>
                <a:ea typeface="Consolas"/>
                <a:cs typeface="Consolas"/>
              </a:defRPr>
            </a:lvl7pPr>
            <a:lvl8pPr>
              <a:defRPr sz="2175" b="0" i="0">
                <a:solidFill>
                  <a:srgbClr val="D9F2CF"/>
                </a:solidFill>
                <a:latin typeface="Consolas"/>
                <a:ea typeface="Consolas"/>
                <a:cs typeface="Consolas"/>
              </a:defRPr>
            </a:lvl8pPr>
            <a:lvl9pPr>
              <a:defRPr sz="2175" b="0" i="0">
                <a:solidFill>
                  <a:srgbClr val="D9F2CF"/>
                </a:solidFill>
                <a:latin typeface="Consolas"/>
                <a:ea typeface="Consolas"/>
                <a:cs typeface="Consolas"/>
              </a:defRPr>
            </a:lvl9pPr>
          </a:lstStyle>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if output_score &gt;= 35:</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    print("Strong session")</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elif output_score &gt;= 20:</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    print("Keep building")</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else:</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    print("Try one focused block")</a:t>
            </a:r>
          </a:p>
        </p:txBody>
      </p:sp>
      <p:sp>
        <p:nvSpPr>
          <p:cNvPr id="4" name="">
            <a:extLst xmlns:a="http://schemas.openxmlformats.org/drawingml/2006/main">
              <a:ext uri="{FF2B5EF4-FFF2-40B4-BE49-F238E27FC236}">
                <a16:creationId xmlns:a16="http://schemas.microsoft.com/office/drawing/2014/main" id="{B1766A4D-2C5A-46C3-81C2-F255F2894EF6}"/>
              </a:ext>
            </a:extLst>
          </p:cNvPr>
          <p:cNvSpPr>
            <a:spLocks xmlns:a="http://schemas.openxmlformats.org/drawingml/2006/main" noGrp="1"/>
          </p:cNvSpPr>
          <p:nvPr/>
        </p:nvSpPr>
        <p:spPr>
          <a:xfrm xmlns:a="http://schemas.openxmlformats.org/drawingml/2006/main">
            <a:off x="1162050" y="5524500"/>
            <a:ext cx="986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FFB1AD"/>
                </a:solidFill>
                <a:latin typeface="Arial"/>
                <a:ea typeface="Arial"/>
                <a:cs typeface="Arial"/>
              </a:defRPr>
            </a:defPPr>
            <a:lvl1pPr>
              <a:defRPr sz="2025" b="1" i="0">
                <a:solidFill>
                  <a:srgbClr val="FFB1AD"/>
                </a:solidFill>
                <a:latin typeface="Arial"/>
                <a:ea typeface="Arial"/>
                <a:cs typeface="Arial"/>
              </a:defRPr>
            </a:lvl1pPr>
            <a:lvl2pPr>
              <a:defRPr sz="2025" b="1" i="0">
                <a:solidFill>
                  <a:srgbClr val="FFB1AD"/>
                </a:solidFill>
                <a:latin typeface="Arial"/>
                <a:ea typeface="Arial"/>
                <a:cs typeface="Arial"/>
              </a:defRPr>
            </a:lvl2pPr>
            <a:lvl3pPr>
              <a:defRPr sz="2025" b="1" i="0">
                <a:solidFill>
                  <a:srgbClr val="FFB1AD"/>
                </a:solidFill>
                <a:latin typeface="Arial"/>
                <a:ea typeface="Arial"/>
                <a:cs typeface="Arial"/>
              </a:defRPr>
            </a:lvl3pPr>
            <a:lvl4pPr>
              <a:defRPr sz="2025" b="1" i="0">
                <a:solidFill>
                  <a:srgbClr val="FFB1AD"/>
                </a:solidFill>
                <a:latin typeface="Arial"/>
                <a:ea typeface="Arial"/>
                <a:cs typeface="Arial"/>
              </a:defRPr>
            </a:lvl4pPr>
            <a:lvl5pPr>
              <a:defRPr sz="2025" b="1" i="0">
                <a:solidFill>
                  <a:srgbClr val="FFB1AD"/>
                </a:solidFill>
                <a:latin typeface="Arial"/>
                <a:ea typeface="Arial"/>
                <a:cs typeface="Arial"/>
              </a:defRPr>
            </a:lvl5pPr>
            <a:lvl6pPr>
              <a:defRPr sz="2025" b="1" i="0">
                <a:solidFill>
                  <a:srgbClr val="FFB1AD"/>
                </a:solidFill>
                <a:latin typeface="Arial"/>
                <a:ea typeface="Arial"/>
                <a:cs typeface="Arial"/>
              </a:defRPr>
            </a:lvl6pPr>
            <a:lvl7pPr>
              <a:defRPr sz="2025" b="1" i="0">
                <a:solidFill>
                  <a:srgbClr val="FFB1AD"/>
                </a:solidFill>
                <a:latin typeface="Arial"/>
                <a:ea typeface="Arial"/>
                <a:cs typeface="Arial"/>
              </a:defRPr>
            </a:lvl7pPr>
            <a:lvl8pPr>
              <a:defRPr sz="2025" b="1" i="0">
                <a:solidFill>
                  <a:srgbClr val="FFB1AD"/>
                </a:solidFill>
                <a:latin typeface="Arial"/>
                <a:ea typeface="Arial"/>
                <a:cs typeface="Arial"/>
              </a:defRPr>
            </a:lvl8pPr>
            <a:lvl9pPr>
              <a:defRPr sz="2025" b="1" i="0">
                <a:solidFill>
                  <a:srgbClr val="FFB1AD"/>
                </a:solidFill>
                <a:latin typeface="Arial"/>
                <a:ea typeface="Arial"/>
                <a:cs typeface="Arial"/>
              </a:defRPr>
            </a:lvl9pPr>
          </a:lstStyle>
          <a:p xmlns:a="http://schemas.openxmlformats.org/drawingml/2006/main">
            <a:pPr>
              <a:defRPr sz="2025" b="1" i="0">
                <a:solidFill>
                  <a:srgbClr val="FFB1AD"/>
                </a:solidFill>
                <a:latin typeface="Arial"/>
                <a:ea typeface="Arial"/>
                <a:cs typeface="Arial"/>
              </a:defRPr>
            </a:pPr>
            <a:r>
              <a:rPr sz="2025" b="1" i="0">
                <a:solidFill>
                  <a:srgbClr val="FFB1AD"/>
                </a:solidFill>
                <a:latin typeface="Arial"/>
                <a:ea typeface="Arial"/>
                <a:cs typeface="Arial"/>
              </a:rPr>
              <a:t>Python checks from top to bottom and stops at the first true condition.</a:t>
            </a:r>
          </a:p>
        </p:txBody>
      </p:sp>
      <p:sp>
        <p:nvSpPr>
          <p:cNvPr id="5" name="">
            <a:extLst xmlns:a="http://schemas.openxmlformats.org/drawingml/2006/main">
              <a:ext uri="{FF2B5EF4-FFF2-40B4-BE49-F238E27FC236}">
                <a16:creationId xmlns:a16="http://schemas.microsoft.com/office/drawing/2014/main" id="{26762F98-E203-4AB0-ADDC-F7FDA4DF6F6E}"/>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10:05-10:15 | Conditional paths</a:t>
            </a:r>
          </a:p>
        </p:txBody>
      </p:sp>
    </p:spTree>
    <p:extLst>
      <p:ext uri="{BB962C8B-B14F-4D97-AF65-F5344CB8AC3E}">
        <p14:creationId xmlns:p14="http://schemas.microsoft.com/office/powerpoint/2010/main" val="806898730"/>
      </p:ext>
    </p:extLst>
  </p:cSld>
</p:sld>
</file>

<file path=ppt/slides/slide14.xml><?xml version="1.0" encoding="utf-8"?>
<p:sld xmlns:p="http://schemas.openxmlformats.org/presentationml/2006/main">
  <p:cSld>
    <p:bg>
      <p:bgPr>
        <a:solidFill xmlns:a="http://schemas.openxmlformats.org/drawingml/2006/main">
          <a:srgbClr val="FBEC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1DB44C-91FF-4F60-8D56-5F1BF4E7B4E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Module 1 lab</a:t>
            </a:r>
          </a:p>
        </p:txBody>
      </p:sp>
      <p:sp>
        <p:nvSpPr>
          <p:cNvPr id="2" name="">
            <a:extLst xmlns:a="http://schemas.openxmlformats.org/drawingml/2006/main">
              <a:ext uri="{FF2B5EF4-FFF2-40B4-BE49-F238E27FC236}">
                <a16:creationId xmlns:a16="http://schemas.microsoft.com/office/drawing/2014/main" id="{414DB375-8D01-4AAA-908D-4344E225E73F}"/>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Change the score calculator, then prove every branch works</a:t>
            </a:r>
          </a:p>
        </p:txBody>
      </p:sp>
      <p:sp>
        <p:nvSpPr>
          <p:cNvPr id="3" name="">
            <a:extLst xmlns:a="http://schemas.openxmlformats.org/drawingml/2006/main">
              <a:ext uri="{FF2B5EF4-FFF2-40B4-BE49-F238E27FC236}">
                <a16:creationId xmlns:a16="http://schemas.microsoft.com/office/drawing/2014/main" id="{0791791D-4BA8-4079-B9E8-D8EBDAA9B940}"/>
              </a:ext>
            </a:extLst>
          </p:cNvPr>
          <p:cNvSpPr>
            <a:spLocks xmlns:a="http://schemas.openxmlformats.org/drawingml/2006/main" noGrp="1"/>
          </p:cNvSpPr>
          <p:nvPr/>
        </p:nvSpPr>
        <p:spPr>
          <a:xfrm xmlns:a="http://schemas.openxmlformats.org/drawingml/2006/main">
            <a:off x="876300" y="16192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vl1pPr>
              <a:defRPr sz="3000" b="1" i="0">
                <a:solidFill>
                  <a:srgbClr val="DF6765"/>
                </a:solidFill>
                <a:latin typeface="Arial"/>
                <a:ea typeface="Arial"/>
                <a:cs typeface="Arial"/>
              </a:defRPr>
            </a:lvl1pPr>
            <a:lvl2pPr>
              <a:defRPr sz="3000" b="1" i="0">
                <a:solidFill>
                  <a:srgbClr val="DF6765"/>
                </a:solidFill>
                <a:latin typeface="Arial"/>
                <a:ea typeface="Arial"/>
                <a:cs typeface="Arial"/>
              </a:defRPr>
            </a:lvl2pPr>
            <a:lvl3pPr>
              <a:defRPr sz="3000" b="1" i="0">
                <a:solidFill>
                  <a:srgbClr val="DF6765"/>
                </a:solidFill>
                <a:latin typeface="Arial"/>
                <a:ea typeface="Arial"/>
                <a:cs typeface="Arial"/>
              </a:defRPr>
            </a:lvl3pPr>
            <a:lvl4pPr>
              <a:defRPr sz="3000" b="1" i="0">
                <a:solidFill>
                  <a:srgbClr val="DF6765"/>
                </a:solidFill>
                <a:latin typeface="Arial"/>
                <a:ea typeface="Arial"/>
                <a:cs typeface="Arial"/>
              </a:defRPr>
            </a:lvl4pPr>
            <a:lvl5pPr>
              <a:defRPr sz="3000" b="1" i="0">
                <a:solidFill>
                  <a:srgbClr val="DF6765"/>
                </a:solidFill>
                <a:latin typeface="Arial"/>
                <a:ea typeface="Arial"/>
                <a:cs typeface="Arial"/>
              </a:defRPr>
            </a:lvl5pPr>
            <a:lvl6pPr>
              <a:defRPr sz="3000" b="1" i="0">
                <a:solidFill>
                  <a:srgbClr val="DF6765"/>
                </a:solidFill>
                <a:latin typeface="Arial"/>
                <a:ea typeface="Arial"/>
                <a:cs typeface="Arial"/>
              </a:defRPr>
            </a:lvl6pPr>
            <a:lvl7pPr>
              <a:defRPr sz="3000" b="1" i="0">
                <a:solidFill>
                  <a:srgbClr val="DF6765"/>
                </a:solidFill>
                <a:latin typeface="Arial"/>
                <a:ea typeface="Arial"/>
                <a:cs typeface="Arial"/>
              </a:defRPr>
            </a:lvl7pPr>
            <a:lvl8pPr>
              <a:defRPr sz="3000" b="1" i="0">
                <a:solidFill>
                  <a:srgbClr val="DF6765"/>
                </a:solidFill>
                <a:latin typeface="Arial"/>
                <a:ea typeface="Arial"/>
                <a:cs typeface="Arial"/>
              </a:defRPr>
            </a:lvl8pPr>
            <a:lvl9pPr>
              <a:defRPr sz="3000" b="1" i="0">
                <a:solidFill>
                  <a:srgbClr val="DF6765"/>
                </a:solidFill>
                <a:latin typeface="Arial"/>
                <a:ea typeface="Arial"/>
                <a:cs typeface="Arial"/>
              </a:defRPr>
            </a:lvl9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5465A97C-FE7F-4209-A11C-496A2D617F2B}"/>
              </a:ext>
            </a:extLst>
          </p:cNvPr>
          <p:cNvSpPr>
            <a:spLocks xmlns:a="http://schemas.openxmlformats.org/drawingml/2006/main" noGrp="1"/>
          </p:cNvSpPr>
          <p:nvPr/>
        </p:nvSpPr>
        <p:spPr>
          <a:xfrm xmlns:a="http://schemas.openxmlformats.org/drawingml/2006/main">
            <a:off x="1752600" y="16192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Ask for completed exercises</a:t>
            </a:r>
          </a:p>
        </p:txBody>
      </p:sp>
      <p:sp>
        <p:nvSpPr>
          <p:cNvPr id="5" name="">
            <a:extLst xmlns:a="http://schemas.openxmlformats.org/drawingml/2006/main">
              <a:ext uri="{FF2B5EF4-FFF2-40B4-BE49-F238E27FC236}">
                <a16:creationId xmlns:a16="http://schemas.microsoft.com/office/drawing/2014/main" id="{9A217B98-40C4-4929-A577-575787D2379B}"/>
              </a:ext>
            </a:extLst>
          </p:cNvPr>
          <p:cNvSpPr>
            <a:spLocks xmlns:a="http://schemas.openxmlformats.org/drawingml/2006/main" noGrp="1"/>
          </p:cNvSpPr>
          <p:nvPr/>
        </p:nvSpPr>
        <p:spPr>
          <a:xfrm xmlns:a="http://schemas.openxmlformats.org/drawingml/2006/main">
            <a:off x="876300" y="24574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vl1pPr>
              <a:defRPr sz="3000" b="1" i="0">
                <a:solidFill>
                  <a:srgbClr val="5F9F4B"/>
                </a:solidFill>
                <a:latin typeface="Arial"/>
                <a:ea typeface="Arial"/>
                <a:cs typeface="Arial"/>
              </a:defRPr>
            </a:lvl1pPr>
            <a:lvl2pPr>
              <a:defRPr sz="3000" b="1" i="0">
                <a:solidFill>
                  <a:srgbClr val="5F9F4B"/>
                </a:solidFill>
                <a:latin typeface="Arial"/>
                <a:ea typeface="Arial"/>
                <a:cs typeface="Arial"/>
              </a:defRPr>
            </a:lvl2pPr>
            <a:lvl3pPr>
              <a:defRPr sz="3000" b="1" i="0">
                <a:solidFill>
                  <a:srgbClr val="5F9F4B"/>
                </a:solidFill>
                <a:latin typeface="Arial"/>
                <a:ea typeface="Arial"/>
                <a:cs typeface="Arial"/>
              </a:defRPr>
            </a:lvl3pPr>
            <a:lvl4pPr>
              <a:defRPr sz="3000" b="1" i="0">
                <a:solidFill>
                  <a:srgbClr val="5F9F4B"/>
                </a:solidFill>
                <a:latin typeface="Arial"/>
                <a:ea typeface="Arial"/>
                <a:cs typeface="Arial"/>
              </a:defRPr>
            </a:lvl4pPr>
            <a:lvl5pPr>
              <a:defRPr sz="3000" b="1" i="0">
                <a:solidFill>
                  <a:srgbClr val="5F9F4B"/>
                </a:solidFill>
                <a:latin typeface="Arial"/>
                <a:ea typeface="Arial"/>
                <a:cs typeface="Arial"/>
              </a:defRPr>
            </a:lvl5pPr>
            <a:lvl6pPr>
              <a:defRPr sz="3000" b="1" i="0">
                <a:solidFill>
                  <a:srgbClr val="5F9F4B"/>
                </a:solidFill>
                <a:latin typeface="Arial"/>
                <a:ea typeface="Arial"/>
                <a:cs typeface="Arial"/>
              </a:defRPr>
            </a:lvl6pPr>
            <a:lvl7pPr>
              <a:defRPr sz="3000" b="1" i="0">
                <a:solidFill>
                  <a:srgbClr val="5F9F4B"/>
                </a:solidFill>
                <a:latin typeface="Arial"/>
                <a:ea typeface="Arial"/>
                <a:cs typeface="Arial"/>
              </a:defRPr>
            </a:lvl7pPr>
            <a:lvl8pPr>
              <a:defRPr sz="3000" b="1" i="0">
                <a:solidFill>
                  <a:srgbClr val="5F9F4B"/>
                </a:solidFill>
                <a:latin typeface="Arial"/>
                <a:ea typeface="Arial"/>
                <a:cs typeface="Arial"/>
              </a:defRPr>
            </a:lvl8pPr>
            <a:lvl9pPr>
              <a:defRPr sz="3000" b="1" i="0">
                <a:solidFill>
                  <a:srgbClr val="5F9F4B"/>
                </a:solidFill>
                <a:latin typeface="Arial"/>
                <a:ea typeface="Arial"/>
                <a:cs typeface="Arial"/>
              </a:defRPr>
            </a:lvl9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69F0F5CD-C802-4090-8CF9-426C53CEE7C9}"/>
              </a:ext>
            </a:extLst>
          </p:cNvPr>
          <p:cNvSpPr>
            <a:spLocks xmlns:a="http://schemas.openxmlformats.org/drawingml/2006/main" noGrp="1"/>
          </p:cNvSpPr>
          <p:nvPr/>
        </p:nvSpPr>
        <p:spPr>
          <a:xfrm xmlns:a="http://schemas.openxmlformats.org/drawingml/2006/main">
            <a:off x="1752600" y="24574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Add exercises × 2 to the score</a:t>
            </a:r>
          </a:p>
        </p:txBody>
      </p:sp>
      <p:sp>
        <p:nvSpPr>
          <p:cNvPr id="7" name="">
            <a:extLst xmlns:a="http://schemas.openxmlformats.org/drawingml/2006/main">
              <a:ext uri="{FF2B5EF4-FFF2-40B4-BE49-F238E27FC236}">
                <a16:creationId xmlns:a16="http://schemas.microsoft.com/office/drawing/2014/main" id="{8EAA342F-E515-4B4F-B57B-E2F46D43BA4B}"/>
              </a:ext>
            </a:extLst>
          </p:cNvPr>
          <p:cNvSpPr>
            <a:spLocks xmlns:a="http://schemas.openxmlformats.org/drawingml/2006/main" noGrp="1"/>
          </p:cNvSpPr>
          <p:nvPr/>
        </p:nvSpPr>
        <p:spPr>
          <a:xfrm xmlns:a="http://schemas.openxmlformats.org/drawingml/2006/main">
            <a:off x="876300" y="32956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vl1pPr>
              <a:defRPr sz="3000" b="1" i="0">
                <a:solidFill>
                  <a:srgbClr val="2F6F89"/>
                </a:solidFill>
                <a:latin typeface="Arial"/>
                <a:ea typeface="Arial"/>
                <a:cs typeface="Arial"/>
              </a:defRPr>
            </a:lvl1pPr>
            <a:lvl2pPr>
              <a:defRPr sz="3000" b="1" i="0">
                <a:solidFill>
                  <a:srgbClr val="2F6F89"/>
                </a:solidFill>
                <a:latin typeface="Arial"/>
                <a:ea typeface="Arial"/>
                <a:cs typeface="Arial"/>
              </a:defRPr>
            </a:lvl2pPr>
            <a:lvl3pPr>
              <a:defRPr sz="3000" b="1" i="0">
                <a:solidFill>
                  <a:srgbClr val="2F6F89"/>
                </a:solidFill>
                <a:latin typeface="Arial"/>
                <a:ea typeface="Arial"/>
                <a:cs typeface="Arial"/>
              </a:defRPr>
            </a:lvl3pPr>
            <a:lvl4pPr>
              <a:defRPr sz="3000" b="1" i="0">
                <a:solidFill>
                  <a:srgbClr val="2F6F89"/>
                </a:solidFill>
                <a:latin typeface="Arial"/>
                <a:ea typeface="Arial"/>
                <a:cs typeface="Arial"/>
              </a:defRPr>
            </a:lvl4pPr>
            <a:lvl5pPr>
              <a:defRPr sz="3000" b="1" i="0">
                <a:solidFill>
                  <a:srgbClr val="2F6F89"/>
                </a:solidFill>
                <a:latin typeface="Arial"/>
                <a:ea typeface="Arial"/>
                <a:cs typeface="Arial"/>
              </a:defRPr>
            </a:lvl5pPr>
            <a:lvl6pPr>
              <a:defRPr sz="3000" b="1" i="0">
                <a:solidFill>
                  <a:srgbClr val="2F6F89"/>
                </a:solidFill>
                <a:latin typeface="Arial"/>
                <a:ea typeface="Arial"/>
                <a:cs typeface="Arial"/>
              </a:defRPr>
            </a:lvl6pPr>
            <a:lvl7pPr>
              <a:defRPr sz="3000" b="1" i="0">
                <a:solidFill>
                  <a:srgbClr val="2F6F89"/>
                </a:solidFill>
                <a:latin typeface="Arial"/>
                <a:ea typeface="Arial"/>
                <a:cs typeface="Arial"/>
              </a:defRPr>
            </a:lvl7pPr>
            <a:lvl8pPr>
              <a:defRPr sz="3000" b="1" i="0">
                <a:solidFill>
                  <a:srgbClr val="2F6F89"/>
                </a:solidFill>
                <a:latin typeface="Arial"/>
                <a:ea typeface="Arial"/>
                <a:cs typeface="Arial"/>
              </a:defRPr>
            </a:lvl8pPr>
            <a:lvl9pPr>
              <a:defRPr sz="3000" b="1" i="0">
                <a:solidFill>
                  <a:srgbClr val="2F6F89"/>
                </a:solidFill>
                <a:latin typeface="Arial"/>
                <a:ea typeface="Arial"/>
                <a:cs typeface="Arial"/>
              </a:defRPr>
            </a:lvl9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C45608E2-2164-4112-8ED1-FE72F992057D}"/>
              </a:ext>
            </a:extLst>
          </p:cNvPr>
          <p:cNvSpPr>
            <a:spLocks xmlns:a="http://schemas.openxmlformats.org/drawingml/2006/main" noGrp="1"/>
          </p:cNvSpPr>
          <p:nvPr/>
        </p:nvSpPr>
        <p:spPr>
          <a:xfrm xmlns:a="http://schemas.openxmlformats.org/drawingml/2006/main">
            <a:off x="1752600" y="32956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Add a middle feedback branch</a:t>
            </a:r>
          </a:p>
        </p:txBody>
      </p:sp>
      <p:sp>
        <p:nvSpPr>
          <p:cNvPr id="9" name="">
            <a:extLst xmlns:a="http://schemas.openxmlformats.org/drawingml/2006/main">
              <a:ext uri="{FF2B5EF4-FFF2-40B4-BE49-F238E27FC236}">
                <a16:creationId xmlns:a16="http://schemas.microsoft.com/office/drawing/2014/main" id="{A50C2DA2-A058-4CE0-90DF-8444172D3980}"/>
              </a:ext>
            </a:extLst>
          </p:cNvPr>
          <p:cNvSpPr>
            <a:spLocks xmlns:a="http://schemas.openxmlformats.org/drawingml/2006/main" noGrp="1"/>
          </p:cNvSpPr>
          <p:nvPr/>
        </p:nvSpPr>
        <p:spPr>
          <a:xfrm xmlns:a="http://schemas.openxmlformats.org/drawingml/2006/main">
            <a:off x="876300" y="4133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vl1pPr>
              <a:defRPr sz="3000" b="1" i="0">
                <a:solidFill>
                  <a:srgbClr val="3C8994"/>
                </a:solidFill>
                <a:latin typeface="Arial"/>
                <a:ea typeface="Arial"/>
                <a:cs typeface="Arial"/>
              </a:defRPr>
            </a:lvl1pPr>
            <a:lvl2pPr>
              <a:defRPr sz="3000" b="1" i="0">
                <a:solidFill>
                  <a:srgbClr val="3C8994"/>
                </a:solidFill>
                <a:latin typeface="Arial"/>
                <a:ea typeface="Arial"/>
                <a:cs typeface="Arial"/>
              </a:defRPr>
            </a:lvl2pPr>
            <a:lvl3pPr>
              <a:defRPr sz="3000" b="1" i="0">
                <a:solidFill>
                  <a:srgbClr val="3C8994"/>
                </a:solidFill>
                <a:latin typeface="Arial"/>
                <a:ea typeface="Arial"/>
                <a:cs typeface="Arial"/>
              </a:defRPr>
            </a:lvl3pPr>
            <a:lvl4pPr>
              <a:defRPr sz="3000" b="1" i="0">
                <a:solidFill>
                  <a:srgbClr val="3C8994"/>
                </a:solidFill>
                <a:latin typeface="Arial"/>
                <a:ea typeface="Arial"/>
                <a:cs typeface="Arial"/>
              </a:defRPr>
            </a:lvl4pPr>
            <a:lvl5pPr>
              <a:defRPr sz="3000" b="1" i="0">
                <a:solidFill>
                  <a:srgbClr val="3C8994"/>
                </a:solidFill>
                <a:latin typeface="Arial"/>
                <a:ea typeface="Arial"/>
                <a:cs typeface="Arial"/>
              </a:defRPr>
            </a:lvl5pPr>
            <a:lvl6pPr>
              <a:defRPr sz="3000" b="1" i="0">
                <a:solidFill>
                  <a:srgbClr val="3C8994"/>
                </a:solidFill>
                <a:latin typeface="Arial"/>
                <a:ea typeface="Arial"/>
                <a:cs typeface="Arial"/>
              </a:defRPr>
            </a:lvl6pPr>
            <a:lvl7pPr>
              <a:defRPr sz="3000" b="1" i="0">
                <a:solidFill>
                  <a:srgbClr val="3C8994"/>
                </a:solidFill>
                <a:latin typeface="Arial"/>
                <a:ea typeface="Arial"/>
                <a:cs typeface="Arial"/>
              </a:defRPr>
            </a:lvl7pPr>
            <a:lvl8pPr>
              <a:defRPr sz="3000" b="1" i="0">
                <a:solidFill>
                  <a:srgbClr val="3C8994"/>
                </a:solidFill>
                <a:latin typeface="Arial"/>
                <a:ea typeface="Arial"/>
                <a:cs typeface="Arial"/>
              </a:defRPr>
            </a:lvl8pPr>
            <a:lvl9pPr>
              <a:defRPr sz="3000" b="1" i="0">
                <a:solidFill>
                  <a:srgbClr val="3C8994"/>
                </a:solidFill>
                <a:latin typeface="Arial"/>
                <a:ea typeface="Arial"/>
                <a:cs typeface="Arial"/>
              </a:defRPr>
            </a:lvl9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00AA6342-9E45-4CB1-8230-CA4424D662D7}"/>
              </a:ext>
            </a:extLst>
          </p:cNvPr>
          <p:cNvSpPr>
            <a:spLocks xmlns:a="http://schemas.openxmlformats.org/drawingml/2006/main" noGrp="1"/>
          </p:cNvSpPr>
          <p:nvPr/>
        </p:nvSpPr>
        <p:spPr>
          <a:xfrm xmlns:a="http://schemas.openxmlformats.org/drawingml/2006/main">
            <a:off x="1752600" y="41338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Record inputs that reach each branch</a:t>
            </a:r>
          </a:p>
        </p:txBody>
      </p:sp>
      <p:sp>
        <p:nvSpPr>
          <p:cNvPr id="11" name="">
            <a:extLst xmlns:a="http://schemas.openxmlformats.org/drawingml/2006/main">
              <a:ext uri="{FF2B5EF4-FFF2-40B4-BE49-F238E27FC236}">
                <a16:creationId xmlns:a16="http://schemas.microsoft.com/office/drawing/2014/main" id="{2AE4BF9C-200D-491E-B15C-947549D1782B}"/>
              </a:ext>
            </a:extLst>
          </p:cNvPr>
          <p:cNvSpPr>
            <a:spLocks xmlns:a="http://schemas.openxmlformats.org/drawingml/2006/main" noGrp="1"/>
          </p:cNvSpPr>
          <p:nvPr/>
        </p:nvSpPr>
        <p:spPr>
          <a:xfrm xmlns:a="http://schemas.openxmlformats.org/drawingml/2006/main">
            <a:off x="1390650" y="5429250"/>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173654"/>
                </a:solidFill>
                <a:latin typeface="Arial"/>
                <a:ea typeface="Arial"/>
                <a:cs typeface="Arial"/>
              </a:defRPr>
            </a:defPPr>
            <a:lvl1pPr>
              <a:defRPr sz="2100" b="1" i="0">
                <a:solidFill>
                  <a:srgbClr val="173654"/>
                </a:solidFill>
                <a:latin typeface="Arial"/>
                <a:ea typeface="Arial"/>
                <a:cs typeface="Arial"/>
              </a:defRPr>
            </a:lvl1pPr>
            <a:lvl2pPr>
              <a:defRPr sz="2100" b="1" i="0">
                <a:solidFill>
                  <a:srgbClr val="173654"/>
                </a:solidFill>
                <a:latin typeface="Arial"/>
                <a:ea typeface="Arial"/>
                <a:cs typeface="Arial"/>
              </a:defRPr>
            </a:lvl2pPr>
            <a:lvl3pPr>
              <a:defRPr sz="2100" b="1" i="0">
                <a:solidFill>
                  <a:srgbClr val="173654"/>
                </a:solidFill>
                <a:latin typeface="Arial"/>
                <a:ea typeface="Arial"/>
                <a:cs typeface="Arial"/>
              </a:defRPr>
            </a:lvl3pPr>
            <a:lvl4pPr>
              <a:defRPr sz="2100" b="1" i="0">
                <a:solidFill>
                  <a:srgbClr val="173654"/>
                </a:solidFill>
                <a:latin typeface="Arial"/>
                <a:ea typeface="Arial"/>
                <a:cs typeface="Arial"/>
              </a:defRPr>
            </a:lvl4pPr>
            <a:lvl5pPr>
              <a:defRPr sz="2100" b="1" i="0">
                <a:solidFill>
                  <a:srgbClr val="173654"/>
                </a:solidFill>
                <a:latin typeface="Arial"/>
                <a:ea typeface="Arial"/>
                <a:cs typeface="Arial"/>
              </a:defRPr>
            </a:lvl5pPr>
            <a:lvl6pPr>
              <a:defRPr sz="2100" b="1" i="0">
                <a:solidFill>
                  <a:srgbClr val="173654"/>
                </a:solidFill>
                <a:latin typeface="Arial"/>
                <a:ea typeface="Arial"/>
                <a:cs typeface="Arial"/>
              </a:defRPr>
            </a:lvl6pPr>
            <a:lvl7pPr>
              <a:defRPr sz="2100" b="1" i="0">
                <a:solidFill>
                  <a:srgbClr val="173654"/>
                </a:solidFill>
                <a:latin typeface="Arial"/>
                <a:ea typeface="Arial"/>
                <a:cs typeface="Arial"/>
              </a:defRPr>
            </a:lvl7pPr>
            <a:lvl8pPr>
              <a:defRPr sz="2100" b="1" i="0">
                <a:solidFill>
                  <a:srgbClr val="173654"/>
                </a:solidFill>
                <a:latin typeface="Arial"/>
                <a:ea typeface="Arial"/>
                <a:cs typeface="Arial"/>
              </a:defRPr>
            </a:lvl8pPr>
            <a:lvl9pPr>
              <a:defRPr sz="2100" b="1" i="0">
                <a:solidFill>
                  <a:srgbClr val="173654"/>
                </a:solidFill>
                <a:latin typeface="Arial"/>
                <a:ea typeface="Arial"/>
                <a:cs typeface="Arial"/>
              </a:defRPr>
            </a:lvl9pPr>
          </a:lstStyle>
          <a:p xmlns:a="http://schemas.openxmlformats.org/drawingml/2006/main">
            <a:pPr>
              <a:defRPr sz="2100" b="1" i="0">
                <a:solidFill>
                  <a:srgbClr val="173654"/>
                </a:solidFill>
                <a:latin typeface="Arial"/>
                <a:ea typeface="Arial"/>
                <a:cs typeface="Arial"/>
              </a:defRPr>
            </a:pPr>
            <a:r>
              <a:rPr sz="2100" b="1" i="0">
                <a:solidFill>
                  <a:srgbClr val="173654"/>
                </a:solidFill>
                <a:latin typeface="Arial"/>
                <a:ea typeface="Arial"/>
                <a:cs typeface="Arial"/>
              </a:rPr>
              <a:t>Explain why each variable needs its data type.</a:t>
            </a:r>
          </a:p>
        </p:txBody>
      </p:sp>
      <p:sp>
        <p:nvSpPr>
          <p:cNvPr id="12" name="">
            <a:extLst xmlns:a="http://schemas.openxmlformats.org/drawingml/2006/main">
              <a:ext uri="{FF2B5EF4-FFF2-40B4-BE49-F238E27FC236}">
                <a16:creationId xmlns:a16="http://schemas.microsoft.com/office/drawing/2014/main" id="{13BB4D7C-43EC-478D-9474-425FF3868F7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10:15-10:25 | Module 1 lab</a:t>
            </a:r>
          </a:p>
        </p:txBody>
      </p:sp>
    </p:spTree>
    <p:extLst>
      <p:ext uri="{BB962C8B-B14F-4D97-AF65-F5344CB8AC3E}">
        <p14:creationId xmlns:p14="http://schemas.microsoft.com/office/powerpoint/2010/main" val="368338841"/>
      </p:ext>
    </p:extLst>
  </p:cSld>
</p:sld>
</file>

<file path=ppt/slides/slide15.xml><?xml version="1.0" encoding="utf-8"?>
<p:sld xmlns:p="http://schemas.openxmlformats.org/presentationml/2006/main">
  <p:cSld>
    <p:bg>
      <p:bgPr>
        <a:solidFill xmlns:a="http://schemas.openxmlformats.org/drawingml/2006/main">
          <a:srgbClr val="DF67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9AC0048-B67E-43B2-989D-5E9DB9E67CBA}"/>
              </a:ext>
            </a:extLst>
          </p:cNvPr>
          <p:cNvSpPr>
            <a:spLocks xmlns:a="http://schemas.openxmlformats.org/drawingml/2006/main" noGrp="1"/>
          </p:cNvSpPr>
          <p:nvPr/>
        </p:nvSpPr>
        <p:spPr>
          <a:xfrm xmlns:a="http://schemas.openxmlformats.org/drawingml/2006/main">
            <a:off x="685800" y="2095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i="0">
                <a:solidFill>
                  <a:srgbClr val="FFFFFF"/>
                </a:solidFill>
                <a:latin typeface="Arial"/>
                <a:ea typeface="Arial"/>
                <a:cs typeface="Arial"/>
              </a:defRPr>
            </a:defPPr>
            <a:lvl1pPr>
              <a:defRPr sz="4950" b="1" i="0">
                <a:solidFill>
                  <a:srgbClr val="FFFFFF"/>
                </a:solidFill>
                <a:latin typeface="Arial"/>
                <a:ea typeface="Arial"/>
                <a:cs typeface="Arial"/>
              </a:defRPr>
            </a:lvl1pPr>
            <a:lvl2pPr>
              <a:defRPr sz="4950" b="1" i="0">
                <a:solidFill>
                  <a:srgbClr val="FFFFFF"/>
                </a:solidFill>
                <a:latin typeface="Arial"/>
                <a:ea typeface="Arial"/>
                <a:cs typeface="Arial"/>
              </a:defRPr>
            </a:lvl2pPr>
            <a:lvl3pPr>
              <a:defRPr sz="4950" b="1" i="0">
                <a:solidFill>
                  <a:srgbClr val="FFFFFF"/>
                </a:solidFill>
                <a:latin typeface="Arial"/>
                <a:ea typeface="Arial"/>
                <a:cs typeface="Arial"/>
              </a:defRPr>
            </a:lvl3pPr>
            <a:lvl4pPr>
              <a:defRPr sz="4950" b="1" i="0">
                <a:solidFill>
                  <a:srgbClr val="FFFFFF"/>
                </a:solidFill>
                <a:latin typeface="Arial"/>
                <a:ea typeface="Arial"/>
                <a:cs typeface="Arial"/>
              </a:defRPr>
            </a:lvl4pPr>
            <a:lvl5pPr>
              <a:defRPr sz="4950" b="1" i="0">
                <a:solidFill>
                  <a:srgbClr val="FFFFFF"/>
                </a:solidFill>
                <a:latin typeface="Arial"/>
                <a:ea typeface="Arial"/>
                <a:cs typeface="Arial"/>
              </a:defRPr>
            </a:lvl5pPr>
            <a:lvl6pPr>
              <a:defRPr sz="4950" b="1" i="0">
                <a:solidFill>
                  <a:srgbClr val="FFFFFF"/>
                </a:solidFill>
                <a:latin typeface="Arial"/>
                <a:ea typeface="Arial"/>
                <a:cs typeface="Arial"/>
              </a:defRPr>
            </a:lvl6pPr>
            <a:lvl7pPr>
              <a:defRPr sz="4950" b="1" i="0">
                <a:solidFill>
                  <a:srgbClr val="FFFFFF"/>
                </a:solidFill>
                <a:latin typeface="Arial"/>
                <a:ea typeface="Arial"/>
                <a:cs typeface="Arial"/>
              </a:defRPr>
            </a:lvl7pPr>
            <a:lvl8pPr>
              <a:defRPr sz="4950" b="1" i="0">
                <a:solidFill>
                  <a:srgbClr val="FFFFFF"/>
                </a:solidFill>
                <a:latin typeface="Arial"/>
                <a:ea typeface="Arial"/>
                <a:cs typeface="Arial"/>
              </a:defRPr>
            </a:lvl8pPr>
            <a:lvl9pPr>
              <a:defRPr sz="4950" b="1" i="0">
                <a:solidFill>
                  <a:srgbClr val="FFFFFF"/>
                </a:solidFill>
                <a:latin typeface="Arial"/>
                <a:ea typeface="Arial"/>
                <a:cs typeface="Arial"/>
              </a:defRPr>
            </a:lvl9pPr>
          </a:lstStyle>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F0D8C3BD-4A4E-4628-A413-7FBDCF883AEC}"/>
              </a:ext>
            </a:extLst>
          </p:cNvPr>
          <p:cNvSpPr>
            <a:spLocks xmlns:a="http://schemas.openxmlformats.org/drawingml/2006/main" noGrp="1"/>
          </p:cNvSpPr>
          <p:nvPr/>
        </p:nvSpPr>
        <p:spPr>
          <a:xfrm xmlns:a="http://schemas.openxmlformats.org/drawingml/2006/main">
            <a:off x="685800" y="32004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i="0">
                <a:solidFill>
                  <a:srgbClr val="FFFFFF"/>
                </a:solidFill>
                <a:latin typeface="Arial"/>
                <a:ea typeface="Arial"/>
                <a:cs typeface="Arial"/>
              </a:defRPr>
            </a:defPPr>
            <a:lvl1pPr>
              <a:defRPr sz="2550" b="0" i="0">
                <a:solidFill>
                  <a:srgbClr val="FFFFFF"/>
                </a:solidFill>
                <a:latin typeface="Arial"/>
                <a:ea typeface="Arial"/>
                <a:cs typeface="Arial"/>
              </a:defRPr>
            </a:lvl1pPr>
            <a:lvl2pPr>
              <a:defRPr sz="2550" b="0" i="0">
                <a:solidFill>
                  <a:srgbClr val="FFFFFF"/>
                </a:solidFill>
                <a:latin typeface="Arial"/>
                <a:ea typeface="Arial"/>
                <a:cs typeface="Arial"/>
              </a:defRPr>
            </a:lvl2pPr>
            <a:lvl3pPr>
              <a:defRPr sz="2550" b="0" i="0">
                <a:solidFill>
                  <a:srgbClr val="FFFFFF"/>
                </a:solidFill>
                <a:latin typeface="Arial"/>
                <a:ea typeface="Arial"/>
                <a:cs typeface="Arial"/>
              </a:defRPr>
            </a:lvl3pPr>
            <a:lvl4pPr>
              <a:defRPr sz="2550" b="0" i="0">
                <a:solidFill>
                  <a:srgbClr val="FFFFFF"/>
                </a:solidFill>
                <a:latin typeface="Arial"/>
                <a:ea typeface="Arial"/>
                <a:cs typeface="Arial"/>
              </a:defRPr>
            </a:lvl4pPr>
            <a:lvl5pPr>
              <a:defRPr sz="2550" b="0" i="0">
                <a:solidFill>
                  <a:srgbClr val="FFFFFF"/>
                </a:solidFill>
                <a:latin typeface="Arial"/>
                <a:ea typeface="Arial"/>
                <a:cs typeface="Arial"/>
              </a:defRPr>
            </a:lvl5pPr>
            <a:lvl6pPr>
              <a:defRPr sz="2550" b="0" i="0">
                <a:solidFill>
                  <a:srgbClr val="FFFFFF"/>
                </a:solidFill>
                <a:latin typeface="Arial"/>
                <a:ea typeface="Arial"/>
                <a:cs typeface="Arial"/>
              </a:defRPr>
            </a:lvl6pPr>
            <a:lvl7pPr>
              <a:defRPr sz="2550" b="0" i="0">
                <a:solidFill>
                  <a:srgbClr val="FFFFFF"/>
                </a:solidFill>
                <a:latin typeface="Arial"/>
                <a:ea typeface="Arial"/>
                <a:cs typeface="Arial"/>
              </a:defRPr>
            </a:lvl7pPr>
            <a:lvl8pPr>
              <a:defRPr sz="2550" b="0" i="0">
                <a:solidFill>
                  <a:srgbClr val="FFFFFF"/>
                </a:solidFill>
                <a:latin typeface="Arial"/>
                <a:ea typeface="Arial"/>
                <a:cs typeface="Arial"/>
              </a:defRPr>
            </a:lvl8pPr>
            <a:lvl9pPr>
              <a:defRPr sz="2550" b="0" i="0">
                <a:solidFill>
                  <a:srgbClr val="FFFFFF"/>
                </a:solidFill>
                <a:latin typeface="Arial"/>
                <a:ea typeface="Arial"/>
                <a:cs typeface="Arial"/>
              </a:defRPr>
            </a:lvl9pPr>
          </a:lstStyle>
          <a:p xmlns:a="http://schemas.openxmlformats.org/drawingml/2006/main">
            <a:pPr>
              <a:defRPr sz="2550" b="0" i="0">
                <a:solidFill>
                  <a:srgbClr val="FFFFFF"/>
                </a:solidFill>
                <a:latin typeface="Arial"/>
                <a:ea typeface="Arial"/>
                <a:cs typeface="Arial"/>
              </a:defRPr>
            </a:pPr>
            <a:r>
              <a:rPr sz="2550" b="0" i="0">
                <a:solidFill>
                  <a:srgbClr val="FFFFFF"/>
                </a:solidFill>
                <a:latin typeface="Arial"/>
                <a:ea typeface="Arial"/>
                <a:cs typeface="Arial"/>
              </a:rPr>
              <a:t>Return at 10:35</a:t>
            </a:r>
          </a:p>
        </p:txBody>
      </p:sp>
    </p:spTree>
    <p:extLst>
      <p:ext uri="{BB962C8B-B14F-4D97-AF65-F5344CB8AC3E}">
        <p14:creationId xmlns:p14="http://schemas.microsoft.com/office/powerpoint/2010/main" val="44318286"/>
      </p:ext>
    </p:extLst>
  </p:cSld>
</p:sld>
</file>

<file path=ppt/slides/slide16.xml><?xml version="1.0" encoding="utf-8"?>
<p:sld xmlns:p="http://schemas.openxmlformats.org/presentationml/2006/main">
  <p:cSld>
    <p:bg>
      <p:bgPr>
        <a:solidFill xmlns:a="http://schemas.openxmlformats.org/drawingml/2006/main">
          <a:srgbClr val="3C899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640D96-2F54-40EA-8613-AA516700864F}"/>
              </a:ext>
            </a:extLst>
          </p:cNvPr>
          <p:cNvSpPr>
            <a:spLocks xmlns:a="http://schemas.openxmlformats.org/drawingml/2006/main" noGrp="1"/>
          </p:cNvSpPr>
          <p:nvPr/>
        </p:nvSpPr>
        <p:spPr>
          <a:xfrm xmlns:a="http://schemas.openxmlformats.org/drawingml/2006/main">
            <a:off x="762000" y="1581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D7F0EA"/>
                </a:solidFill>
                <a:latin typeface="Arial"/>
                <a:ea typeface="Arial"/>
                <a:cs typeface="Arial"/>
              </a:defRPr>
            </a:defPPr>
            <a:lvl1pPr>
              <a:defRPr sz="1950" b="1" i="0">
                <a:solidFill>
                  <a:srgbClr val="D7F0EA"/>
                </a:solidFill>
                <a:latin typeface="Arial"/>
                <a:ea typeface="Arial"/>
                <a:cs typeface="Arial"/>
              </a:defRPr>
            </a:lvl1pPr>
            <a:lvl2pPr>
              <a:defRPr sz="1950" b="1" i="0">
                <a:solidFill>
                  <a:srgbClr val="D7F0EA"/>
                </a:solidFill>
                <a:latin typeface="Arial"/>
                <a:ea typeface="Arial"/>
                <a:cs typeface="Arial"/>
              </a:defRPr>
            </a:lvl2pPr>
            <a:lvl3pPr>
              <a:defRPr sz="1950" b="1" i="0">
                <a:solidFill>
                  <a:srgbClr val="D7F0EA"/>
                </a:solidFill>
                <a:latin typeface="Arial"/>
                <a:ea typeface="Arial"/>
                <a:cs typeface="Arial"/>
              </a:defRPr>
            </a:lvl3pPr>
            <a:lvl4pPr>
              <a:defRPr sz="1950" b="1" i="0">
                <a:solidFill>
                  <a:srgbClr val="D7F0EA"/>
                </a:solidFill>
                <a:latin typeface="Arial"/>
                <a:ea typeface="Arial"/>
                <a:cs typeface="Arial"/>
              </a:defRPr>
            </a:lvl4pPr>
            <a:lvl5pPr>
              <a:defRPr sz="1950" b="1" i="0">
                <a:solidFill>
                  <a:srgbClr val="D7F0EA"/>
                </a:solidFill>
                <a:latin typeface="Arial"/>
                <a:ea typeface="Arial"/>
                <a:cs typeface="Arial"/>
              </a:defRPr>
            </a:lvl5pPr>
            <a:lvl6pPr>
              <a:defRPr sz="1950" b="1" i="0">
                <a:solidFill>
                  <a:srgbClr val="D7F0EA"/>
                </a:solidFill>
                <a:latin typeface="Arial"/>
                <a:ea typeface="Arial"/>
                <a:cs typeface="Arial"/>
              </a:defRPr>
            </a:lvl6pPr>
            <a:lvl7pPr>
              <a:defRPr sz="1950" b="1" i="0">
                <a:solidFill>
                  <a:srgbClr val="D7F0EA"/>
                </a:solidFill>
                <a:latin typeface="Arial"/>
                <a:ea typeface="Arial"/>
                <a:cs typeface="Arial"/>
              </a:defRPr>
            </a:lvl7pPr>
            <a:lvl8pPr>
              <a:defRPr sz="1950" b="1" i="0">
                <a:solidFill>
                  <a:srgbClr val="D7F0EA"/>
                </a:solidFill>
                <a:latin typeface="Arial"/>
                <a:ea typeface="Arial"/>
                <a:cs typeface="Arial"/>
              </a:defRPr>
            </a:lvl8pPr>
            <a:lvl9pPr>
              <a:defRPr sz="1950" b="1" i="0">
                <a:solidFill>
                  <a:srgbClr val="D7F0EA"/>
                </a:solidFill>
                <a:latin typeface="Arial"/>
                <a:ea typeface="Arial"/>
                <a:cs typeface="Arial"/>
              </a:defRPr>
            </a:lvl9pPr>
          </a:lstStyle>
          <a:p xmlns:a="http://schemas.openxmlformats.org/drawingml/2006/main">
            <a:pPr>
              <a:defRPr sz="1950" b="1" i="0">
                <a:solidFill>
                  <a:srgbClr val="D7F0EA"/>
                </a:solidFill>
                <a:latin typeface="Arial"/>
                <a:ea typeface="Arial"/>
                <a:cs typeface="Arial"/>
              </a:defRPr>
            </a:pPr>
            <a:r>
              <a:rPr sz="1950" b="1" i="0">
                <a:solidFill>
                  <a:srgbClr val="D7F0EA"/>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7A6808F1-151A-4ECA-99AE-B67564252748}"/>
              </a:ext>
            </a:extLst>
          </p:cNvPr>
          <p:cNvSpPr>
            <a:spLocks xmlns:a="http://schemas.openxmlformats.org/drawingml/2006/main" noGrp="1"/>
          </p:cNvSpPr>
          <p:nvPr/>
        </p:nvSpPr>
        <p:spPr>
          <a:xfrm xmlns:a="http://schemas.openxmlformats.org/drawingml/2006/main">
            <a:off x="762000" y="22479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050" b="1" i="0">
                <a:solidFill>
                  <a:srgbClr val="FFFFFF"/>
                </a:solidFill>
                <a:latin typeface="Arial"/>
                <a:ea typeface="Arial"/>
                <a:cs typeface="Arial"/>
              </a:defRPr>
            </a:defPPr>
            <a:lvl1pPr>
              <a:defRPr sz="4050" b="1" i="0">
                <a:solidFill>
                  <a:srgbClr val="FFFFFF"/>
                </a:solidFill>
                <a:latin typeface="Arial"/>
                <a:ea typeface="Arial"/>
                <a:cs typeface="Arial"/>
              </a:defRPr>
            </a:lvl1pPr>
            <a:lvl2pPr>
              <a:defRPr sz="4050" b="1" i="0">
                <a:solidFill>
                  <a:srgbClr val="FFFFFF"/>
                </a:solidFill>
                <a:latin typeface="Arial"/>
                <a:ea typeface="Arial"/>
                <a:cs typeface="Arial"/>
              </a:defRPr>
            </a:lvl2pPr>
            <a:lvl3pPr>
              <a:defRPr sz="4050" b="1" i="0">
                <a:solidFill>
                  <a:srgbClr val="FFFFFF"/>
                </a:solidFill>
                <a:latin typeface="Arial"/>
                <a:ea typeface="Arial"/>
                <a:cs typeface="Arial"/>
              </a:defRPr>
            </a:lvl3pPr>
            <a:lvl4pPr>
              <a:defRPr sz="4050" b="1" i="0">
                <a:solidFill>
                  <a:srgbClr val="FFFFFF"/>
                </a:solidFill>
                <a:latin typeface="Arial"/>
                <a:ea typeface="Arial"/>
                <a:cs typeface="Arial"/>
              </a:defRPr>
            </a:lvl4pPr>
            <a:lvl5pPr>
              <a:defRPr sz="4050" b="1" i="0">
                <a:solidFill>
                  <a:srgbClr val="FFFFFF"/>
                </a:solidFill>
                <a:latin typeface="Arial"/>
                <a:ea typeface="Arial"/>
                <a:cs typeface="Arial"/>
              </a:defRPr>
            </a:lvl5pPr>
            <a:lvl6pPr>
              <a:defRPr sz="4050" b="1" i="0">
                <a:solidFill>
                  <a:srgbClr val="FFFFFF"/>
                </a:solidFill>
                <a:latin typeface="Arial"/>
                <a:ea typeface="Arial"/>
                <a:cs typeface="Arial"/>
              </a:defRPr>
            </a:lvl6pPr>
            <a:lvl7pPr>
              <a:defRPr sz="4050" b="1" i="0">
                <a:solidFill>
                  <a:srgbClr val="FFFFFF"/>
                </a:solidFill>
                <a:latin typeface="Arial"/>
                <a:ea typeface="Arial"/>
                <a:cs typeface="Arial"/>
              </a:defRPr>
            </a:lvl7pPr>
            <a:lvl8pPr>
              <a:defRPr sz="4050" b="1" i="0">
                <a:solidFill>
                  <a:srgbClr val="FFFFFF"/>
                </a:solidFill>
                <a:latin typeface="Arial"/>
                <a:ea typeface="Arial"/>
                <a:cs typeface="Arial"/>
              </a:defRPr>
            </a:lvl8pPr>
            <a:lvl9pPr>
              <a:defRPr sz="4050" b="1" i="0">
                <a:solidFill>
                  <a:srgbClr val="FFFFFF"/>
                </a:solidFill>
                <a:latin typeface="Arial"/>
                <a:ea typeface="Arial"/>
                <a:cs typeface="Arial"/>
              </a:defRPr>
            </a:lvl9pPr>
          </a:lstStyle>
          <a:p xmlns:a="http://schemas.openxmlformats.org/drawingml/2006/main">
            <a:pPr>
              <a:defRPr sz="4050" b="1" i="0">
                <a:solidFill>
                  <a:srgbClr val="FFFFFF"/>
                </a:solidFill>
                <a:latin typeface="Arial"/>
                <a:ea typeface="Arial"/>
                <a:cs typeface="Arial"/>
              </a:defRPr>
            </a:pPr>
            <a:r>
              <a:rPr sz="4050" b="1" i="0">
                <a:solidFill>
                  <a:srgbClr val="FFFFFF"/>
                </a:solidFill>
                <a:latin typeface="Arial"/>
                <a:ea typeface="Arial"/>
                <a:cs typeface="Arial"/>
              </a:rPr>
              <a:t>Collections and repetition</a:t>
            </a:r>
          </a:p>
        </p:txBody>
      </p:sp>
      <p:sp>
        <p:nvSpPr>
          <p:cNvPr id="3" name="">
            <a:extLst xmlns:a="http://schemas.openxmlformats.org/drawingml/2006/main">
              <a:ext uri="{FF2B5EF4-FFF2-40B4-BE49-F238E27FC236}">
                <a16:creationId xmlns:a16="http://schemas.microsoft.com/office/drawing/2014/main" id="{6FEFD68E-CB5D-4F4E-8BEF-14EDF936BBF2}"/>
              </a:ext>
            </a:extLst>
          </p:cNvPr>
          <p:cNvSpPr>
            <a:spLocks xmlns:a="http://schemas.openxmlformats.org/drawingml/2006/main" noGrp="1"/>
          </p:cNvSpPr>
          <p:nvPr/>
        </p:nvSpPr>
        <p:spPr>
          <a:xfrm xmlns:a="http://schemas.openxmlformats.org/drawingml/2006/main">
            <a:off x="762000" y="3390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i="0">
                <a:solidFill>
                  <a:srgbClr val="FFFFFF"/>
                </a:solidFill>
                <a:latin typeface="Arial"/>
                <a:ea typeface="Arial"/>
                <a:cs typeface="Arial"/>
              </a:defRPr>
            </a:defPPr>
            <a:lvl1pPr>
              <a:defRPr sz="2250" b="0" i="0">
                <a:solidFill>
                  <a:srgbClr val="FFFFFF"/>
                </a:solidFill>
                <a:latin typeface="Arial"/>
                <a:ea typeface="Arial"/>
                <a:cs typeface="Arial"/>
              </a:defRPr>
            </a:lvl1pPr>
            <a:lvl2pPr>
              <a:defRPr sz="2250" b="0" i="0">
                <a:solidFill>
                  <a:srgbClr val="FFFFFF"/>
                </a:solidFill>
                <a:latin typeface="Arial"/>
                <a:ea typeface="Arial"/>
                <a:cs typeface="Arial"/>
              </a:defRPr>
            </a:lvl2pPr>
            <a:lvl3pPr>
              <a:defRPr sz="2250" b="0" i="0">
                <a:solidFill>
                  <a:srgbClr val="FFFFFF"/>
                </a:solidFill>
                <a:latin typeface="Arial"/>
                <a:ea typeface="Arial"/>
                <a:cs typeface="Arial"/>
              </a:defRPr>
            </a:lvl3pPr>
            <a:lvl4pPr>
              <a:defRPr sz="2250" b="0" i="0">
                <a:solidFill>
                  <a:srgbClr val="FFFFFF"/>
                </a:solidFill>
                <a:latin typeface="Arial"/>
                <a:ea typeface="Arial"/>
                <a:cs typeface="Arial"/>
              </a:defRPr>
            </a:lvl4pPr>
            <a:lvl5pPr>
              <a:defRPr sz="2250" b="0" i="0">
                <a:solidFill>
                  <a:srgbClr val="FFFFFF"/>
                </a:solidFill>
                <a:latin typeface="Arial"/>
                <a:ea typeface="Arial"/>
                <a:cs typeface="Arial"/>
              </a:defRPr>
            </a:lvl5pPr>
            <a:lvl6pPr>
              <a:defRPr sz="2250" b="0" i="0">
                <a:solidFill>
                  <a:srgbClr val="FFFFFF"/>
                </a:solidFill>
                <a:latin typeface="Arial"/>
                <a:ea typeface="Arial"/>
                <a:cs typeface="Arial"/>
              </a:defRPr>
            </a:lvl6pPr>
            <a:lvl7pPr>
              <a:defRPr sz="2250" b="0" i="0">
                <a:solidFill>
                  <a:srgbClr val="FFFFFF"/>
                </a:solidFill>
                <a:latin typeface="Arial"/>
                <a:ea typeface="Arial"/>
                <a:cs typeface="Arial"/>
              </a:defRPr>
            </a:lvl7pPr>
            <a:lvl8pPr>
              <a:defRPr sz="2250" b="0" i="0">
                <a:solidFill>
                  <a:srgbClr val="FFFFFF"/>
                </a:solidFill>
                <a:latin typeface="Arial"/>
                <a:ea typeface="Arial"/>
                <a:cs typeface="Arial"/>
              </a:defRPr>
            </a:lvl8pPr>
            <a:lvl9pPr>
              <a:defRPr sz="2250" b="0" i="0">
                <a:solidFill>
                  <a:srgbClr val="FFFFFF"/>
                </a:solidFill>
                <a:latin typeface="Arial"/>
                <a:ea typeface="Arial"/>
                <a:cs typeface="Arial"/>
              </a:defRPr>
            </a:lvl9pPr>
          </a:lstStyle>
          <a:p xmlns:a="http://schemas.openxmlformats.org/drawingml/2006/main">
            <a:pPr>
              <a:defRPr sz="2250" b="0" i="0">
                <a:solidFill>
                  <a:srgbClr val="FFFFFF"/>
                </a:solidFill>
                <a:latin typeface="Arial"/>
                <a:ea typeface="Arial"/>
                <a:cs typeface="Arial"/>
              </a:defRPr>
            </a:pPr>
            <a:r>
              <a:rPr sz="2250" b="0" i="0">
                <a:solidFill>
                  <a:srgbClr val="FFFFFF"/>
                </a:solidFill>
                <a:latin typeface="Arial"/>
                <a:ea typeface="Arial"/>
                <a:cs typeface="Arial"/>
              </a:rPr>
              <a:t>A list stores several values. A loop processes them.</a:t>
            </a:r>
          </a:p>
        </p:txBody>
      </p:sp>
    </p:spTree>
    <p:extLst>
      <p:ext uri="{BB962C8B-B14F-4D97-AF65-F5344CB8AC3E}">
        <p14:creationId xmlns:p14="http://schemas.microsoft.com/office/powerpoint/2010/main" val="11668255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110E96-3373-4DEB-9971-78B6F16CAB12}"/>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A for loop visits each item</a:t>
            </a:r>
          </a:p>
        </p:txBody>
      </p:sp>
      <p:sp>
        <p:nvSpPr>
          <p:cNvPr id="2" name="">
            <a:extLst xmlns:a="http://schemas.openxmlformats.org/drawingml/2006/main">
              <a:ext uri="{FF2B5EF4-FFF2-40B4-BE49-F238E27FC236}">
                <a16:creationId xmlns:a16="http://schemas.microsoft.com/office/drawing/2014/main" id="{F8035BF1-F1F6-492C-BE66-5EB579E9FD12}"/>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Use it when the collection or range is known</a:t>
            </a:r>
          </a:p>
        </p:txBody>
      </p:sp>
      <p:sp>
        <p:nvSpPr>
          <p:cNvPr id="3" name="">
            <a:extLst xmlns:a="http://schemas.openxmlformats.org/drawingml/2006/main">
              <a:ext uri="{FF2B5EF4-FFF2-40B4-BE49-F238E27FC236}">
                <a16:creationId xmlns:a16="http://schemas.microsoft.com/office/drawing/2014/main" id="{65CCA051-2F02-4E7D-B97E-EBFAB5AB880A}"/>
              </a:ext>
            </a:extLst>
          </p:cNvPr>
          <p:cNvSpPr>
            <a:spLocks xmlns:a="http://schemas.openxmlformats.org/drawingml/2006/main" noGrp="1"/>
          </p:cNvSpPr>
          <p:nvPr/>
        </p:nvSpPr>
        <p:spPr>
          <a:xfrm xmlns:a="http://schemas.openxmlformats.org/drawingml/2006/main">
            <a:off x="742950" y="1657350"/>
            <a:ext cx="6286500" cy="3714750"/>
          </a:xfrm>
          <a:prstGeom xmlns:a="http://schemas.openxmlformats.org/drawingml/2006/main" prst="roundRect">
            <a:avLst>
              <a:gd name="adj" fmla="val 2051"/>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175" b="0" i="0">
                <a:solidFill>
                  <a:srgbClr val="D9F2CF"/>
                </a:solidFill>
                <a:latin typeface="Consolas"/>
                <a:ea typeface="Consolas"/>
                <a:cs typeface="Consolas"/>
              </a:defRPr>
            </a:defPPr>
            <a:lvl1pPr>
              <a:defRPr sz="2175" b="0" i="0">
                <a:solidFill>
                  <a:srgbClr val="D9F2CF"/>
                </a:solidFill>
                <a:latin typeface="Consolas"/>
                <a:ea typeface="Consolas"/>
                <a:cs typeface="Consolas"/>
              </a:defRPr>
            </a:lvl1pPr>
            <a:lvl2pPr>
              <a:defRPr sz="2175" b="0" i="0">
                <a:solidFill>
                  <a:srgbClr val="D9F2CF"/>
                </a:solidFill>
                <a:latin typeface="Consolas"/>
                <a:ea typeface="Consolas"/>
                <a:cs typeface="Consolas"/>
              </a:defRPr>
            </a:lvl2pPr>
            <a:lvl3pPr>
              <a:defRPr sz="2175" b="0" i="0">
                <a:solidFill>
                  <a:srgbClr val="D9F2CF"/>
                </a:solidFill>
                <a:latin typeface="Consolas"/>
                <a:ea typeface="Consolas"/>
                <a:cs typeface="Consolas"/>
              </a:defRPr>
            </a:lvl3pPr>
            <a:lvl4pPr>
              <a:defRPr sz="2175" b="0" i="0">
                <a:solidFill>
                  <a:srgbClr val="D9F2CF"/>
                </a:solidFill>
                <a:latin typeface="Consolas"/>
                <a:ea typeface="Consolas"/>
                <a:cs typeface="Consolas"/>
              </a:defRPr>
            </a:lvl4pPr>
            <a:lvl5pPr>
              <a:defRPr sz="2175" b="0" i="0">
                <a:solidFill>
                  <a:srgbClr val="D9F2CF"/>
                </a:solidFill>
                <a:latin typeface="Consolas"/>
                <a:ea typeface="Consolas"/>
                <a:cs typeface="Consolas"/>
              </a:defRPr>
            </a:lvl5pPr>
            <a:lvl6pPr>
              <a:defRPr sz="2175" b="0" i="0">
                <a:solidFill>
                  <a:srgbClr val="D9F2CF"/>
                </a:solidFill>
                <a:latin typeface="Consolas"/>
                <a:ea typeface="Consolas"/>
                <a:cs typeface="Consolas"/>
              </a:defRPr>
            </a:lvl6pPr>
            <a:lvl7pPr>
              <a:defRPr sz="2175" b="0" i="0">
                <a:solidFill>
                  <a:srgbClr val="D9F2CF"/>
                </a:solidFill>
                <a:latin typeface="Consolas"/>
                <a:ea typeface="Consolas"/>
                <a:cs typeface="Consolas"/>
              </a:defRPr>
            </a:lvl7pPr>
            <a:lvl8pPr>
              <a:defRPr sz="2175" b="0" i="0">
                <a:solidFill>
                  <a:srgbClr val="D9F2CF"/>
                </a:solidFill>
                <a:latin typeface="Consolas"/>
                <a:ea typeface="Consolas"/>
                <a:cs typeface="Consolas"/>
              </a:defRPr>
            </a:lvl8pPr>
            <a:lvl9pPr>
              <a:defRPr sz="2175" b="0" i="0">
                <a:solidFill>
                  <a:srgbClr val="D9F2CF"/>
                </a:solidFill>
                <a:latin typeface="Consolas"/>
                <a:ea typeface="Consolas"/>
                <a:cs typeface="Consolas"/>
              </a:defRPr>
            </a:lvl9pPr>
          </a:lstStyle>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scores = [6, 8, 7, 9]</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total = 0</a:t>
            </a:r>
          </a:p>
          <a:p xmlns:a="http://schemas.openxmlformats.org/drawingml/2006/main">
            <a:r>
              <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for score in scores:</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    total = total + score</a:t>
            </a:r>
          </a:p>
          <a:p xmlns:a="http://schemas.openxmlformats.org/drawingml/2006/main">
            <a:r>
              <a:t/>
            </a:r>
          </a:p>
          <a:p xmlns:a="http://schemas.openxmlformats.org/drawingml/2006/main">
            <a:pPr>
              <a:defRPr sz="2175" b="0" i="0">
                <a:solidFill>
                  <a:srgbClr val="D9F2CF"/>
                </a:solidFill>
                <a:latin typeface="Consolas"/>
                <a:ea typeface="Consolas"/>
                <a:cs typeface="Consolas"/>
              </a:defRPr>
            </a:pPr>
            <a:r>
              <a:rPr sz="2175" b="0" i="0">
                <a:solidFill>
                  <a:srgbClr val="D9F2CF"/>
                </a:solidFill>
                <a:latin typeface="Consolas"/>
                <a:ea typeface="Consolas"/>
                <a:cs typeface="Consolas"/>
              </a:rPr>
              <a:t>print(total)</a:t>
            </a:r>
          </a:p>
        </p:txBody>
      </p:sp>
      <p:sp>
        <p:nvSpPr>
          <p:cNvPr id="4" name="">
            <a:extLst xmlns:a="http://schemas.openxmlformats.org/drawingml/2006/main">
              <a:ext uri="{FF2B5EF4-FFF2-40B4-BE49-F238E27FC236}">
                <a16:creationId xmlns:a16="http://schemas.microsoft.com/office/drawing/2014/main" id="{ACB42B38-2B4E-41F3-A446-1A7479604A09}"/>
              </a:ext>
            </a:extLst>
          </p:cNvPr>
          <p:cNvSpPr>
            <a:spLocks xmlns:a="http://schemas.openxmlformats.org/drawingml/2006/main" noGrp="1"/>
          </p:cNvSpPr>
          <p:nvPr/>
        </p:nvSpPr>
        <p:spPr>
          <a:xfrm xmlns:a="http://schemas.openxmlformats.org/drawingml/2006/main">
            <a:off x="7905750" y="17907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173654"/>
                </a:solidFill>
                <a:latin typeface="Arial"/>
                <a:ea typeface="Arial"/>
                <a:cs typeface="Arial"/>
              </a:defRPr>
            </a:defPPr>
            <a:lvl1pPr>
              <a:defRPr sz="2250" b="1" i="0">
                <a:solidFill>
                  <a:srgbClr val="173654"/>
                </a:solidFill>
                <a:latin typeface="Arial"/>
                <a:ea typeface="Arial"/>
                <a:cs typeface="Arial"/>
              </a:defRPr>
            </a:lvl1pPr>
            <a:lvl2pPr>
              <a:defRPr sz="2250" b="1" i="0">
                <a:solidFill>
                  <a:srgbClr val="173654"/>
                </a:solidFill>
                <a:latin typeface="Arial"/>
                <a:ea typeface="Arial"/>
                <a:cs typeface="Arial"/>
              </a:defRPr>
            </a:lvl2pPr>
            <a:lvl3pPr>
              <a:defRPr sz="2250" b="1" i="0">
                <a:solidFill>
                  <a:srgbClr val="173654"/>
                </a:solidFill>
                <a:latin typeface="Arial"/>
                <a:ea typeface="Arial"/>
                <a:cs typeface="Arial"/>
              </a:defRPr>
            </a:lvl3pPr>
            <a:lvl4pPr>
              <a:defRPr sz="2250" b="1" i="0">
                <a:solidFill>
                  <a:srgbClr val="173654"/>
                </a:solidFill>
                <a:latin typeface="Arial"/>
                <a:ea typeface="Arial"/>
                <a:cs typeface="Arial"/>
              </a:defRPr>
            </a:lvl4pPr>
            <a:lvl5pPr>
              <a:defRPr sz="2250" b="1" i="0">
                <a:solidFill>
                  <a:srgbClr val="173654"/>
                </a:solidFill>
                <a:latin typeface="Arial"/>
                <a:ea typeface="Arial"/>
                <a:cs typeface="Arial"/>
              </a:defRPr>
            </a:lvl5pPr>
            <a:lvl6pPr>
              <a:defRPr sz="2250" b="1" i="0">
                <a:solidFill>
                  <a:srgbClr val="173654"/>
                </a:solidFill>
                <a:latin typeface="Arial"/>
                <a:ea typeface="Arial"/>
                <a:cs typeface="Arial"/>
              </a:defRPr>
            </a:lvl6pPr>
            <a:lvl7pPr>
              <a:defRPr sz="2250" b="1" i="0">
                <a:solidFill>
                  <a:srgbClr val="173654"/>
                </a:solidFill>
                <a:latin typeface="Arial"/>
                <a:ea typeface="Arial"/>
                <a:cs typeface="Arial"/>
              </a:defRPr>
            </a:lvl7pPr>
            <a:lvl8pPr>
              <a:defRPr sz="2250" b="1" i="0">
                <a:solidFill>
                  <a:srgbClr val="173654"/>
                </a:solidFill>
                <a:latin typeface="Arial"/>
                <a:ea typeface="Arial"/>
                <a:cs typeface="Arial"/>
              </a:defRPr>
            </a:lvl8pPr>
            <a:lvl9pPr>
              <a:defRPr sz="2250" b="1" i="0">
                <a:solidFill>
                  <a:srgbClr val="173654"/>
                </a:solidFill>
                <a:latin typeface="Arial"/>
                <a:ea typeface="Arial"/>
                <a:cs typeface="Arial"/>
              </a:defRPr>
            </a:lvl9pPr>
          </a:lstStyle>
          <a:p xmlns:a="http://schemas.openxmlformats.org/drawingml/2006/main">
            <a:pPr>
              <a:defRPr sz="2250" b="1" i="0">
                <a:solidFill>
                  <a:srgbClr val="173654"/>
                </a:solidFill>
                <a:latin typeface="Arial"/>
                <a:ea typeface="Arial"/>
                <a:cs typeface="Arial"/>
              </a:defRPr>
            </a:pPr>
            <a:r>
              <a:rPr sz="2250" b="1" i="0">
                <a:solidFill>
                  <a:srgbClr val="173654"/>
                </a:solidFill>
                <a:latin typeface="Arial"/>
                <a:ea typeface="Arial"/>
                <a:cs typeface="Arial"/>
              </a:rPr>
              <a:t>Trace total</a:t>
            </a:r>
          </a:p>
        </p:txBody>
      </p:sp>
      <p:sp>
        <p:nvSpPr>
          <p:cNvPr id="5" name="">
            <a:extLst xmlns:a="http://schemas.openxmlformats.org/drawingml/2006/main">
              <a:ext uri="{FF2B5EF4-FFF2-40B4-BE49-F238E27FC236}">
                <a16:creationId xmlns:a16="http://schemas.microsoft.com/office/drawing/2014/main" id="{48D0C737-6ABA-4C23-A728-0025B7F1CEE3}"/>
              </a:ext>
            </a:extLst>
          </p:cNvPr>
          <p:cNvSpPr>
            <a:spLocks xmlns:a="http://schemas.openxmlformats.org/drawingml/2006/main" noGrp="1"/>
          </p:cNvSpPr>
          <p:nvPr/>
        </p:nvSpPr>
        <p:spPr>
          <a:xfrm xmlns:a="http://schemas.openxmlformats.org/drawingml/2006/main">
            <a:off x="7467600" y="2628900"/>
            <a:ext cx="371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i="0">
                <a:solidFill>
                  <a:srgbClr val="5F9F4B"/>
                </a:solidFill>
                <a:latin typeface="Arial"/>
                <a:ea typeface="Arial"/>
                <a:cs typeface="Arial"/>
              </a:defRPr>
            </a:defPPr>
            <a:lvl1pPr>
              <a:defRPr sz="2175" b="1" i="0">
                <a:solidFill>
                  <a:srgbClr val="5F9F4B"/>
                </a:solidFill>
                <a:latin typeface="Arial"/>
                <a:ea typeface="Arial"/>
                <a:cs typeface="Arial"/>
              </a:defRPr>
            </a:lvl1pPr>
            <a:lvl2pPr>
              <a:defRPr sz="2175" b="1" i="0">
                <a:solidFill>
                  <a:srgbClr val="5F9F4B"/>
                </a:solidFill>
                <a:latin typeface="Arial"/>
                <a:ea typeface="Arial"/>
                <a:cs typeface="Arial"/>
              </a:defRPr>
            </a:lvl2pPr>
            <a:lvl3pPr>
              <a:defRPr sz="2175" b="1" i="0">
                <a:solidFill>
                  <a:srgbClr val="5F9F4B"/>
                </a:solidFill>
                <a:latin typeface="Arial"/>
                <a:ea typeface="Arial"/>
                <a:cs typeface="Arial"/>
              </a:defRPr>
            </a:lvl3pPr>
            <a:lvl4pPr>
              <a:defRPr sz="2175" b="1" i="0">
                <a:solidFill>
                  <a:srgbClr val="5F9F4B"/>
                </a:solidFill>
                <a:latin typeface="Arial"/>
                <a:ea typeface="Arial"/>
                <a:cs typeface="Arial"/>
              </a:defRPr>
            </a:lvl4pPr>
            <a:lvl5pPr>
              <a:defRPr sz="2175" b="1" i="0">
                <a:solidFill>
                  <a:srgbClr val="5F9F4B"/>
                </a:solidFill>
                <a:latin typeface="Arial"/>
                <a:ea typeface="Arial"/>
                <a:cs typeface="Arial"/>
              </a:defRPr>
            </a:lvl5pPr>
            <a:lvl6pPr>
              <a:defRPr sz="2175" b="1" i="0">
                <a:solidFill>
                  <a:srgbClr val="5F9F4B"/>
                </a:solidFill>
                <a:latin typeface="Arial"/>
                <a:ea typeface="Arial"/>
                <a:cs typeface="Arial"/>
              </a:defRPr>
            </a:lvl6pPr>
            <a:lvl7pPr>
              <a:defRPr sz="2175" b="1" i="0">
                <a:solidFill>
                  <a:srgbClr val="5F9F4B"/>
                </a:solidFill>
                <a:latin typeface="Arial"/>
                <a:ea typeface="Arial"/>
                <a:cs typeface="Arial"/>
              </a:defRPr>
            </a:lvl7pPr>
            <a:lvl8pPr>
              <a:defRPr sz="2175" b="1" i="0">
                <a:solidFill>
                  <a:srgbClr val="5F9F4B"/>
                </a:solidFill>
                <a:latin typeface="Arial"/>
                <a:ea typeface="Arial"/>
                <a:cs typeface="Arial"/>
              </a:defRPr>
            </a:lvl8pPr>
            <a:lvl9pPr>
              <a:defRPr sz="2175" b="1" i="0">
                <a:solidFill>
                  <a:srgbClr val="5F9F4B"/>
                </a:solidFill>
                <a:latin typeface="Arial"/>
                <a:ea typeface="Arial"/>
                <a:cs typeface="Arial"/>
              </a:defRPr>
            </a:lvl9pPr>
          </a:lstStyle>
          <a:p xmlns:a="http://schemas.openxmlformats.org/drawingml/2006/main">
            <a:pPr>
              <a:defRPr sz="2175" b="1" i="0">
                <a:solidFill>
                  <a:srgbClr val="5F9F4B"/>
                </a:solidFill>
                <a:latin typeface="Arial"/>
                <a:ea typeface="Arial"/>
                <a:cs typeface="Arial"/>
              </a:defRPr>
            </a:pPr>
            <a:r>
              <a:rPr sz="2175" b="1" i="0">
                <a:solidFill>
                  <a:srgbClr val="5F9F4B"/>
                </a:solidFill>
                <a:latin typeface="Arial"/>
                <a:ea typeface="Arial"/>
                <a:cs typeface="Arial"/>
              </a:rPr>
              <a:t>0, 6, 14, 21, 30</a:t>
            </a:r>
          </a:p>
        </p:txBody>
      </p:sp>
      <p:sp>
        <p:nvSpPr>
          <p:cNvPr id="6" name="">
            <a:extLst xmlns:a="http://schemas.openxmlformats.org/drawingml/2006/main">
              <a:ext uri="{FF2B5EF4-FFF2-40B4-BE49-F238E27FC236}">
                <a16:creationId xmlns:a16="http://schemas.microsoft.com/office/drawing/2014/main" id="{BCD59D3C-C770-4AC5-B1BE-7A68F9027F8C}"/>
              </a:ext>
            </a:extLst>
          </p:cNvPr>
          <p:cNvSpPr>
            <a:spLocks xmlns:a="http://schemas.openxmlformats.org/drawingml/2006/main" noGrp="1"/>
          </p:cNvSpPr>
          <p:nvPr/>
        </p:nvSpPr>
        <p:spPr>
          <a:xfrm xmlns:a="http://schemas.openxmlformats.org/drawingml/2006/main">
            <a:off x="7429500" y="3733800"/>
            <a:ext cx="3810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i="0">
                <a:solidFill>
                  <a:srgbClr val="172433"/>
                </a:solidFill>
                <a:latin typeface="Arial"/>
                <a:ea typeface="Arial"/>
                <a:cs typeface="Arial"/>
              </a:defRPr>
            </a:defPPr>
            <a:lvl1pPr>
              <a:defRPr sz="1875" b="0" i="0">
                <a:solidFill>
                  <a:srgbClr val="172433"/>
                </a:solidFill>
                <a:latin typeface="Arial"/>
                <a:ea typeface="Arial"/>
                <a:cs typeface="Arial"/>
              </a:defRPr>
            </a:lvl1pPr>
            <a:lvl2pPr>
              <a:defRPr sz="1875" b="0" i="0">
                <a:solidFill>
                  <a:srgbClr val="172433"/>
                </a:solidFill>
                <a:latin typeface="Arial"/>
                <a:ea typeface="Arial"/>
                <a:cs typeface="Arial"/>
              </a:defRPr>
            </a:lvl2pPr>
            <a:lvl3pPr>
              <a:defRPr sz="1875" b="0" i="0">
                <a:solidFill>
                  <a:srgbClr val="172433"/>
                </a:solidFill>
                <a:latin typeface="Arial"/>
                <a:ea typeface="Arial"/>
                <a:cs typeface="Arial"/>
              </a:defRPr>
            </a:lvl3pPr>
            <a:lvl4pPr>
              <a:defRPr sz="1875" b="0" i="0">
                <a:solidFill>
                  <a:srgbClr val="172433"/>
                </a:solidFill>
                <a:latin typeface="Arial"/>
                <a:ea typeface="Arial"/>
                <a:cs typeface="Arial"/>
              </a:defRPr>
            </a:lvl4pPr>
            <a:lvl5pPr>
              <a:defRPr sz="1875" b="0" i="0">
                <a:solidFill>
                  <a:srgbClr val="172433"/>
                </a:solidFill>
                <a:latin typeface="Arial"/>
                <a:ea typeface="Arial"/>
                <a:cs typeface="Arial"/>
              </a:defRPr>
            </a:lvl5pPr>
            <a:lvl6pPr>
              <a:defRPr sz="1875" b="0" i="0">
                <a:solidFill>
                  <a:srgbClr val="172433"/>
                </a:solidFill>
                <a:latin typeface="Arial"/>
                <a:ea typeface="Arial"/>
                <a:cs typeface="Arial"/>
              </a:defRPr>
            </a:lvl6pPr>
            <a:lvl7pPr>
              <a:defRPr sz="1875" b="0" i="0">
                <a:solidFill>
                  <a:srgbClr val="172433"/>
                </a:solidFill>
                <a:latin typeface="Arial"/>
                <a:ea typeface="Arial"/>
                <a:cs typeface="Arial"/>
              </a:defRPr>
            </a:lvl7pPr>
            <a:lvl8pPr>
              <a:defRPr sz="1875" b="0" i="0">
                <a:solidFill>
                  <a:srgbClr val="172433"/>
                </a:solidFill>
                <a:latin typeface="Arial"/>
                <a:ea typeface="Arial"/>
                <a:cs typeface="Arial"/>
              </a:defRPr>
            </a:lvl8pPr>
            <a:lvl9pPr>
              <a:defRPr sz="1875" b="0" i="0">
                <a:solidFill>
                  <a:srgbClr val="172433"/>
                </a:solidFill>
                <a:latin typeface="Arial"/>
                <a:ea typeface="Arial"/>
                <a:cs typeface="Arial"/>
              </a:defRPr>
            </a:lvl9pPr>
          </a:lstStyle>
          <a:p xmlns:a="http://schemas.openxmlformats.org/drawingml/2006/main">
            <a:pPr>
              <a:defRPr sz="1875" b="0" i="0">
                <a:solidFill>
                  <a:srgbClr val="172433"/>
                </a:solidFill>
                <a:latin typeface="Arial"/>
                <a:ea typeface="Arial"/>
                <a:cs typeface="Arial"/>
              </a:defRPr>
            </a:pPr>
            <a:r>
              <a:rPr sz="1875" b="0" i="0">
                <a:solidFill>
                  <a:srgbClr val="172433"/>
                </a:solidFill>
                <a:latin typeface="Arial"/>
                <a:ea typeface="Arial"/>
                <a:cs typeface="Arial"/>
              </a:rPr>
              <a:t>The accumulator changes once per iteration.</a:t>
            </a:r>
          </a:p>
        </p:txBody>
      </p:sp>
      <p:sp>
        <p:nvSpPr>
          <p:cNvPr id="7" name="">
            <a:extLst xmlns:a="http://schemas.openxmlformats.org/drawingml/2006/main">
              <a:ext uri="{FF2B5EF4-FFF2-40B4-BE49-F238E27FC236}">
                <a16:creationId xmlns:a16="http://schemas.microsoft.com/office/drawing/2014/main" id="{E8C45AA4-063F-4801-941D-DF53E642661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10:35-10:50 | Lists and for loops</a:t>
            </a:r>
          </a:p>
        </p:txBody>
      </p:sp>
    </p:spTree>
    <p:extLst>
      <p:ext uri="{BB962C8B-B14F-4D97-AF65-F5344CB8AC3E}">
        <p14:creationId xmlns:p14="http://schemas.microsoft.com/office/powerpoint/2010/main" val="429280666"/>
      </p:ext>
    </p:extLst>
  </p:cSld>
</p:sld>
</file>

<file path=ppt/slides/slide18.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B3FDF6-B983-4C1E-B1ED-ADC31A3EB128}"/>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A while loop repeats while a condition stays true</a:t>
            </a:r>
          </a:p>
        </p:txBody>
      </p:sp>
      <p:sp>
        <p:nvSpPr>
          <p:cNvPr id="2" name="">
            <a:extLst xmlns:a="http://schemas.openxmlformats.org/drawingml/2006/main">
              <a:ext uri="{FF2B5EF4-FFF2-40B4-BE49-F238E27FC236}">
                <a16:creationId xmlns:a16="http://schemas.microsoft.com/office/drawing/2014/main" id="{A05CC471-592B-44EB-B004-16F323E04C7F}"/>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The body must move the program toward stopping</a:t>
            </a:r>
          </a:p>
        </p:txBody>
      </p:sp>
      <p:sp>
        <p:nvSpPr>
          <p:cNvPr id="3" name="">
            <a:extLst xmlns:a="http://schemas.openxmlformats.org/drawingml/2006/main">
              <a:ext uri="{FF2B5EF4-FFF2-40B4-BE49-F238E27FC236}">
                <a16:creationId xmlns:a16="http://schemas.microsoft.com/office/drawing/2014/main" id="{684A4A6A-3759-403C-9055-15A4464C8A52}"/>
              </a:ext>
            </a:extLst>
          </p:cNvPr>
          <p:cNvSpPr>
            <a:spLocks xmlns:a="http://schemas.openxmlformats.org/drawingml/2006/main" noGrp="1"/>
          </p:cNvSpPr>
          <p:nvPr/>
        </p:nvSpPr>
        <p:spPr>
          <a:xfrm xmlns:a="http://schemas.openxmlformats.org/drawingml/2006/main">
            <a:off x="800100" y="1714500"/>
            <a:ext cx="6572250" cy="3619500"/>
          </a:xfrm>
          <a:prstGeom xmlns:a="http://schemas.openxmlformats.org/drawingml/2006/main" prst="roundRect">
            <a:avLst>
              <a:gd name="adj" fmla="val 2105"/>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1875" b="0" i="0">
                <a:solidFill>
                  <a:srgbClr val="D9F2CF"/>
                </a:solidFill>
                <a:latin typeface="Consolas"/>
                <a:ea typeface="Consolas"/>
                <a:cs typeface="Consolas"/>
              </a:defRPr>
            </a:defPPr>
            <a:lvl1pPr>
              <a:defRPr sz="1875" b="0" i="0">
                <a:solidFill>
                  <a:srgbClr val="D9F2CF"/>
                </a:solidFill>
                <a:latin typeface="Consolas"/>
                <a:ea typeface="Consolas"/>
                <a:cs typeface="Consolas"/>
              </a:defRPr>
            </a:lvl1pPr>
            <a:lvl2pPr>
              <a:defRPr sz="1875" b="0" i="0">
                <a:solidFill>
                  <a:srgbClr val="D9F2CF"/>
                </a:solidFill>
                <a:latin typeface="Consolas"/>
                <a:ea typeface="Consolas"/>
                <a:cs typeface="Consolas"/>
              </a:defRPr>
            </a:lvl2pPr>
            <a:lvl3pPr>
              <a:defRPr sz="1875" b="0" i="0">
                <a:solidFill>
                  <a:srgbClr val="D9F2CF"/>
                </a:solidFill>
                <a:latin typeface="Consolas"/>
                <a:ea typeface="Consolas"/>
                <a:cs typeface="Consolas"/>
              </a:defRPr>
            </a:lvl3pPr>
            <a:lvl4pPr>
              <a:defRPr sz="1875" b="0" i="0">
                <a:solidFill>
                  <a:srgbClr val="D9F2CF"/>
                </a:solidFill>
                <a:latin typeface="Consolas"/>
                <a:ea typeface="Consolas"/>
                <a:cs typeface="Consolas"/>
              </a:defRPr>
            </a:lvl4pPr>
            <a:lvl5pPr>
              <a:defRPr sz="1875" b="0" i="0">
                <a:solidFill>
                  <a:srgbClr val="D9F2CF"/>
                </a:solidFill>
                <a:latin typeface="Consolas"/>
                <a:ea typeface="Consolas"/>
                <a:cs typeface="Consolas"/>
              </a:defRPr>
            </a:lvl5pPr>
            <a:lvl6pPr>
              <a:defRPr sz="1875" b="0" i="0">
                <a:solidFill>
                  <a:srgbClr val="D9F2CF"/>
                </a:solidFill>
                <a:latin typeface="Consolas"/>
                <a:ea typeface="Consolas"/>
                <a:cs typeface="Consolas"/>
              </a:defRPr>
            </a:lvl6pPr>
            <a:lvl7pPr>
              <a:defRPr sz="1875" b="0" i="0">
                <a:solidFill>
                  <a:srgbClr val="D9F2CF"/>
                </a:solidFill>
                <a:latin typeface="Consolas"/>
                <a:ea typeface="Consolas"/>
                <a:cs typeface="Consolas"/>
              </a:defRPr>
            </a:lvl7pPr>
            <a:lvl8pPr>
              <a:defRPr sz="1875" b="0" i="0">
                <a:solidFill>
                  <a:srgbClr val="D9F2CF"/>
                </a:solidFill>
                <a:latin typeface="Consolas"/>
                <a:ea typeface="Consolas"/>
                <a:cs typeface="Consolas"/>
              </a:defRPr>
            </a:lvl8pPr>
            <a:lvl9pPr>
              <a:defRPr sz="1875" b="0" i="0">
                <a:solidFill>
                  <a:srgbClr val="D9F2CF"/>
                </a:solidFill>
                <a:latin typeface="Consolas"/>
                <a:ea typeface="Consolas"/>
                <a:cs typeface="Consolas"/>
              </a:defRPr>
            </a:lvl9pPr>
          </a:lstStyle>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again = "yes"</a:t>
            </a:r>
          </a:p>
          <a:p xmlns:a="http://schemas.openxmlformats.org/drawingml/2006/main">
            <a:r>
              <a:t/>
            </a:r>
          </a:p>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while again == "yes":</a:t>
            </a:r>
          </a:p>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    print("Run challenge")</a:t>
            </a:r>
          </a:p>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    answer = input("Again? ")</a:t>
            </a:r>
          </a:p>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    again = answer.strip().lower()</a:t>
            </a:r>
          </a:p>
          <a:p xmlns:a="http://schemas.openxmlformats.org/drawingml/2006/main">
            <a:r>
              <a:t/>
            </a:r>
          </a:p>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print("Done")</a:t>
            </a:r>
          </a:p>
        </p:txBody>
      </p:sp>
      <p:sp>
        <p:nvSpPr>
          <p:cNvPr id="4" name="">
            <a:extLst xmlns:a="http://schemas.openxmlformats.org/drawingml/2006/main">
              <a:ext uri="{FF2B5EF4-FFF2-40B4-BE49-F238E27FC236}">
                <a16:creationId xmlns:a16="http://schemas.microsoft.com/office/drawing/2014/main" id="{B47743E2-1A5E-4AC5-9B47-682191C350D7}"/>
              </a:ext>
            </a:extLst>
          </p:cNvPr>
          <p:cNvSpPr>
            <a:spLocks xmlns:a="http://schemas.openxmlformats.org/drawingml/2006/main" noGrp="1"/>
          </p:cNvSpPr>
          <p:nvPr/>
        </p:nvSpPr>
        <p:spPr>
          <a:xfrm xmlns:a="http://schemas.openxmlformats.org/drawingml/2006/main">
            <a:off x="8001000" y="18478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DF6765"/>
                </a:solidFill>
                <a:latin typeface="Arial"/>
                <a:ea typeface="Arial"/>
                <a:cs typeface="Arial"/>
              </a:defRPr>
            </a:defPPr>
            <a:lvl1pPr>
              <a:defRPr sz="2250" b="1" i="0">
                <a:solidFill>
                  <a:srgbClr val="DF6765"/>
                </a:solidFill>
                <a:latin typeface="Arial"/>
                <a:ea typeface="Arial"/>
                <a:cs typeface="Arial"/>
              </a:defRPr>
            </a:lvl1pPr>
            <a:lvl2pPr>
              <a:defRPr sz="2250" b="1" i="0">
                <a:solidFill>
                  <a:srgbClr val="DF6765"/>
                </a:solidFill>
                <a:latin typeface="Arial"/>
                <a:ea typeface="Arial"/>
                <a:cs typeface="Arial"/>
              </a:defRPr>
            </a:lvl2pPr>
            <a:lvl3pPr>
              <a:defRPr sz="2250" b="1" i="0">
                <a:solidFill>
                  <a:srgbClr val="DF6765"/>
                </a:solidFill>
                <a:latin typeface="Arial"/>
                <a:ea typeface="Arial"/>
                <a:cs typeface="Arial"/>
              </a:defRPr>
            </a:lvl3pPr>
            <a:lvl4pPr>
              <a:defRPr sz="2250" b="1" i="0">
                <a:solidFill>
                  <a:srgbClr val="DF6765"/>
                </a:solidFill>
                <a:latin typeface="Arial"/>
                <a:ea typeface="Arial"/>
                <a:cs typeface="Arial"/>
              </a:defRPr>
            </a:lvl4pPr>
            <a:lvl5pPr>
              <a:defRPr sz="2250" b="1" i="0">
                <a:solidFill>
                  <a:srgbClr val="DF6765"/>
                </a:solidFill>
                <a:latin typeface="Arial"/>
                <a:ea typeface="Arial"/>
                <a:cs typeface="Arial"/>
              </a:defRPr>
            </a:lvl5pPr>
            <a:lvl6pPr>
              <a:defRPr sz="2250" b="1" i="0">
                <a:solidFill>
                  <a:srgbClr val="DF6765"/>
                </a:solidFill>
                <a:latin typeface="Arial"/>
                <a:ea typeface="Arial"/>
                <a:cs typeface="Arial"/>
              </a:defRPr>
            </a:lvl6pPr>
            <a:lvl7pPr>
              <a:defRPr sz="2250" b="1" i="0">
                <a:solidFill>
                  <a:srgbClr val="DF6765"/>
                </a:solidFill>
                <a:latin typeface="Arial"/>
                <a:ea typeface="Arial"/>
                <a:cs typeface="Arial"/>
              </a:defRPr>
            </a:lvl7pPr>
            <a:lvl8pPr>
              <a:defRPr sz="2250" b="1" i="0">
                <a:solidFill>
                  <a:srgbClr val="DF6765"/>
                </a:solidFill>
                <a:latin typeface="Arial"/>
                <a:ea typeface="Arial"/>
                <a:cs typeface="Arial"/>
              </a:defRPr>
            </a:lvl8pPr>
            <a:lvl9pPr>
              <a:defRPr sz="2250" b="1" i="0">
                <a:solidFill>
                  <a:srgbClr val="DF6765"/>
                </a:solidFill>
                <a:latin typeface="Arial"/>
                <a:ea typeface="Arial"/>
                <a:cs typeface="Arial"/>
              </a:defRPr>
            </a:lvl9pPr>
          </a:lstStyle>
          <a:p xmlns:a="http://schemas.openxmlformats.org/drawingml/2006/main">
            <a:pPr>
              <a:defRPr sz="2250" b="1" i="0">
                <a:solidFill>
                  <a:srgbClr val="DF6765"/>
                </a:solidFill>
                <a:latin typeface="Arial"/>
                <a:ea typeface="Arial"/>
                <a:cs typeface="Arial"/>
              </a:defRPr>
            </a:pPr>
            <a:r>
              <a:rPr sz="2250" b="1" i="0">
                <a:solidFill>
                  <a:srgbClr val="DF6765"/>
                </a:solidFill>
                <a:latin typeface="Arial"/>
                <a:ea typeface="Arial"/>
                <a:cs typeface="Arial"/>
              </a:rPr>
              <a:t>Before running</a:t>
            </a:r>
          </a:p>
        </p:txBody>
      </p:sp>
      <p:sp>
        <p:nvSpPr>
          <p:cNvPr id="5" name="">
            <a:extLst xmlns:a="http://schemas.openxmlformats.org/drawingml/2006/main">
              <a:ext uri="{FF2B5EF4-FFF2-40B4-BE49-F238E27FC236}">
                <a16:creationId xmlns:a16="http://schemas.microsoft.com/office/drawing/2014/main" id="{3EBC39AD-0213-4C0B-A126-1695690D1015}"/>
              </a:ext>
            </a:extLst>
          </p:cNvPr>
          <p:cNvSpPr>
            <a:spLocks xmlns:a="http://schemas.openxmlformats.org/drawingml/2006/main" noGrp="1"/>
          </p:cNvSpPr>
          <p:nvPr/>
        </p:nvSpPr>
        <p:spPr>
          <a:xfrm xmlns:a="http://schemas.openxmlformats.org/drawingml/2006/main">
            <a:off x="7848600" y="2571750"/>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a:solidFill>
                  <a:srgbClr val="172433"/>
                </a:solidFill>
                <a:latin typeface="Arial"/>
                <a:ea typeface="Arial"/>
                <a:cs typeface="Arial"/>
              </a:defRPr>
            </a:defPPr>
            <a:lvl1pPr>
              <a:defRPr sz="1875">
                <a:solidFill>
                  <a:srgbClr val="172433"/>
                </a:solidFill>
                <a:latin typeface="Arial"/>
                <a:ea typeface="Arial"/>
                <a:cs typeface="Arial"/>
              </a:defRPr>
            </a:lvl1pPr>
            <a:lvl2pPr>
              <a:defRPr sz="1875">
                <a:solidFill>
                  <a:srgbClr val="172433"/>
                </a:solidFill>
                <a:latin typeface="Arial"/>
                <a:ea typeface="Arial"/>
                <a:cs typeface="Arial"/>
              </a:defRPr>
            </a:lvl2pPr>
            <a:lvl3pPr>
              <a:defRPr sz="1875">
                <a:solidFill>
                  <a:srgbClr val="172433"/>
                </a:solidFill>
                <a:latin typeface="Arial"/>
                <a:ea typeface="Arial"/>
                <a:cs typeface="Arial"/>
              </a:defRPr>
            </a:lvl3pPr>
            <a:lvl4pPr>
              <a:defRPr sz="1875">
                <a:solidFill>
                  <a:srgbClr val="172433"/>
                </a:solidFill>
                <a:latin typeface="Arial"/>
                <a:ea typeface="Arial"/>
                <a:cs typeface="Arial"/>
              </a:defRPr>
            </a:lvl4pPr>
            <a:lvl5pPr>
              <a:defRPr sz="1875">
                <a:solidFill>
                  <a:srgbClr val="172433"/>
                </a:solidFill>
                <a:latin typeface="Arial"/>
                <a:ea typeface="Arial"/>
                <a:cs typeface="Arial"/>
              </a:defRPr>
            </a:lvl5pPr>
            <a:lvl6pPr>
              <a:defRPr sz="1875">
                <a:solidFill>
                  <a:srgbClr val="172433"/>
                </a:solidFill>
                <a:latin typeface="Arial"/>
                <a:ea typeface="Arial"/>
                <a:cs typeface="Arial"/>
              </a:defRPr>
            </a:lvl6pPr>
            <a:lvl7pPr>
              <a:defRPr sz="1875">
                <a:solidFill>
                  <a:srgbClr val="172433"/>
                </a:solidFill>
                <a:latin typeface="Arial"/>
                <a:ea typeface="Arial"/>
                <a:cs typeface="Arial"/>
              </a:defRPr>
            </a:lvl7pPr>
            <a:lvl8pPr>
              <a:defRPr sz="1875">
                <a:solidFill>
                  <a:srgbClr val="172433"/>
                </a:solidFill>
                <a:latin typeface="Arial"/>
                <a:ea typeface="Arial"/>
                <a:cs typeface="Arial"/>
              </a:defRPr>
            </a:lvl8pPr>
            <a:lvl9pPr>
              <a:defRPr sz="1875">
                <a:solidFill>
                  <a:srgbClr val="172433"/>
                </a:solidFill>
                <a:latin typeface="Arial"/>
                <a:ea typeface="Arial"/>
                <a:cs typeface="Arial"/>
              </a:defRPr>
            </a:lvl9pPr>
          </a:lstStyle>
          <a:p xmlns:a="http://schemas.openxmlformats.org/drawingml/2006/main">
            <a:pPr marL="254000" indent="-127000">
              <a:spcAft>
                <a:spcPts val="1600"/>
              </a:spcAft>
              <a:buChar char="•"/>
              <a:defRPr sz="1875">
                <a:solidFill>
                  <a:srgbClr val="172433"/>
                </a:solidFill>
                <a:latin typeface="Arial"/>
                <a:ea typeface="Arial"/>
                <a:cs typeface="Arial"/>
              </a:defRPr>
            </a:pPr>
            <a:r>
              <a:rPr sz="1875">
                <a:solidFill>
                  <a:srgbClr val="172433"/>
                </a:solidFill>
                <a:latin typeface="Arial"/>
                <a:ea typeface="Arial"/>
                <a:cs typeface="Arial"/>
              </a:rPr>
              <a:t>Name the condition</a:t>
            </a:r>
          </a:p>
          <a:p xmlns:a="http://schemas.openxmlformats.org/drawingml/2006/main">
            <a:pPr marL="254000" indent="-127000">
              <a:spcAft>
                <a:spcPts val="1600"/>
              </a:spcAft>
              <a:buChar char="•"/>
              <a:defRPr sz="1875">
                <a:solidFill>
                  <a:srgbClr val="172433"/>
                </a:solidFill>
                <a:latin typeface="Arial"/>
                <a:ea typeface="Arial"/>
                <a:cs typeface="Arial"/>
              </a:defRPr>
            </a:pPr>
            <a:r>
              <a:rPr sz="1875">
                <a:solidFill>
                  <a:srgbClr val="172433"/>
                </a:solidFill>
                <a:latin typeface="Arial"/>
                <a:ea typeface="Arial"/>
                <a:cs typeface="Arial"/>
              </a:rPr>
              <a:t>Find the line that can change it</a:t>
            </a:r>
          </a:p>
          <a:p xmlns:a="http://schemas.openxmlformats.org/drawingml/2006/main">
            <a:pPr marL="254000" indent="-127000">
              <a:spcAft>
                <a:spcPts val="1600"/>
              </a:spcAft>
              <a:buChar char="•"/>
              <a:defRPr sz="1875">
                <a:solidFill>
                  <a:srgbClr val="172433"/>
                </a:solidFill>
                <a:latin typeface="Arial"/>
                <a:ea typeface="Arial"/>
                <a:cs typeface="Arial"/>
              </a:defRPr>
            </a:pPr>
            <a:r>
              <a:rPr sz="1875">
                <a:solidFill>
                  <a:srgbClr val="172433"/>
                </a:solidFill>
                <a:latin typeface="Arial"/>
                <a:ea typeface="Arial"/>
                <a:cs typeface="Arial"/>
              </a:rPr>
              <a:t>Predict how the loop stops</a:t>
            </a:r>
          </a:p>
        </p:txBody>
      </p:sp>
      <p:sp>
        <p:nvSpPr>
          <p:cNvPr id="6" name="">
            <a:extLst xmlns:a="http://schemas.openxmlformats.org/drawingml/2006/main">
              <a:ext uri="{FF2B5EF4-FFF2-40B4-BE49-F238E27FC236}">
                <a16:creationId xmlns:a16="http://schemas.microsoft.com/office/drawing/2014/main" id="{4EF312B9-F8BA-4458-973F-869CB7B5F24B}"/>
              </a:ext>
            </a:extLst>
          </p:cNvPr>
          <p:cNvSpPr>
            <a:spLocks xmlns:a="http://schemas.openxmlformats.org/drawingml/2006/main" noGrp="1"/>
          </p:cNvSpPr>
          <p:nvPr/>
        </p:nvSpPr>
        <p:spPr>
          <a:xfrm xmlns:a="http://schemas.openxmlformats.org/drawingml/2006/main">
            <a:off x="1428750" y="5572125"/>
            <a:ext cx="933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vl1pPr>
              <a:defRPr sz="2025" b="1" i="0">
                <a:solidFill>
                  <a:srgbClr val="173654"/>
                </a:solidFill>
                <a:latin typeface="Arial"/>
                <a:ea typeface="Arial"/>
                <a:cs typeface="Arial"/>
              </a:defRPr>
            </a:lvl1pPr>
            <a:lvl2pPr>
              <a:defRPr sz="2025" b="1" i="0">
                <a:solidFill>
                  <a:srgbClr val="173654"/>
                </a:solidFill>
                <a:latin typeface="Arial"/>
                <a:ea typeface="Arial"/>
                <a:cs typeface="Arial"/>
              </a:defRPr>
            </a:lvl2pPr>
            <a:lvl3pPr>
              <a:defRPr sz="2025" b="1" i="0">
                <a:solidFill>
                  <a:srgbClr val="173654"/>
                </a:solidFill>
                <a:latin typeface="Arial"/>
                <a:ea typeface="Arial"/>
                <a:cs typeface="Arial"/>
              </a:defRPr>
            </a:lvl3pPr>
            <a:lvl4pPr>
              <a:defRPr sz="2025" b="1" i="0">
                <a:solidFill>
                  <a:srgbClr val="173654"/>
                </a:solidFill>
                <a:latin typeface="Arial"/>
                <a:ea typeface="Arial"/>
                <a:cs typeface="Arial"/>
              </a:defRPr>
            </a:lvl4pPr>
            <a:lvl5pPr>
              <a:defRPr sz="2025" b="1" i="0">
                <a:solidFill>
                  <a:srgbClr val="173654"/>
                </a:solidFill>
                <a:latin typeface="Arial"/>
                <a:ea typeface="Arial"/>
                <a:cs typeface="Arial"/>
              </a:defRPr>
            </a:lvl5pPr>
            <a:lvl6pPr>
              <a:defRPr sz="2025" b="1" i="0">
                <a:solidFill>
                  <a:srgbClr val="173654"/>
                </a:solidFill>
                <a:latin typeface="Arial"/>
                <a:ea typeface="Arial"/>
                <a:cs typeface="Arial"/>
              </a:defRPr>
            </a:lvl6pPr>
            <a:lvl7pPr>
              <a:defRPr sz="2025" b="1" i="0">
                <a:solidFill>
                  <a:srgbClr val="173654"/>
                </a:solidFill>
                <a:latin typeface="Arial"/>
                <a:ea typeface="Arial"/>
                <a:cs typeface="Arial"/>
              </a:defRPr>
            </a:lvl7pPr>
            <a:lvl8pPr>
              <a:defRPr sz="2025" b="1" i="0">
                <a:solidFill>
                  <a:srgbClr val="173654"/>
                </a:solidFill>
                <a:latin typeface="Arial"/>
                <a:ea typeface="Arial"/>
                <a:cs typeface="Arial"/>
              </a:defRPr>
            </a:lvl8pPr>
            <a:lvl9pPr>
              <a:defRPr sz="2025" b="1" i="0">
                <a:solidFill>
                  <a:srgbClr val="173654"/>
                </a:solidFill>
                <a:latin typeface="Arial"/>
                <a:ea typeface="Arial"/>
                <a:cs typeface="Arial"/>
              </a:defRPr>
            </a:lvl9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No changing condition can mean an infinite loop.</a:t>
            </a:r>
          </a:p>
        </p:txBody>
      </p:sp>
      <p:sp>
        <p:nvSpPr>
          <p:cNvPr id="7" name="">
            <a:extLst xmlns:a="http://schemas.openxmlformats.org/drawingml/2006/main">
              <a:ext uri="{FF2B5EF4-FFF2-40B4-BE49-F238E27FC236}">
                <a16:creationId xmlns:a16="http://schemas.microsoft.com/office/drawing/2014/main" id="{1470863C-7B4B-4138-8234-25C8E5F31C9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10:50-11:02 | while loops</a:t>
            </a:r>
          </a:p>
        </p:txBody>
      </p:sp>
    </p:spTree>
    <p:extLst>
      <p:ext uri="{BB962C8B-B14F-4D97-AF65-F5344CB8AC3E}">
        <p14:creationId xmlns:p14="http://schemas.microsoft.com/office/powerpoint/2010/main" val="1444739347"/>
      </p:ext>
    </p:extLst>
  </p:cSld>
</p:sld>
</file>

<file path=ppt/slides/slide19.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DC5D0E-DD93-4DE7-BB22-5706F6E57B7F}"/>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Choosing the loop</a:t>
            </a:r>
          </a:p>
        </p:txBody>
      </p:sp>
      <p:sp>
        <p:nvSpPr>
          <p:cNvPr id="2" name="">
            <a:extLst xmlns:a="http://schemas.openxmlformats.org/drawingml/2006/main">
              <a:ext uri="{FF2B5EF4-FFF2-40B4-BE49-F238E27FC236}">
                <a16:creationId xmlns:a16="http://schemas.microsoft.com/office/drawing/2014/main" id="{4D20132A-DD95-44B4-928E-03DCDDE12CAC}"/>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Start by asking what controls repetition</a:t>
            </a:r>
          </a:p>
        </p:txBody>
      </p:sp>
      <p:sp>
        <p:nvSpPr>
          <p:cNvPr id="3" name="">
            <a:extLst xmlns:a="http://schemas.openxmlformats.org/drawingml/2006/main">
              <a:ext uri="{FF2B5EF4-FFF2-40B4-BE49-F238E27FC236}">
                <a16:creationId xmlns:a16="http://schemas.microsoft.com/office/drawing/2014/main" id="{8E4FC58D-BADA-4EFB-915A-E6C4A8454301}"/>
              </a:ext>
            </a:extLst>
          </p:cNvPr>
          <p:cNvSpPr>
            <a:spLocks xmlns:a="http://schemas.openxmlformats.org/drawingml/2006/main" noGrp="1"/>
          </p:cNvSpPr>
          <p:nvPr/>
        </p:nvSpPr>
        <p:spPr>
          <a:xfrm xmlns:a="http://schemas.openxmlformats.org/drawingml/2006/main">
            <a:off x="1619250" y="18859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750" b="1" i="0">
                <a:solidFill>
                  <a:srgbClr val="2F6F89"/>
                </a:solidFill>
                <a:latin typeface="Arial"/>
                <a:ea typeface="Arial"/>
                <a:cs typeface="Arial"/>
              </a:defRPr>
            </a:defPPr>
            <a:lvl1pPr>
              <a:defRPr sz="3750" b="1" i="0">
                <a:solidFill>
                  <a:srgbClr val="2F6F89"/>
                </a:solidFill>
                <a:latin typeface="Arial"/>
                <a:ea typeface="Arial"/>
                <a:cs typeface="Arial"/>
              </a:defRPr>
            </a:lvl1pPr>
            <a:lvl2pPr>
              <a:defRPr sz="3750" b="1" i="0">
                <a:solidFill>
                  <a:srgbClr val="2F6F89"/>
                </a:solidFill>
                <a:latin typeface="Arial"/>
                <a:ea typeface="Arial"/>
                <a:cs typeface="Arial"/>
              </a:defRPr>
            </a:lvl2pPr>
            <a:lvl3pPr>
              <a:defRPr sz="3750" b="1" i="0">
                <a:solidFill>
                  <a:srgbClr val="2F6F89"/>
                </a:solidFill>
                <a:latin typeface="Arial"/>
                <a:ea typeface="Arial"/>
                <a:cs typeface="Arial"/>
              </a:defRPr>
            </a:lvl3pPr>
            <a:lvl4pPr>
              <a:defRPr sz="3750" b="1" i="0">
                <a:solidFill>
                  <a:srgbClr val="2F6F89"/>
                </a:solidFill>
                <a:latin typeface="Arial"/>
                <a:ea typeface="Arial"/>
                <a:cs typeface="Arial"/>
              </a:defRPr>
            </a:lvl4pPr>
            <a:lvl5pPr>
              <a:defRPr sz="3750" b="1" i="0">
                <a:solidFill>
                  <a:srgbClr val="2F6F89"/>
                </a:solidFill>
                <a:latin typeface="Arial"/>
                <a:ea typeface="Arial"/>
                <a:cs typeface="Arial"/>
              </a:defRPr>
            </a:lvl5pPr>
            <a:lvl6pPr>
              <a:defRPr sz="3750" b="1" i="0">
                <a:solidFill>
                  <a:srgbClr val="2F6F89"/>
                </a:solidFill>
                <a:latin typeface="Arial"/>
                <a:ea typeface="Arial"/>
                <a:cs typeface="Arial"/>
              </a:defRPr>
            </a:lvl6pPr>
            <a:lvl7pPr>
              <a:defRPr sz="3750" b="1" i="0">
                <a:solidFill>
                  <a:srgbClr val="2F6F89"/>
                </a:solidFill>
                <a:latin typeface="Arial"/>
                <a:ea typeface="Arial"/>
                <a:cs typeface="Arial"/>
              </a:defRPr>
            </a:lvl7pPr>
            <a:lvl8pPr>
              <a:defRPr sz="3750" b="1" i="0">
                <a:solidFill>
                  <a:srgbClr val="2F6F89"/>
                </a:solidFill>
                <a:latin typeface="Arial"/>
                <a:ea typeface="Arial"/>
                <a:cs typeface="Arial"/>
              </a:defRPr>
            </a:lvl8pPr>
            <a:lvl9pPr>
              <a:defRPr sz="3750" b="1" i="0">
                <a:solidFill>
                  <a:srgbClr val="2F6F89"/>
                </a:solidFill>
                <a:latin typeface="Arial"/>
                <a:ea typeface="Arial"/>
                <a:cs typeface="Arial"/>
              </a:defRPr>
            </a:lvl9pPr>
          </a:lstStyle>
          <a:p xmlns:a="http://schemas.openxmlformats.org/drawingml/2006/main">
            <a:pPr>
              <a:defRPr sz="3750" b="1" i="0">
                <a:solidFill>
                  <a:srgbClr val="2F6F89"/>
                </a:solidFill>
                <a:latin typeface="Arial"/>
                <a:ea typeface="Arial"/>
                <a:cs typeface="Arial"/>
              </a:defRPr>
            </a:pPr>
            <a:r>
              <a:rPr sz="3750" b="1" i="0">
                <a:solidFill>
                  <a:srgbClr val="2F6F89"/>
                </a:solidFill>
                <a:latin typeface="Arial"/>
                <a:ea typeface="Arial"/>
                <a:cs typeface="Arial"/>
              </a:rPr>
              <a:t>for</a:t>
            </a:r>
          </a:p>
        </p:txBody>
      </p:sp>
      <p:sp>
        <p:nvSpPr>
          <p:cNvPr id="4" name="">
            <a:extLst xmlns:a="http://schemas.openxmlformats.org/drawingml/2006/main">
              <a:ext uri="{FF2B5EF4-FFF2-40B4-BE49-F238E27FC236}">
                <a16:creationId xmlns:a16="http://schemas.microsoft.com/office/drawing/2014/main" id="{58D221CF-B2D3-4953-9E3E-2570BB1C346F}"/>
              </a:ext>
            </a:extLst>
          </p:cNvPr>
          <p:cNvSpPr>
            <a:spLocks xmlns:a="http://schemas.openxmlformats.org/drawingml/2006/main" noGrp="1"/>
          </p:cNvSpPr>
          <p:nvPr/>
        </p:nvSpPr>
        <p:spPr>
          <a:xfrm xmlns:a="http://schemas.openxmlformats.org/drawingml/2006/main">
            <a:off x="1123950" y="289560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Process every item in a list</a:t>
            </a:r>
          </a:p>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Repeat a known number of times</a:t>
            </a:r>
          </a:p>
        </p:txBody>
      </p:sp>
      <p:sp>
        <p:nvSpPr>
          <p:cNvPr id="5" name="">
            <a:extLst xmlns:a="http://schemas.openxmlformats.org/drawingml/2006/main">
              <a:ext uri="{FF2B5EF4-FFF2-40B4-BE49-F238E27FC236}">
                <a16:creationId xmlns:a16="http://schemas.microsoft.com/office/drawing/2014/main" id="{84DE188A-4C64-421F-BCD9-7DF0523804C4}"/>
              </a:ext>
            </a:extLst>
          </p:cNvPr>
          <p:cNvSpPr>
            <a:spLocks xmlns:a="http://schemas.openxmlformats.org/drawingml/2006/main" noGrp="1"/>
          </p:cNvSpPr>
          <p:nvPr/>
        </p:nvSpPr>
        <p:spPr>
          <a:xfrm xmlns:a="http://schemas.openxmlformats.org/drawingml/2006/main">
            <a:off x="7715250" y="18859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750" b="1" i="0">
                <a:solidFill>
                  <a:srgbClr val="3C8994"/>
                </a:solidFill>
                <a:latin typeface="Arial"/>
                <a:ea typeface="Arial"/>
                <a:cs typeface="Arial"/>
              </a:defRPr>
            </a:defPPr>
            <a:lvl1pPr>
              <a:defRPr sz="3750" b="1" i="0">
                <a:solidFill>
                  <a:srgbClr val="3C8994"/>
                </a:solidFill>
                <a:latin typeface="Arial"/>
                <a:ea typeface="Arial"/>
                <a:cs typeface="Arial"/>
              </a:defRPr>
            </a:lvl1pPr>
            <a:lvl2pPr>
              <a:defRPr sz="3750" b="1" i="0">
                <a:solidFill>
                  <a:srgbClr val="3C8994"/>
                </a:solidFill>
                <a:latin typeface="Arial"/>
                <a:ea typeface="Arial"/>
                <a:cs typeface="Arial"/>
              </a:defRPr>
            </a:lvl2pPr>
            <a:lvl3pPr>
              <a:defRPr sz="3750" b="1" i="0">
                <a:solidFill>
                  <a:srgbClr val="3C8994"/>
                </a:solidFill>
                <a:latin typeface="Arial"/>
                <a:ea typeface="Arial"/>
                <a:cs typeface="Arial"/>
              </a:defRPr>
            </a:lvl3pPr>
            <a:lvl4pPr>
              <a:defRPr sz="3750" b="1" i="0">
                <a:solidFill>
                  <a:srgbClr val="3C8994"/>
                </a:solidFill>
                <a:latin typeface="Arial"/>
                <a:ea typeface="Arial"/>
                <a:cs typeface="Arial"/>
              </a:defRPr>
            </a:lvl4pPr>
            <a:lvl5pPr>
              <a:defRPr sz="3750" b="1" i="0">
                <a:solidFill>
                  <a:srgbClr val="3C8994"/>
                </a:solidFill>
                <a:latin typeface="Arial"/>
                <a:ea typeface="Arial"/>
                <a:cs typeface="Arial"/>
              </a:defRPr>
            </a:lvl5pPr>
            <a:lvl6pPr>
              <a:defRPr sz="3750" b="1" i="0">
                <a:solidFill>
                  <a:srgbClr val="3C8994"/>
                </a:solidFill>
                <a:latin typeface="Arial"/>
                <a:ea typeface="Arial"/>
                <a:cs typeface="Arial"/>
              </a:defRPr>
            </a:lvl6pPr>
            <a:lvl7pPr>
              <a:defRPr sz="3750" b="1" i="0">
                <a:solidFill>
                  <a:srgbClr val="3C8994"/>
                </a:solidFill>
                <a:latin typeface="Arial"/>
                <a:ea typeface="Arial"/>
                <a:cs typeface="Arial"/>
              </a:defRPr>
            </a:lvl7pPr>
            <a:lvl8pPr>
              <a:defRPr sz="3750" b="1" i="0">
                <a:solidFill>
                  <a:srgbClr val="3C8994"/>
                </a:solidFill>
                <a:latin typeface="Arial"/>
                <a:ea typeface="Arial"/>
                <a:cs typeface="Arial"/>
              </a:defRPr>
            </a:lvl8pPr>
            <a:lvl9pPr>
              <a:defRPr sz="3750" b="1" i="0">
                <a:solidFill>
                  <a:srgbClr val="3C8994"/>
                </a:solidFill>
                <a:latin typeface="Arial"/>
                <a:ea typeface="Arial"/>
                <a:cs typeface="Arial"/>
              </a:defRPr>
            </a:lvl9pPr>
          </a:lstStyle>
          <a:p xmlns:a="http://schemas.openxmlformats.org/drawingml/2006/main">
            <a:pPr>
              <a:defRPr sz="3750" b="1" i="0">
                <a:solidFill>
                  <a:srgbClr val="3C8994"/>
                </a:solidFill>
                <a:latin typeface="Arial"/>
                <a:ea typeface="Arial"/>
                <a:cs typeface="Arial"/>
              </a:defRPr>
            </a:pPr>
            <a:r>
              <a:rPr sz="3750" b="1" i="0">
                <a:solidFill>
                  <a:srgbClr val="3C8994"/>
                </a:solidFill>
                <a:latin typeface="Arial"/>
                <a:ea typeface="Arial"/>
                <a:cs typeface="Arial"/>
              </a:rPr>
              <a:t>while</a:t>
            </a:r>
          </a:p>
        </p:txBody>
      </p:sp>
      <p:sp>
        <p:nvSpPr>
          <p:cNvPr id="6" name="">
            <a:extLst xmlns:a="http://schemas.openxmlformats.org/drawingml/2006/main">
              <a:ext uri="{FF2B5EF4-FFF2-40B4-BE49-F238E27FC236}">
                <a16:creationId xmlns:a16="http://schemas.microsoft.com/office/drawing/2014/main" id="{4F4F3D12-9117-42C5-BCE6-E45A64878BB0}"/>
              </a:ext>
            </a:extLst>
          </p:cNvPr>
          <p:cNvSpPr>
            <a:spLocks xmlns:a="http://schemas.openxmlformats.org/drawingml/2006/main" noGrp="1"/>
          </p:cNvSpPr>
          <p:nvPr/>
        </p:nvSpPr>
        <p:spPr>
          <a:xfrm xmlns:a="http://schemas.openxmlformats.org/drawingml/2006/main">
            <a:off x="7219950" y="289560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Repeat until something changes</a:t>
            </a:r>
          </a:p>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Keep asking until input is valid</a:t>
            </a:r>
          </a:p>
        </p:txBody>
      </p:sp>
      <p:sp>
        <p:nvSpPr>
          <p:cNvPr id="7" name="">
            <a:extLst xmlns:a="http://schemas.openxmlformats.org/drawingml/2006/main">
              <a:ext uri="{FF2B5EF4-FFF2-40B4-BE49-F238E27FC236}">
                <a16:creationId xmlns:a16="http://schemas.microsoft.com/office/drawing/2014/main" id="{83C40FA6-FF21-4EAB-A4D2-816EA4A299DD}"/>
              </a:ext>
            </a:extLst>
          </p:cNvPr>
          <p:cNvSpPr>
            <a:spLocks xmlns:a="http://schemas.openxmlformats.org/drawingml/2006/main" noGrp="1"/>
          </p:cNvSpPr>
          <p:nvPr/>
        </p:nvSpPr>
        <p:spPr>
          <a:xfrm xmlns:a="http://schemas.openxmlformats.org/drawingml/2006/main">
            <a:off x="1200150" y="5276850"/>
            <a:ext cx="9791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DF6765"/>
                </a:solidFill>
                <a:latin typeface="Arial"/>
                <a:ea typeface="Arial"/>
                <a:cs typeface="Arial"/>
              </a:defRPr>
            </a:defPPr>
            <a:lvl1pPr>
              <a:defRPr sz="2100" b="1" i="0">
                <a:solidFill>
                  <a:srgbClr val="DF6765"/>
                </a:solidFill>
                <a:latin typeface="Arial"/>
                <a:ea typeface="Arial"/>
                <a:cs typeface="Arial"/>
              </a:defRPr>
            </a:lvl1pPr>
            <a:lvl2pPr>
              <a:defRPr sz="2100" b="1" i="0">
                <a:solidFill>
                  <a:srgbClr val="DF6765"/>
                </a:solidFill>
                <a:latin typeface="Arial"/>
                <a:ea typeface="Arial"/>
                <a:cs typeface="Arial"/>
              </a:defRPr>
            </a:lvl2pPr>
            <a:lvl3pPr>
              <a:defRPr sz="2100" b="1" i="0">
                <a:solidFill>
                  <a:srgbClr val="DF6765"/>
                </a:solidFill>
                <a:latin typeface="Arial"/>
                <a:ea typeface="Arial"/>
                <a:cs typeface="Arial"/>
              </a:defRPr>
            </a:lvl3pPr>
            <a:lvl4pPr>
              <a:defRPr sz="2100" b="1" i="0">
                <a:solidFill>
                  <a:srgbClr val="DF6765"/>
                </a:solidFill>
                <a:latin typeface="Arial"/>
                <a:ea typeface="Arial"/>
                <a:cs typeface="Arial"/>
              </a:defRPr>
            </a:lvl4pPr>
            <a:lvl5pPr>
              <a:defRPr sz="2100" b="1" i="0">
                <a:solidFill>
                  <a:srgbClr val="DF6765"/>
                </a:solidFill>
                <a:latin typeface="Arial"/>
                <a:ea typeface="Arial"/>
                <a:cs typeface="Arial"/>
              </a:defRPr>
            </a:lvl5pPr>
            <a:lvl6pPr>
              <a:defRPr sz="2100" b="1" i="0">
                <a:solidFill>
                  <a:srgbClr val="DF6765"/>
                </a:solidFill>
                <a:latin typeface="Arial"/>
                <a:ea typeface="Arial"/>
                <a:cs typeface="Arial"/>
              </a:defRPr>
            </a:lvl6pPr>
            <a:lvl7pPr>
              <a:defRPr sz="2100" b="1" i="0">
                <a:solidFill>
                  <a:srgbClr val="DF6765"/>
                </a:solidFill>
                <a:latin typeface="Arial"/>
                <a:ea typeface="Arial"/>
                <a:cs typeface="Arial"/>
              </a:defRPr>
            </a:lvl7pPr>
            <a:lvl8pPr>
              <a:defRPr sz="2100" b="1" i="0">
                <a:solidFill>
                  <a:srgbClr val="DF6765"/>
                </a:solidFill>
                <a:latin typeface="Arial"/>
                <a:ea typeface="Arial"/>
                <a:cs typeface="Arial"/>
              </a:defRPr>
            </a:lvl8pPr>
            <a:lvl9pPr>
              <a:defRPr sz="2100" b="1" i="0">
                <a:solidFill>
                  <a:srgbClr val="DF6765"/>
                </a:solidFill>
                <a:latin typeface="Arial"/>
                <a:ea typeface="Arial"/>
                <a:cs typeface="Arial"/>
              </a:defRPr>
            </a:lvl9pPr>
          </a:lstStyle>
          <a:p xmlns:a="http://schemas.openxmlformats.org/drawingml/2006/main">
            <a:pPr>
              <a:defRPr sz="2100" b="1" i="0">
                <a:solidFill>
                  <a:srgbClr val="DF6765"/>
                </a:solidFill>
                <a:latin typeface="Arial"/>
                <a:ea typeface="Arial"/>
                <a:cs typeface="Arial"/>
              </a:defRPr>
            </a:pPr>
            <a:r>
              <a:rPr sz="2100" b="1" i="0">
                <a:solidFill>
                  <a:srgbClr val="DF6765"/>
                </a:solidFill>
                <a:latin typeface="Arial"/>
                <a:ea typeface="Arial"/>
                <a:cs typeface="Arial"/>
              </a:rPr>
              <a:t>Which loop fits a three-round game? Which fits a restart menu?</a:t>
            </a:r>
          </a:p>
        </p:txBody>
      </p:sp>
      <p:sp>
        <p:nvSpPr>
          <p:cNvPr id="8" name="">
            <a:extLst xmlns:a="http://schemas.openxmlformats.org/drawingml/2006/main">
              <a:ext uri="{FF2B5EF4-FFF2-40B4-BE49-F238E27FC236}">
                <a16:creationId xmlns:a16="http://schemas.microsoft.com/office/drawing/2014/main" id="{604D5205-15E9-4239-8786-59B1B310549F}"/>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11:02-11:08 | Loop choice</a:t>
            </a:r>
          </a:p>
        </p:txBody>
      </p:sp>
    </p:spTree>
    <p:extLst>
      <p:ext uri="{BB962C8B-B14F-4D97-AF65-F5344CB8AC3E}">
        <p14:creationId xmlns:p14="http://schemas.microsoft.com/office/powerpoint/2010/main" val="3346536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4F5E4C-8A3F-42CA-90BE-39AF2E313A75}"/>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Module 2 lab</a:t>
            </a:r>
          </a:p>
        </p:txBody>
      </p:sp>
      <p:sp>
        <p:nvSpPr>
          <p:cNvPr id="2" name="">
            <a:extLst xmlns:a="http://schemas.openxmlformats.org/drawingml/2006/main">
              <a:ext uri="{FF2B5EF4-FFF2-40B4-BE49-F238E27FC236}">
                <a16:creationId xmlns:a16="http://schemas.microsoft.com/office/drawing/2014/main" id="{BF91060F-95C1-4106-B30E-F643F47DAC4F}"/>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Trace first, edit second, test third</a:t>
            </a:r>
          </a:p>
        </p:txBody>
      </p:sp>
      <p:sp>
        <p:nvSpPr>
          <p:cNvPr id="3" name="">
            <a:extLst xmlns:a="http://schemas.openxmlformats.org/drawingml/2006/main">
              <a:ext uri="{FF2B5EF4-FFF2-40B4-BE49-F238E27FC236}">
                <a16:creationId xmlns:a16="http://schemas.microsoft.com/office/drawing/2014/main" id="{983D3A3D-1AEE-46C3-BDE0-46AA271149A1}"/>
              </a:ext>
            </a:extLst>
          </p:cNvPr>
          <p:cNvSpPr>
            <a:spLocks xmlns:a="http://schemas.openxmlformats.org/drawingml/2006/main" noGrp="1"/>
          </p:cNvSpPr>
          <p:nvPr/>
        </p:nvSpPr>
        <p:spPr>
          <a:xfrm xmlns:a="http://schemas.openxmlformats.org/drawingml/2006/main">
            <a:off x="876300" y="16192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vl1pPr>
              <a:defRPr sz="3000" b="1" i="0">
                <a:solidFill>
                  <a:srgbClr val="DF6765"/>
                </a:solidFill>
                <a:latin typeface="Arial"/>
                <a:ea typeface="Arial"/>
                <a:cs typeface="Arial"/>
              </a:defRPr>
            </a:lvl1pPr>
            <a:lvl2pPr>
              <a:defRPr sz="3000" b="1" i="0">
                <a:solidFill>
                  <a:srgbClr val="DF6765"/>
                </a:solidFill>
                <a:latin typeface="Arial"/>
                <a:ea typeface="Arial"/>
                <a:cs typeface="Arial"/>
              </a:defRPr>
            </a:lvl2pPr>
            <a:lvl3pPr>
              <a:defRPr sz="3000" b="1" i="0">
                <a:solidFill>
                  <a:srgbClr val="DF6765"/>
                </a:solidFill>
                <a:latin typeface="Arial"/>
                <a:ea typeface="Arial"/>
                <a:cs typeface="Arial"/>
              </a:defRPr>
            </a:lvl3pPr>
            <a:lvl4pPr>
              <a:defRPr sz="3000" b="1" i="0">
                <a:solidFill>
                  <a:srgbClr val="DF6765"/>
                </a:solidFill>
                <a:latin typeface="Arial"/>
                <a:ea typeface="Arial"/>
                <a:cs typeface="Arial"/>
              </a:defRPr>
            </a:lvl4pPr>
            <a:lvl5pPr>
              <a:defRPr sz="3000" b="1" i="0">
                <a:solidFill>
                  <a:srgbClr val="DF6765"/>
                </a:solidFill>
                <a:latin typeface="Arial"/>
                <a:ea typeface="Arial"/>
                <a:cs typeface="Arial"/>
              </a:defRPr>
            </a:lvl5pPr>
            <a:lvl6pPr>
              <a:defRPr sz="3000" b="1" i="0">
                <a:solidFill>
                  <a:srgbClr val="DF6765"/>
                </a:solidFill>
                <a:latin typeface="Arial"/>
                <a:ea typeface="Arial"/>
                <a:cs typeface="Arial"/>
              </a:defRPr>
            </a:lvl6pPr>
            <a:lvl7pPr>
              <a:defRPr sz="3000" b="1" i="0">
                <a:solidFill>
                  <a:srgbClr val="DF6765"/>
                </a:solidFill>
                <a:latin typeface="Arial"/>
                <a:ea typeface="Arial"/>
                <a:cs typeface="Arial"/>
              </a:defRPr>
            </a:lvl7pPr>
            <a:lvl8pPr>
              <a:defRPr sz="3000" b="1" i="0">
                <a:solidFill>
                  <a:srgbClr val="DF6765"/>
                </a:solidFill>
                <a:latin typeface="Arial"/>
                <a:ea typeface="Arial"/>
                <a:cs typeface="Arial"/>
              </a:defRPr>
            </a:lvl8pPr>
            <a:lvl9pPr>
              <a:defRPr sz="3000" b="1" i="0">
                <a:solidFill>
                  <a:srgbClr val="DF6765"/>
                </a:solidFill>
                <a:latin typeface="Arial"/>
                <a:ea typeface="Arial"/>
                <a:cs typeface="Arial"/>
              </a:defRPr>
            </a:lvl9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7418A9FA-27C6-4BFE-9A47-8EFBFEF113A4}"/>
              </a:ext>
            </a:extLst>
          </p:cNvPr>
          <p:cNvSpPr>
            <a:spLocks xmlns:a="http://schemas.openxmlformats.org/drawingml/2006/main" noGrp="1"/>
          </p:cNvSpPr>
          <p:nvPr/>
        </p:nvSpPr>
        <p:spPr>
          <a:xfrm xmlns:a="http://schemas.openxmlformats.org/drawingml/2006/main">
            <a:off x="1752600" y="16192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Trace score and total for every iteration</a:t>
            </a:r>
          </a:p>
        </p:txBody>
      </p:sp>
      <p:sp>
        <p:nvSpPr>
          <p:cNvPr id="5" name="">
            <a:extLst xmlns:a="http://schemas.openxmlformats.org/drawingml/2006/main">
              <a:ext uri="{FF2B5EF4-FFF2-40B4-BE49-F238E27FC236}">
                <a16:creationId xmlns:a16="http://schemas.microsoft.com/office/drawing/2014/main" id="{FE1C2F93-9C4E-45C1-BB6B-4D49A96ADFDB}"/>
              </a:ext>
            </a:extLst>
          </p:cNvPr>
          <p:cNvSpPr>
            <a:spLocks xmlns:a="http://schemas.openxmlformats.org/drawingml/2006/main" noGrp="1"/>
          </p:cNvSpPr>
          <p:nvPr/>
        </p:nvSpPr>
        <p:spPr>
          <a:xfrm xmlns:a="http://schemas.openxmlformats.org/drawingml/2006/main">
            <a:off x="876300" y="24574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vl1pPr>
              <a:defRPr sz="3000" b="1" i="0">
                <a:solidFill>
                  <a:srgbClr val="5F9F4B"/>
                </a:solidFill>
                <a:latin typeface="Arial"/>
                <a:ea typeface="Arial"/>
                <a:cs typeface="Arial"/>
              </a:defRPr>
            </a:lvl1pPr>
            <a:lvl2pPr>
              <a:defRPr sz="3000" b="1" i="0">
                <a:solidFill>
                  <a:srgbClr val="5F9F4B"/>
                </a:solidFill>
                <a:latin typeface="Arial"/>
                <a:ea typeface="Arial"/>
                <a:cs typeface="Arial"/>
              </a:defRPr>
            </a:lvl2pPr>
            <a:lvl3pPr>
              <a:defRPr sz="3000" b="1" i="0">
                <a:solidFill>
                  <a:srgbClr val="5F9F4B"/>
                </a:solidFill>
                <a:latin typeface="Arial"/>
                <a:ea typeface="Arial"/>
                <a:cs typeface="Arial"/>
              </a:defRPr>
            </a:lvl3pPr>
            <a:lvl4pPr>
              <a:defRPr sz="3000" b="1" i="0">
                <a:solidFill>
                  <a:srgbClr val="5F9F4B"/>
                </a:solidFill>
                <a:latin typeface="Arial"/>
                <a:ea typeface="Arial"/>
                <a:cs typeface="Arial"/>
              </a:defRPr>
            </a:lvl4pPr>
            <a:lvl5pPr>
              <a:defRPr sz="3000" b="1" i="0">
                <a:solidFill>
                  <a:srgbClr val="5F9F4B"/>
                </a:solidFill>
                <a:latin typeface="Arial"/>
                <a:ea typeface="Arial"/>
                <a:cs typeface="Arial"/>
              </a:defRPr>
            </a:lvl5pPr>
            <a:lvl6pPr>
              <a:defRPr sz="3000" b="1" i="0">
                <a:solidFill>
                  <a:srgbClr val="5F9F4B"/>
                </a:solidFill>
                <a:latin typeface="Arial"/>
                <a:ea typeface="Arial"/>
                <a:cs typeface="Arial"/>
              </a:defRPr>
            </a:lvl6pPr>
            <a:lvl7pPr>
              <a:defRPr sz="3000" b="1" i="0">
                <a:solidFill>
                  <a:srgbClr val="5F9F4B"/>
                </a:solidFill>
                <a:latin typeface="Arial"/>
                <a:ea typeface="Arial"/>
                <a:cs typeface="Arial"/>
              </a:defRPr>
            </a:lvl7pPr>
            <a:lvl8pPr>
              <a:defRPr sz="3000" b="1" i="0">
                <a:solidFill>
                  <a:srgbClr val="5F9F4B"/>
                </a:solidFill>
                <a:latin typeface="Arial"/>
                <a:ea typeface="Arial"/>
                <a:cs typeface="Arial"/>
              </a:defRPr>
            </a:lvl8pPr>
            <a:lvl9pPr>
              <a:defRPr sz="3000" b="1" i="0">
                <a:solidFill>
                  <a:srgbClr val="5F9F4B"/>
                </a:solidFill>
                <a:latin typeface="Arial"/>
                <a:ea typeface="Arial"/>
                <a:cs typeface="Arial"/>
              </a:defRPr>
            </a:lvl9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6339F670-C131-499F-8F61-7B414CB2CB89}"/>
              </a:ext>
            </a:extLst>
          </p:cNvPr>
          <p:cNvSpPr>
            <a:spLocks xmlns:a="http://schemas.openxmlformats.org/drawingml/2006/main" noGrp="1"/>
          </p:cNvSpPr>
          <p:nvPr/>
        </p:nvSpPr>
        <p:spPr>
          <a:xfrm xmlns:a="http://schemas.openxmlformats.org/drawingml/2006/main">
            <a:off x="1752600" y="24574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Print only scores of 8 or higher</a:t>
            </a:r>
          </a:p>
        </p:txBody>
      </p:sp>
      <p:sp>
        <p:nvSpPr>
          <p:cNvPr id="7" name="">
            <a:extLst xmlns:a="http://schemas.openxmlformats.org/drawingml/2006/main">
              <a:ext uri="{FF2B5EF4-FFF2-40B4-BE49-F238E27FC236}">
                <a16:creationId xmlns:a16="http://schemas.microsoft.com/office/drawing/2014/main" id="{BA3F7BAA-3614-4CDC-AB2E-5F3CE91BCFE1}"/>
              </a:ext>
            </a:extLst>
          </p:cNvPr>
          <p:cNvSpPr>
            <a:spLocks xmlns:a="http://schemas.openxmlformats.org/drawingml/2006/main" noGrp="1"/>
          </p:cNvSpPr>
          <p:nvPr/>
        </p:nvSpPr>
        <p:spPr>
          <a:xfrm xmlns:a="http://schemas.openxmlformats.org/drawingml/2006/main">
            <a:off x="876300" y="32956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vl1pPr>
              <a:defRPr sz="3000" b="1" i="0">
                <a:solidFill>
                  <a:srgbClr val="2F6F89"/>
                </a:solidFill>
                <a:latin typeface="Arial"/>
                <a:ea typeface="Arial"/>
                <a:cs typeface="Arial"/>
              </a:defRPr>
            </a:lvl1pPr>
            <a:lvl2pPr>
              <a:defRPr sz="3000" b="1" i="0">
                <a:solidFill>
                  <a:srgbClr val="2F6F89"/>
                </a:solidFill>
                <a:latin typeface="Arial"/>
                <a:ea typeface="Arial"/>
                <a:cs typeface="Arial"/>
              </a:defRPr>
            </a:lvl2pPr>
            <a:lvl3pPr>
              <a:defRPr sz="3000" b="1" i="0">
                <a:solidFill>
                  <a:srgbClr val="2F6F89"/>
                </a:solidFill>
                <a:latin typeface="Arial"/>
                <a:ea typeface="Arial"/>
                <a:cs typeface="Arial"/>
              </a:defRPr>
            </a:lvl3pPr>
            <a:lvl4pPr>
              <a:defRPr sz="3000" b="1" i="0">
                <a:solidFill>
                  <a:srgbClr val="2F6F89"/>
                </a:solidFill>
                <a:latin typeface="Arial"/>
                <a:ea typeface="Arial"/>
                <a:cs typeface="Arial"/>
              </a:defRPr>
            </a:lvl4pPr>
            <a:lvl5pPr>
              <a:defRPr sz="3000" b="1" i="0">
                <a:solidFill>
                  <a:srgbClr val="2F6F89"/>
                </a:solidFill>
                <a:latin typeface="Arial"/>
                <a:ea typeface="Arial"/>
                <a:cs typeface="Arial"/>
              </a:defRPr>
            </a:lvl5pPr>
            <a:lvl6pPr>
              <a:defRPr sz="3000" b="1" i="0">
                <a:solidFill>
                  <a:srgbClr val="2F6F89"/>
                </a:solidFill>
                <a:latin typeface="Arial"/>
                <a:ea typeface="Arial"/>
                <a:cs typeface="Arial"/>
              </a:defRPr>
            </a:lvl6pPr>
            <a:lvl7pPr>
              <a:defRPr sz="3000" b="1" i="0">
                <a:solidFill>
                  <a:srgbClr val="2F6F89"/>
                </a:solidFill>
                <a:latin typeface="Arial"/>
                <a:ea typeface="Arial"/>
                <a:cs typeface="Arial"/>
              </a:defRPr>
            </a:lvl7pPr>
            <a:lvl8pPr>
              <a:defRPr sz="3000" b="1" i="0">
                <a:solidFill>
                  <a:srgbClr val="2F6F89"/>
                </a:solidFill>
                <a:latin typeface="Arial"/>
                <a:ea typeface="Arial"/>
                <a:cs typeface="Arial"/>
              </a:defRPr>
            </a:lvl8pPr>
            <a:lvl9pPr>
              <a:defRPr sz="3000" b="1" i="0">
                <a:solidFill>
                  <a:srgbClr val="2F6F89"/>
                </a:solidFill>
                <a:latin typeface="Arial"/>
                <a:ea typeface="Arial"/>
                <a:cs typeface="Arial"/>
              </a:defRPr>
            </a:lvl9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D05AB5C3-EF5D-46E7-9B15-878890D03A2B}"/>
              </a:ext>
            </a:extLst>
          </p:cNvPr>
          <p:cNvSpPr>
            <a:spLocks xmlns:a="http://schemas.openxmlformats.org/drawingml/2006/main" noGrp="1"/>
          </p:cNvSpPr>
          <p:nvPr/>
        </p:nvSpPr>
        <p:spPr>
          <a:xfrm xmlns:a="http://schemas.openxmlformats.org/drawingml/2006/main">
            <a:off x="1752600" y="32956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Add a repeat question with while</a:t>
            </a:r>
          </a:p>
        </p:txBody>
      </p:sp>
      <p:sp>
        <p:nvSpPr>
          <p:cNvPr id="9" name="">
            <a:extLst xmlns:a="http://schemas.openxmlformats.org/drawingml/2006/main">
              <a:ext uri="{FF2B5EF4-FFF2-40B4-BE49-F238E27FC236}">
                <a16:creationId xmlns:a16="http://schemas.microsoft.com/office/drawing/2014/main" id="{7D6508B1-52B9-4AB1-9F84-30BFB2D4D470}"/>
              </a:ext>
            </a:extLst>
          </p:cNvPr>
          <p:cNvSpPr>
            <a:spLocks xmlns:a="http://schemas.openxmlformats.org/drawingml/2006/main" noGrp="1"/>
          </p:cNvSpPr>
          <p:nvPr/>
        </p:nvSpPr>
        <p:spPr>
          <a:xfrm xmlns:a="http://schemas.openxmlformats.org/drawingml/2006/main">
            <a:off x="876300" y="4133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vl1pPr>
              <a:defRPr sz="3000" b="1" i="0">
                <a:solidFill>
                  <a:srgbClr val="3C8994"/>
                </a:solidFill>
                <a:latin typeface="Arial"/>
                <a:ea typeface="Arial"/>
                <a:cs typeface="Arial"/>
              </a:defRPr>
            </a:lvl1pPr>
            <a:lvl2pPr>
              <a:defRPr sz="3000" b="1" i="0">
                <a:solidFill>
                  <a:srgbClr val="3C8994"/>
                </a:solidFill>
                <a:latin typeface="Arial"/>
                <a:ea typeface="Arial"/>
                <a:cs typeface="Arial"/>
              </a:defRPr>
            </a:lvl2pPr>
            <a:lvl3pPr>
              <a:defRPr sz="3000" b="1" i="0">
                <a:solidFill>
                  <a:srgbClr val="3C8994"/>
                </a:solidFill>
                <a:latin typeface="Arial"/>
                <a:ea typeface="Arial"/>
                <a:cs typeface="Arial"/>
              </a:defRPr>
            </a:lvl3pPr>
            <a:lvl4pPr>
              <a:defRPr sz="3000" b="1" i="0">
                <a:solidFill>
                  <a:srgbClr val="3C8994"/>
                </a:solidFill>
                <a:latin typeface="Arial"/>
                <a:ea typeface="Arial"/>
                <a:cs typeface="Arial"/>
              </a:defRPr>
            </a:lvl4pPr>
            <a:lvl5pPr>
              <a:defRPr sz="3000" b="1" i="0">
                <a:solidFill>
                  <a:srgbClr val="3C8994"/>
                </a:solidFill>
                <a:latin typeface="Arial"/>
                <a:ea typeface="Arial"/>
                <a:cs typeface="Arial"/>
              </a:defRPr>
            </a:lvl5pPr>
            <a:lvl6pPr>
              <a:defRPr sz="3000" b="1" i="0">
                <a:solidFill>
                  <a:srgbClr val="3C8994"/>
                </a:solidFill>
                <a:latin typeface="Arial"/>
                <a:ea typeface="Arial"/>
                <a:cs typeface="Arial"/>
              </a:defRPr>
            </a:lvl6pPr>
            <a:lvl7pPr>
              <a:defRPr sz="3000" b="1" i="0">
                <a:solidFill>
                  <a:srgbClr val="3C8994"/>
                </a:solidFill>
                <a:latin typeface="Arial"/>
                <a:ea typeface="Arial"/>
                <a:cs typeface="Arial"/>
              </a:defRPr>
            </a:lvl7pPr>
            <a:lvl8pPr>
              <a:defRPr sz="3000" b="1" i="0">
                <a:solidFill>
                  <a:srgbClr val="3C8994"/>
                </a:solidFill>
                <a:latin typeface="Arial"/>
                <a:ea typeface="Arial"/>
                <a:cs typeface="Arial"/>
              </a:defRPr>
            </a:lvl8pPr>
            <a:lvl9pPr>
              <a:defRPr sz="3000" b="1" i="0">
                <a:solidFill>
                  <a:srgbClr val="3C8994"/>
                </a:solidFill>
                <a:latin typeface="Arial"/>
                <a:ea typeface="Arial"/>
                <a:cs typeface="Arial"/>
              </a:defRPr>
            </a:lvl9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DA3C1683-7A15-4B01-9A3D-3A3AAABD15A3}"/>
              </a:ext>
            </a:extLst>
          </p:cNvPr>
          <p:cNvSpPr>
            <a:spLocks xmlns:a="http://schemas.openxmlformats.org/drawingml/2006/main" noGrp="1"/>
          </p:cNvSpPr>
          <p:nvPr/>
        </p:nvSpPr>
        <p:spPr>
          <a:xfrm xmlns:a="http://schemas.openxmlformats.org/drawingml/2006/main">
            <a:off x="1752600" y="41338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Point to the line that stops the loop</a:t>
            </a:r>
          </a:p>
        </p:txBody>
      </p:sp>
      <p:sp>
        <p:nvSpPr>
          <p:cNvPr id="11" name="">
            <a:extLst xmlns:a="http://schemas.openxmlformats.org/drawingml/2006/main">
              <a:ext uri="{FF2B5EF4-FFF2-40B4-BE49-F238E27FC236}">
                <a16:creationId xmlns:a16="http://schemas.microsoft.com/office/drawing/2014/main" id="{84FFC38E-7F4C-4070-B20D-661B97DFCD77}"/>
              </a:ext>
            </a:extLst>
          </p:cNvPr>
          <p:cNvSpPr>
            <a:spLocks xmlns:a="http://schemas.openxmlformats.org/drawingml/2006/main" noGrp="1"/>
          </p:cNvSpPr>
          <p:nvPr/>
        </p:nvSpPr>
        <p:spPr>
          <a:xfrm xmlns:a="http://schemas.openxmlformats.org/drawingml/2006/main">
            <a:off x="1447800" y="5429250"/>
            <a:ext cx="9296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DF6765"/>
                </a:solidFill>
                <a:latin typeface="Arial"/>
                <a:ea typeface="Arial"/>
                <a:cs typeface="Arial"/>
              </a:defRPr>
            </a:defPPr>
            <a:lvl1pPr>
              <a:defRPr sz="2100" b="1" i="0">
                <a:solidFill>
                  <a:srgbClr val="DF6765"/>
                </a:solidFill>
                <a:latin typeface="Arial"/>
                <a:ea typeface="Arial"/>
                <a:cs typeface="Arial"/>
              </a:defRPr>
            </a:lvl1pPr>
            <a:lvl2pPr>
              <a:defRPr sz="2100" b="1" i="0">
                <a:solidFill>
                  <a:srgbClr val="DF6765"/>
                </a:solidFill>
                <a:latin typeface="Arial"/>
                <a:ea typeface="Arial"/>
                <a:cs typeface="Arial"/>
              </a:defRPr>
            </a:lvl2pPr>
            <a:lvl3pPr>
              <a:defRPr sz="2100" b="1" i="0">
                <a:solidFill>
                  <a:srgbClr val="DF6765"/>
                </a:solidFill>
                <a:latin typeface="Arial"/>
                <a:ea typeface="Arial"/>
                <a:cs typeface="Arial"/>
              </a:defRPr>
            </a:lvl3pPr>
            <a:lvl4pPr>
              <a:defRPr sz="2100" b="1" i="0">
                <a:solidFill>
                  <a:srgbClr val="DF6765"/>
                </a:solidFill>
                <a:latin typeface="Arial"/>
                <a:ea typeface="Arial"/>
                <a:cs typeface="Arial"/>
              </a:defRPr>
            </a:lvl4pPr>
            <a:lvl5pPr>
              <a:defRPr sz="2100" b="1" i="0">
                <a:solidFill>
                  <a:srgbClr val="DF6765"/>
                </a:solidFill>
                <a:latin typeface="Arial"/>
                <a:ea typeface="Arial"/>
                <a:cs typeface="Arial"/>
              </a:defRPr>
            </a:lvl5pPr>
            <a:lvl6pPr>
              <a:defRPr sz="2100" b="1" i="0">
                <a:solidFill>
                  <a:srgbClr val="DF6765"/>
                </a:solidFill>
                <a:latin typeface="Arial"/>
                <a:ea typeface="Arial"/>
                <a:cs typeface="Arial"/>
              </a:defRPr>
            </a:lvl6pPr>
            <a:lvl7pPr>
              <a:defRPr sz="2100" b="1" i="0">
                <a:solidFill>
                  <a:srgbClr val="DF6765"/>
                </a:solidFill>
                <a:latin typeface="Arial"/>
                <a:ea typeface="Arial"/>
                <a:cs typeface="Arial"/>
              </a:defRPr>
            </a:lvl7pPr>
            <a:lvl8pPr>
              <a:defRPr sz="2100" b="1" i="0">
                <a:solidFill>
                  <a:srgbClr val="DF6765"/>
                </a:solidFill>
                <a:latin typeface="Arial"/>
                <a:ea typeface="Arial"/>
                <a:cs typeface="Arial"/>
              </a:defRPr>
            </a:lvl8pPr>
            <a:lvl9pPr>
              <a:defRPr sz="2100" b="1" i="0">
                <a:solidFill>
                  <a:srgbClr val="DF6765"/>
                </a:solidFill>
                <a:latin typeface="Arial"/>
                <a:ea typeface="Arial"/>
                <a:cs typeface="Arial"/>
              </a:defRPr>
            </a:lvl9pPr>
          </a:lstStyle>
          <a:p xmlns:a="http://schemas.openxmlformats.org/drawingml/2006/main">
            <a:pPr>
              <a:defRPr sz="2100" b="1" i="0">
                <a:solidFill>
                  <a:srgbClr val="DF6765"/>
                </a:solidFill>
                <a:latin typeface="Arial"/>
                <a:ea typeface="Arial"/>
                <a:cs typeface="Arial"/>
              </a:defRPr>
            </a:pPr>
            <a:r>
              <a:rPr sz="2100" b="1" i="0">
                <a:solidFill>
                  <a:srgbClr val="DF6765"/>
                </a:solidFill>
                <a:latin typeface="Arial"/>
                <a:ea typeface="Arial"/>
                <a:cs typeface="Arial"/>
              </a:rPr>
              <a:t>If you cannot explain how it stops, do not run it yet.</a:t>
            </a:r>
          </a:p>
        </p:txBody>
      </p:sp>
      <p:sp>
        <p:nvSpPr>
          <p:cNvPr id="12" name="">
            <a:extLst xmlns:a="http://schemas.openxmlformats.org/drawingml/2006/main">
              <a:ext uri="{FF2B5EF4-FFF2-40B4-BE49-F238E27FC236}">
                <a16:creationId xmlns:a16="http://schemas.microsoft.com/office/drawing/2014/main" id="{D5D5E93A-2D5B-4DF8-B159-A18B2B6BFD62}"/>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11:08-11:20 | Module 2 lab</a:t>
            </a:r>
          </a:p>
        </p:txBody>
      </p:sp>
    </p:spTree>
    <p:extLst>
      <p:ext uri="{BB962C8B-B14F-4D97-AF65-F5344CB8AC3E}">
        <p14:creationId xmlns:p14="http://schemas.microsoft.com/office/powerpoint/2010/main" val="578916558"/>
      </p:ext>
    </p:extLst>
  </p:cSld>
</p:sld>
</file>

<file path=ppt/slides/slide21.xml><?xml version="1.0" encoding="utf-8"?>
<p:sld xmlns:p="http://schemas.openxmlformats.org/presentationml/2006/main">
  <p:cSld>
    <p:bg>
      <p:bgPr>
        <a:solidFill xmlns:a="http://schemas.openxmlformats.org/drawingml/2006/main">
          <a:srgbClr val="DF67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0ACD715-B459-49E3-9CF8-26C3AF2DE9A2}"/>
              </a:ext>
            </a:extLst>
          </p:cNvPr>
          <p:cNvSpPr>
            <a:spLocks xmlns:a="http://schemas.openxmlformats.org/drawingml/2006/main" noGrp="1"/>
          </p:cNvSpPr>
          <p:nvPr/>
        </p:nvSpPr>
        <p:spPr>
          <a:xfrm xmlns:a="http://schemas.openxmlformats.org/drawingml/2006/main">
            <a:off x="685800" y="2095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i="0">
                <a:solidFill>
                  <a:srgbClr val="FFFFFF"/>
                </a:solidFill>
                <a:latin typeface="Arial"/>
                <a:ea typeface="Arial"/>
                <a:cs typeface="Arial"/>
              </a:defRPr>
            </a:defPPr>
            <a:lvl1pPr>
              <a:defRPr sz="4950" b="1" i="0">
                <a:solidFill>
                  <a:srgbClr val="FFFFFF"/>
                </a:solidFill>
                <a:latin typeface="Arial"/>
                <a:ea typeface="Arial"/>
                <a:cs typeface="Arial"/>
              </a:defRPr>
            </a:lvl1pPr>
            <a:lvl2pPr>
              <a:defRPr sz="4950" b="1" i="0">
                <a:solidFill>
                  <a:srgbClr val="FFFFFF"/>
                </a:solidFill>
                <a:latin typeface="Arial"/>
                <a:ea typeface="Arial"/>
                <a:cs typeface="Arial"/>
              </a:defRPr>
            </a:lvl2pPr>
            <a:lvl3pPr>
              <a:defRPr sz="4950" b="1" i="0">
                <a:solidFill>
                  <a:srgbClr val="FFFFFF"/>
                </a:solidFill>
                <a:latin typeface="Arial"/>
                <a:ea typeface="Arial"/>
                <a:cs typeface="Arial"/>
              </a:defRPr>
            </a:lvl3pPr>
            <a:lvl4pPr>
              <a:defRPr sz="4950" b="1" i="0">
                <a:solidFill>
                  <a:srgbClr val="FFFFFF"/>
                </a:solidFill>
                <a:latin typeface="Arial"/>
                <a:ea typeface="Arial"/>
                <a:cs typeface="Arial"/>
              </a:defRPr>
            </a:lvl4pPr>
            <a:lvl5pPr>
              <a:defRPr sz="4950" b="1" i="0">
                <a:solidFill>
                  <a:srgbClr val="FFFFFF"/>
                </a:solidFill>
                <a:latin typeface="Arial"/>
                <a:ea typeface="Arial"/>
                <a:cs typeface="Arial"/>
              </a:defRPr>
            </a:lvl5pPr>
            <a:lvl6pPr>
              <a:defRPr sz="4950" b="1" i="0">
                <a:solidFill>
                  <a:srgbClr val="FFFFFF"/>
                </a:solidFill>
                <a:latin typeface="Arial"/>
                <a:ea typeface="Arial"/>
                <a:cs typeface="Arial"/>
              </a:defRPr>
            </a:lvl6pPr>
            <a:lvl7pPr>
              <a:defRPr sz="4950" b="1" i="0">
                <a:solidFill>
                  <a:srgbClr val="FFFFFF"/>
                </a:solidFill>
                <a:latin typeface="Arial"/>
                <a:ea typeface="Arial"/>
                <a:cs typeface="Arial"/>
              </a:defRPr>
            </a:lvl7pPr>
            <a:lvl8pPr>
              <a:defRPr sz="4950" b="1" i="0">
                <a:solidFill>
                  <a:srgbClr val="FFFFFF"/>
                </a:solidFill>
                <a:latin typeface="Arial"/>
                <a:ea typeface="Arial"/>
                <a:cs typeface="Arial"/>
              </a:defRPr>
            </a:lvl8pPr>
            <a:lvl9pPr>
              <a:defRPr sz="4950" b="1" i="0">
                <a:solidFill>
                  <a:srgbClr val="FFFFFF"/>
                </a:solidFill>
                <a:latin typeface="Arial"/>
                <a:ea typeface="Arial"/>
                <a:cs typeface="Arial"/>
              </a:defRPr>
            </a:lvl9pPr>
          </a:lstStyle>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B8944D8E-74C1-4613-B16F-40EF86F7AB52}"/>
              </a:ext>
            </a:extLst>
          </p:cNvPr>
          <p:cNvSpPr>
            <a:spLocks xmlns:a="http://schemas.openxmlformats.org/drawingml/2006/main" noGrp="1"/>
          </p:cNvSpPr>
          <p:nvPr/>
        </p:nvSpPr>
        <p:spPr>
          <a:xfrm xmlns:a="http://schemas.openxmlformats.org/drawingml/2006/main">
            <a:off x="685800" y="32004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i="0">
                <a:solidFill>
                  <a:srgbClr val="FFFFFF"/>
                </a:solidFill>
                <a:latin typeface="Arial"/>
                <a:ea typeface="Arial"/>
                <a:cs typeface="Arial"/>
              </a:defRPr>
            </a:defPPr>
            <a:lvl1pPr>
              <a:defRPr sz="2550" b="0" i="0">
                <a:solidFill>
                  <a:srgbClr val="FFFFFF"/>
                </a:solidFill>
                <a:latin typeface="Arial"/>
                <a:ea typeface="Arial"/>
                <a:cs typeface="Arial"/>
              </a:defRPr>
            </a:lvl1pPr>
            <a:lvl2pPr>
              <a:defRPr sz="2550" b="0" i="0">
                <a:solidFill>
                  <a:srgbClr val="FFFFFF"/>
                </a:solidFill>
                <a:latin typeface="Arial"/>
                <a:ea typeface="Arial"/>
                <a:cs typeface="Arial"/>
              </a:defRPr>
            </a:lvl2pPr>
            <a:lvl3pPr>
              <a:defRPr sz="2550" b="0" i="0">
                <a:solidFill>
                  <a:srgbClr val="FFFFFF"/>
                </a:solidFill>
                <a:latin typeface="Arial"/>
                <a:ea typeface="Arial"/>
                <a:cs typeface="Arial"/>
              </a:defRPr>
            </a:lvl3pPr>
            <a:lvl4pPr>
              <a:defRPr sz="2550" b="0" i="0">
                <a:solidFill>
                  <a:srgbClr val="FFFFFF"/>
                </a:solidFill>
                <a:latin typeface="Arial"/>
                <a:ea typeface="Arial"/>
                <a:cs typeface="Arial"/>
              </a:defRPr>
            </a:lvl4pPr>
            <a:lvl5pPr>
              <a:defRPr sz="2550" b="0" i="0">
                <a:solidFill>
                  <a:srgbClr val="FFFFFF"/>
                </a:solidFill>
                <a:latin typeface="Arial"/>
                <a:ea typeface="Arial"/>
                <a:cs typeface="Arial"/>
              </a:defRPr>
            </a:lvl5pPr>
            <a:lvl6pPr>
              <a:defRPr sz="2550" b="0" i="0">
                <a:solidFill>
                  <a:srgbClr val="FFFFFF"/>
                </a:solidFill>
                <a:latin typeface="Arial"/>
                <a:ea typeface="Arial"/>
                <a:cs typeface="Arial"/>
              </a:defRPr>
            </a:lvl6pPr>
            <a:lvl7pPr>
              <a:defRPr sz="2550" b="0" i="0">
                <a:solidFill>
                  <a:srgbClr val="FFFFFF"/>
                </a:solidFill>
                <a:latin typeface="Arial"/>
                <a:ea typeface="Arial"/>
                <a:cs typeface="Arial"/>
              </a:defRPr>
            </a:lvl7pPr>
            <a:lvl8pPr>
              <a:defRPr sz="2550" b="0" i="0">
                <a:solidFill>
                  <a:srgbClr val="FFFFFF"/>
                </a:solidFill>
                <a:latin typeface="Arial"/>
                <a:ea typeface="Arial"/>
                <a:cs typeface="Arial"/>
              </a:defRPr>
            </a:lvl8pPr>
            <a:lvl9pPr>
              <a:defRPr sz="2550" b="0" i="0">
                <a:solidFill>
                  <a:srgbClr val="FFFFFF"/>
                </a:solidFill>
                <a:latin typeface="Arial"/>
                <a:ea typeface="Arial"/>
                <a:cs typeface="Arial"/>
              </a:defRPr>
            </a:lvl9pPr>
          </a:lstStyle>
          <a:p xmlns:a="http://schemas.openxmlformats.org/drawingml/2006/main">
            <a:pPr>
              <a:defRPr sz="2550" b="0" i="0">
                <a:solidFill>
                  <a:srgbClr val="FFFFFF"/>
                </a:solidFill>
                <a:latin typeface="Arial"/>
                <a:ea typeface="Arial"/>
                <a:cs typeface="Arial"/>
              </a:defRPr>
            </a:pPr>
            <a:r>
              <a:rPr sz="2550" b="0" i="0">
                <a:solidFill>
                  <a:srgbClr val="FFFFFF"/>
                </a:solidFill>
                <a:latin typeface="Arial"/>
                <a:ea typeface="Arial"/>
                <a:cs typeface="Arial"/>
              </a:rPr>
              <a:t>Return at 11:30</a:t>
            </a:r>
          </a:p>
        </p:txBody>
      </p:sp>
    </p:spTree>
    <p:extLst>
      <p:ext uri="{BB962C8B-B14F-4D97-AF65-F5344CB8AC3E}">
        <p14:creationId xmlns:p14="http://schemas.microsoft.com/office/powerpoint/2010/main" val="175889269"/>
      </p:ext>
    </p:extLst>
  </p:cSld>
</p:sld>
</file>

<file path=ppt/slides/slide22.xml><?xml version="1.0" encoding="utf-8"?>
<p:sld xmlns:p="http://schemas.openxmlformats.org/presentationml/2006/main">
  <p:cSld>
    <p:bg>
      <p:bgPr>
        <a:solidFill xmlns:a="http://schemas.openxmlformats.org/drawingml/2006/main">
          <a:srgbClr val="5F9F4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7341BA4-38D6-48E5-BFCE-236CF7CD16BC}"/>
              </a:ext>
            </a:extLst>
          </p:cNvPr>
          <p:cNvSpPr>
            <a:spLocks xmlns:a="http://schemas.openxmlformats.org/drawingml/2006/main" noGrp="1"/>
          </p:cNvSpPr>
          <p:nvPr/>
        </p:nvSpPr>
        <p:spPr>
          <a:xfrm xmlns:a="http://schemas.openxmlformats.org/drawingml/2006/main">
            <a:off x="762000" y="1581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E3F5DA"/>
                </a:solidFill>
                <a:latin typeface="Arial"/>
                <a:ea typeface="Arial"/>
                <a:cs typeface="Arial"/>
              </a:defRPr>
            </a:defPPr>
            <a:lvl1pPr>
              <a:defRPr sz="1950" b="1" i="0">
                <a:solidFill>
                  <a:srgbClr val="E3F5DA"/>
                </a:solidFill>
                <a:latin typeface="Arial"/>
                <a:ea typeface="Arial"/>
                <a:cs typeface="Arial"/>
              </a:defRPr>
            </a:lvl1pPr>
            <a:lvl2pPr>
              <a:defRPr sz="1950" b="1" i="0">
                <a:solidFill>
                  <a:srgbClr val="E3F5DA"/>
                </a:solidFill>
                <a:latin typeface="Arial"/>
                <a:ea typeface="Arial"/>
                <a:cs typeface="Arial"/>
              </a:defRPr>
            </a:lvl2pPr>
            <a:lvl3pPr>
              <a:defRPr sz="1950" b="1" i="0">
                <a:solidFill>
                  <a:srgbClr val="E3F5DA"/>
                </a:solidFill>
                <a:latin typeface="Arial"/>
                <a:ea typeface="Arial"/>
                <a:cs typeface="Arial"/>
              </a:defRPr>
            </a:lvl3pPr>
            <a:lvl4pPr>
              <a:defRPr sz="1950" b="1" i="0">
                <a:solidFill>
                  <a:srgbClr val="E3F5DA"/>
                </a:solidFill>
                <a:latin typeface="Arial"/>
                <a:ea typeface="Arial"/>
                <a:cs typeface="Arial"/>
              </a:defRPr>
            </a:lvl4pPr>
            <a:lvl5pPr>
              <a:defRPr sz="1950" b="1" i="0">
                <a:solidFill>
                  <a:srgbClr val="E3F5DA"/>
                </a:solidFill>
                <a:latin typeface="Arial"/>
                <a:ea typeface="Arial"/>
                <a:cs typeface="Arial"/>
              </a:defRPr>
            </a:lvl5pPr>
            <a:lvl6pPr>
              <a:defRPr sz="1950" b="1" i="0">
                <a:solidFill>
                  <a:srgbClr val="E3F5DA"/>
                </a:solidFill>
                <a:latin typeface="Arial"/>
                <a:ea typeface="Arial"/>
                <a:cs typeface="Arial"/>
              </a:defRPr>
            </a:lvl6pPr>
            <a:lvl7pPr>
              <a:defRPr sz="1950" b="1" i="0">
                <a:solidFill>
                  <a:srgbClr val="E3F5DA"/>
                </a:solidFill>
                <a:latin typeface="Arial"/>
                <a:ea typeface="Arial"/>
                <a:cs typeface="Arial"/>
              </a:defRPr>
            </a:lvl7pPr>
            <a:lvl8pPr>
              <a:defRPr sz="1950" b="1" i="0">
                <a:solidFill>
                  <a:srgbClr val="E3F5DA"/>
                </a:solidFill>
                <a:latin typeface="Arial"/>
                <a:ea typeface="Arial"/>
                <a:cs typeface="Arial"/>
              </a:defRPr>
            </a:lvl8pPr>
            <a:lvl9pPr>
              <a:defRPr sz="1950" b="1" i="0">
                <a:solidFill>
                  <a:srgbClr val="E3F5DA"/>
                </a:solidFill>
                <a:latin typeface="Arial"/>
                <a:ea typeface="Arial"/>
                <a:cs typeface="Arial"/>
              </a:defRPr>
            </a:lvl9pPr>
          </a:lstStyle>
          <a:p xmlns:a="http://schemas.openxmlformats.org/drawingml/2006/main">
            <a:pPr>
              <a:defRPr sz="1950" b="1" i="0">
                <a:solidFill>
                  <a:srgbClr val="E3F5DA"/>
                </a:solidFill>
                <a:latin typeface="Arial"/>
                <a:ea typeface="Arial"/>
                <a:cs typeface="Arial"/>
              </a:defRPr>
            </a:pPr>
            <a:r>
              <a:rPr sz="1950" b="1" i="0">
                <a:solidFill>
                  <a:srgbClr val="E3F5DA"/>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E42627EA-8659-4EA4-A139-F20D38E163B8}"/>
              </a:ext>
            </a:extLst>
          </p:cNvPr>
          <p:cNvSpPr>
            <a:spLocks xmlns:a="http://schemas.openxmlformats.org/drawingml/2006/main" noGrp="1"/>
          </p:cNvSpPr>
          <p:nvPr/>
        </p:nvSpPr>
        <p:spPr>
          <a:xfrm xmlns:a="http://schemas.openxmlformats.org/drawingml/2006/main">
            <a:off x="762000" y="22479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050" b="1" i="0">
                <a:solidFill>
                  <a:srgbClr val="FFFFFF"/>
                </a:solidFill>
                <a:latin typeface="Arial"/>
                <a:ea typeface="Arial"/>
                <a:cs typeface="Arial"/>
              </a:defRPr>
            </a:defPPr>
            <a:lvl1pPr>
              <a:defRPr sz="4050" b="1" i="0">
                <a:solidFill>
                  <a:srgbClr val="FFFFFF"/>
                </a:solidFill>
                <a:latin typeface="Arial"/>
                <a:ea typeface="Arial"/>
                <a:cs typeface="Arial"/>
              </a:defRPr>
            </a:lvl1pPr>
            <a:lvl2pPr>
              <a:defRPr sz="4050" b="1" i="0">
                <a:solidFill>
                  <a:srgbClr val="FFFFFF"/>
                </a:solidFill>
                <a:latin typeface="Arial"/>
                <a:ea typeface="Arial"/>
                <a:cs typeface="Arial"/>
              </a:defRPr>
            </a:lvl2pPr>
            <a:lvl3pPr>
              <a:defRPr sz="4050" b="1" i="0">
                <a:solidFill>
                  <a:srgbClr val="FFFFFF"/>
                </a:solidFill>
                <a:latin typeface="Arial"/>
                <a:ea typeface="Arial"/>
                <a:cs typeface="Arial"/>
              </a:defRPr>
            </a:lvl3pPr>
            <a:lvl4pPr>
              <a:defRPr sz="4050" b="1" i="0">
                <a:solidFill>
                  <a:srgbClr val="FFFFFF"/>
                </a:solidFill>
                <a:latin typeface="Arial"/>
                <a:ea typeface="Arial"/>
                <a:cs typeface="Arial"/>
              </a:defRPr>
            </a:lvl4pPr>
            <a:lvl5pPr>
              <a:defRPr sz="4050" b="1" i="0">
                <a:solidFill>
                  <a:srgbClr val="FFFFFF"/>
                </a:solidFill>
                <a:latin typeface="Arial"/>
                <a:ea typeface="Arial"/>
                <a:cs typeface="Arial"/>
              </a:defRPr>
            </a:lvl5pPr>
            <a:lvl6pPr>
              <a:defRPr sz="4050" b="1" i="0">
                <a:solidFill>
                  <a:srgbClr val="FFFFFF"/>
                </a:solidFill>
                <a:latin typeface="Arial"/>
                <a:ea typeface="Arial"/>
                <a:cs typeface="Arial"/>
              </a:defRPr>
            </a:lvl6pPr>
            <a:lvl7pPr>
              <a:defRPr sz="4050" b="1" i="0">
                <a:solidFill>
                  <a:srgbClr val="FFFFFF"/>
                </a:solidFill>
                <a:latin typeface="Arial"/>
                <a:ea typeface="Arial"/>
                <a:cs typeface="Arial"/>
              </a:defRPr>
            </a:lvl7pPr>
            <a:lvl8pPr>
              <a:defRPr sz="4050" b="1" i="0">
                <a:solidFill>
                  <a:srgbClr val="FFFFFF"/>
                </a:solidFill>
                <a:latin typeface="Arial"/>
                <a:ea typeface="Arial"/>
                <a:cs typeface="Arial"/>
              </a:defRPr>
            </a:lvl8pPr>
            <a:lvl9pPr>
              <a:defRPr sz="4050" b="1" i="0">
                <a:solidFill>
                  <a:srgbClr val="FFFFFF"/>
                </a:solidFill>
                <a:latin typeface="Arial"/>
                <a:ea typeface="Arial"/>
                <a:cs typeface="Arial"/>
              </a:defRPr>
            </a:lvl9pPr>
          </a:lstStyle>
          <a:p xmlns:a="http://schemas.openxmlformats.org/drawingml/2006/main">
            <a:pPr>
              <a:defRPr sz="4050" b="1" i="0">
                <a:solidFill>
                  <a:srgbClr val="FFFFFF"/>
                </a:solidFill>
                <a:latin typeface="Arial"/>
                <a:ea typeface="Arial"/>
                <a:cs typeface="Arial"/>
              </a:defRPr>
            </a:pPr>
            <a:r>
              <a:rPr sz="4050" b="1" i="0">
                <a:solidFill>
                  <a:srgbClr val="FFFFFF"/>
                </a:solidFill>
                <a:latin typeface="Arial"/>
                <a:ea typeface="Arial"/>
                <a:cs typeface="Arial"/>
              </a:rPr>
              <a:t>Functions and decomposition</a:t>
            </a:r>
          </a:p>
        </p:txBody>
      </p:sp>
      <p:sp>
        <p:nvSpPr>
          <p:cNvPr id="3" name="">
            <a:extLst xmlns:a="http://schemas.openxmlformats.org/drawingml/2006/main">
              <a:ext uri="{FF2B5EF4-FFF2-40B4-BE49-F238E27FC236}">
                <a16:creationId xmlns:a16="http://schemas.microsoft.com/office/drawing/2014/main" id="{7B14EF64-B94C-4966-9E59-1F281A53CAF7}"/>
              </a:ext>
            </a:extLst>
          </p:cNvPr>
          <p:cNvSpPr>
            <a:spLocks xmlns:a="http://schemas.openxmlformats.org/drawingml/2006/main" noGrp="1"/>
          </p:cNvSpPr>
          <p:nvPr/>
        </p:nvSpPr>
        <p:spPr>
          <a:xfrm xmlns:a="http://schemas.openxmlformats.org/drawingml/2006/main">
            <a:off x="762000" y="3390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i="0">
                <a:solidFill>
                  <a:srgbClr val="FFFFFF"/>
                </a:solidFill>
                <a:latin typeface="Arial"/>
                <a:ea typeface="Arial"/>
                <a:cs typeface="Arial"/>
              </a:defRPr>
            </a:defPPr>
            <a:lvl1pPr>
              <a:defRPr sz="2325" b="0" i="0">
                <a:solidFill>
                  <a:srgbClr val="FFFFFF"/>
                </a:solidFill>
                <a:latin typeface="Arial"/>
                <a:ea typeface="Arial"/>
                <a:cs typeface="Arial"/>
              </a:defRPr>
            </a:lvl1pPr>
            <a:lvl2pPr>
              <a:defRPr sz="2325" b="0" i="0">
                <a:solidFill>
                  <a:srgbClr val="FFFFFF"/>
                </a:solidFill>
                <a:latin typeface="Arial"/>
                <a:ea typeface="Arial"/>
                <a:cs typeface="Arial"/>
              </a:defRPr>
            </a:lvl2pPr>
            <a:lvl3pPr>
              <a:defRPr sz="2325" b="0" i="0">
                <a:solidFill>
                  <a:srgbClr val="FFFFFF"/>
                </a:solidFill>
                <a:latin typeface="Arial"/>
                <a:ea typeface="Arial"/>
                <a:cs typeface="Arial"/>
              </a:defRPr>
            </a:lvl3pPr>
            <a:lvl4pPr>
              <a:defRPr sz="2325" b="0" i="0">
                <a:solidFill>
                  <a:srgbClr val="FFFFFF"/>
                </a:solidFill>
                <a:latin typeface="Arial"/>
                <a:ea typeface="Arial"/>
                <a:cs typeface="Arial"/>
              </a:defRPr>
            </a:lvl4pPr>
            <a:lvl5pPr>
              <a:defRPr sz="2325" b="0" i="0">
                <a:solidFill>
                  <a:srgbClr val="FFFFFF"/>
                </a:solidFill>
                <a:latin typeface="Arial"/>
                <a:ea typeface="Arial"/>
                <a:cs typeface="Arial"/>
              </a:defRPr>
            </a:lvl5pPr>
            <a:lvl6pPr>
              <a:defRPr sz="2325" b="0" i="0">
                <a:solidFill>
                  <a:srgbClr val="FFFFFF"/>
                </a:solidFill>
                <a:latin typeface="Arial"/>
                <a:ea typeface="Arial"/>
                <a:cs typeface="Arial"/>
              </a:defRPr>
            </a:lvl6pPr>
            <a:lvl7pPr>
              <a:defRPr sz="2325" b="0" i="0">
                <a:solidFill>
                  <a:srgbClr val="FFFFFF"/>
                </a:solidFill>
                <a:latin typeface="Arial"/>
                <a:ea typeface="Arial"/>
                <a:cs typeface="Arial"/>
              </a:defRPr>
            </a:lvl7pPr>
            <a:lvl8pPr>
              <a:defRPr sz="2325" b="0" i="0">
                <a:solidFill>
                  <a:srgbClr val="FFFFFF"/>
                </a:solidFill>
                <a:latin typeface="Arial"/>
                <a:ea typeface="Arial"/>
                <a:cs typeface="Arial"/>
              </a:defRPr>
            </a:lvl8pPr>
            <a:lvl9pPr>
              <a:defRPr sz="2325" b="0" i="0">
                <a:solidFill>
                  <a:srgbClr val="FFFFFF"/>
                </a:solidFill>
                <a:latin typeface="Arial"/>
                <a:ea typeface="Arial"/>
                <a:cs typeface="Arial"/>
              </a:defRPr>
            </a:lvl9pPr>
          </a:lstStyle>
          <a:p xmlns:a="http://schemas.openxmlformats.org/drawingml/2006/main">
            <a:pPr>
              <a:defRPr sz="2325" b="0" i="0">
                <a:solidFill>
                  <a:srgbClr val="FFFFFF"/>
                </a:solidFill>
                <a:latin typeface="Arial"/>
                <a:ea typeface="Arial"/>
                <a:cs typeface="Arial"/>
              </a:defRPr>
            </a:pPr>
            <a:r>
              <a:rPr sz="2325" b="0" i="0">
                <a:solidFill>
                  <a:srgbClr val="FFFFFF"/>
                </a:solidFill>
                <a:latin typeface="Arial"/>
                <a:ea typeface="Arial"/>
                <a:cs typeface="Arial"/>
              </a:rPr>
              <a:t>Give each part of the program one clear job.</a:t>
            </a:r>
          </a:p>
        </p:txBody>
      </p:sp>
    </p:spTree>
    <p:extLst>
      <p:ext uri="{BB962C8B-B14F-4D97-AF65-F5344CB8AC3E}">
        <p14:creationId xmlns:p14="http://schemas.microsoft.com/office/powerpoint/2010/main" val="62131542"/>
      </p:ext>
    </p:extLst>
  </p:cSld>
</p:sld>
</file>

<file path=ppt/slides/slide23.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60CABB-BEA7-4360-8384-B07F9AF2E18A}"/>
              </a:ext>
            </a:extLst>
          </p:cNvPr>
          <p:cNvSpPr>
            <a:spLocks xmlns:a="http://schemas.openxmlformats.org/drawingml/2006/main" noGrp="1"/>
          </p:cNvSpPr>
          <p:nvPr/>
        </p:nvSpPr>
        <p:spPr>
          <a:xfrm xmlns:a="http://schemas.openxmlformats.org/drawingml/2006/main">
            <a:off x="685800" y="438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FFFFFF"/>
                </a:solidFill>
                <a:latin typeface="Arial"/>
                <a:ea typeface="Arial"/>
                <a:cs typeface="Arial"/>
              </a:defRPr>
            </a:defPPr>
            <a:lvl1pPr>
              <a:defRPr sz="3000" b="1" i="0">
                <a:solidFill>
                  <a:srgbClr val="FFFFFF"/>
                </a:solidFill>
                <a:latin typeface="Arial"/>
                <a:ea typeface="Arial"/>
                <a:cs typeface="Arial"/>
              </a:defRPr>
            </a:lvl1pPr>
            <a:lvl2pPr>
              <a:defRPr sz="3000" b="1" i="0">
                <a:solidFill>
                  <a:srgbClr val="FFFFFF"/>
                </a:solidFill>
                <a:latin typeface="Arial"/>
                <a:ea typeface="Arial"/>
                <a:cs typeface="Arial"/>
              </a:defRPr>
            </a:lvl2pPr>
            <a:lvl3pPr>
              <a:defRPr sz="3000" b="1" i="0">
                <a:solidFill>
                  <a:srgbClr val="FFFFFF"/>
                </a:solidFill>
                <a:latin typeface="Arial"/>
                <a:ea typeface="Arial"/>
                <a:cs typeface="Arial"/>
              </a:defRPr>
            </a:lvl3pPr>
            <a:lvl4pPr>
              <a:defRPr sz="3000" b="1" i="0">
                <a:solidFill>
                  <a:srgbClr val="FFFFFF"/>
                </a:solidFill>
                <a:latin typeface="Arial"/>
                <a:ea typeface="Arial"/>
                <a:cs typeface="Arial"/>
              </a:defRPr>
            </a:lvl4pPr>
            <a:lvl5pPr>
              <a:defRPr sz="3000" b="1" i="0">
                <a:solidFill>
                  <a:srgbClr val="FFFFFF"/>
                </a:solidFill>
                <a:latin typeface="Arial"/>
                <a:ea typeface="Arial"/>
                <a:cs typeface="Arial"/>
              </a:defRPr>
            </a:lvl5pPr>
            <a:lvl6pPr>
              <a:defRPr sz="3000" b="1" i="0">
                <a:solidFill>
                  <a:srgbClr val="FFFFFF"/>
                </a:solidFill>
                <a:latin typeface="Arial"/>
                <a:ea typeface="Arial"/>
                <a:cs typeface="Arial"/>
              </a:defRPr>
            </a:lvl6pPr>
            <a:lvl7pPr>
              <a:defRPr sz="3000" b="1" i="0">
                <a:solidFill>
                  <a:srgbClr val="FFFFFF"/>
                </a:solidFill>
                <a:latin typeface="Arial"/>
                <a:ea typeface="Arial"/>
                <a:cs typeface="Arial"/>
              </a:defRPr>
            </a:lvl7pPr>
            <a:lvl8pPr>
              <a:defRPr sz="3000" b="1" i="0">
                <a:solidFill>
                  <a:srgbClr val="FFFFFF"/>
                </a:solidFill>
                <a:latin typeface="Arial"/>
                <a:ea typeface="Arial"/>
                <a:cs typeface="Arial"/>
              </a:defRPr>
            </a:lvl8pPr>
            <a:lvl9pPr>
              <a:defRPr sz="3000" b="1" i="0">
                <a:solidFill>
                  <a:srgbClr val="FFFFFF"/>
                </a:solidFill>
                <a:latin typeface="Arial"/>
                <a:ea typeface="Arial"/>
                <a:cs typeface="Arial"/>
              </a:defRPr>
            </a:lvl9pPr>
          </a:lstStyle>
          <a:p xmlns:a="http://schemas.openxmlformats.org/drawingml/2006/main">
            <a:pPr>
              <a:defRPr sz="3000" b="1" i="0">
                <a:solidFill>
                  <a:srgbClr val="FFFFFF"/>
                </a:solidFill>
                <a:latin typeface="Arial"/>
                <a:ea typeface="Arial"/>
                <a:cs typeface="Arial"/>
              </a:defRPr>
            </a:pPr>
            <a:r>
              <a:rPr sz="3000" b="1" i="0">
                <a:solidFill>
                  <a:srgbClr val="FFFFFF"/>
                </a:solidFill>
                <a:latin typeface="Arial"/>
                <a:ea typeface="Arial"/>
                <a:cs typeface="Arial"/>
              </a:rPr>
              <a:t>Function anatomy</a:t>
            </a:r>
          </a:p>
        </p:txBody>
      </p:sp>
      <p:sp>
        <p:nvSpPr>
          <p:cNvPr id="2" name="">
            <a:extLst xmlns:a="http://schemas.openxmlformats.org/drawingml/2006/main">
              <a:ext uri="{FF2B5EF4-FFF2-40B4-BE49-F238E27FC236}">
                <a16:creationId xmlns:a16="http://schemas.microsoft.com/office/drawing/2014/main" id="{5CF9017A-7275-496B-8E27-E7468ABBA9C1}"/>
              </a:ext>
            </a:extLst>
          </p:cNvPr>
          <p:cNvSpPr>
            <a:spLocks xmlns:a="http://schemas.openxmlformats.org/drawingml/2006/main" noGrp="1"/>
          </p:cNvSpPr>
          <p:nvPr/>
        </p:nvSpPr>
        <p:spPr>
          <a:xfrm xmlns:a="http://schemas.openxmlformats.org/drawingml/2006/main">
            <a:off x="781050" y="1466850"/>
            <a:ext cx="6858000" cy="3905250"/>
          </a:xfrm>
          <a:prstGeom xmlns:a="http://schemas.openxmlformats.org/drawingml/2006/main" prst="roundRect">
            <a:avLst>
              <a:gd name="adj" fmla="val 1951"/>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325" b="0" i="0">
                <a:solidFill>
                  <a:srgbClr val="D9F2CF"/>
                </a:solidFill>
                <a:latin typeface="Consolas"/>
                <a:ea typeface="Consolas"/>
                <a:cs typeface="Consolas"/>
              </a:defRPr>
            </a:defPPr>
            <a:lvl1pPr>
              <a:defRPr sz="2325" b="0" i="0">
                <a:solidFill>
                  <a:srgbClr val="D9F2CF"/>
                </a:solidFill>
                <a:latin typeface="Consolas"/>
                <a:ea typeface="Consolas"/>
                <a:cs typeface="Consolas"/>
              </a:defRPr>
            </a:lvl1pPr>
            <a:lvl2pPr>
              <a:defRPr sz="2325" b="0" i="0">
                <a:solidFill>
                  <a:srgbClr val="D9F2CF"/>
                </a:solidFill>
                <a:latin typeface="Consolas"/>
                <a:ea typeface="Consolas"/>
                <a:cs typeface="Consolas"/>
              </a:defRPr>
            </a:lvl2pPr>
            <a:lvl3pPr>
              <a:defRPr sz="2325" b="0" i="0">
                <a:solidFill>
                  <a:srgbClr val="D9F2CF"/>
                </a:solidFill>
                <a:latin typeface="Consolas"/>
                <a:ea typeface="Consolas"/>
                <a:cs typeface="Consolas"/>
              </a:defRPr>
            </a:lvl3pPr>
            <a:lvl4pPr>
              <a:defRPr sz="2325" b="0" i="0">
                <a:solidFill>
                  <a:srgbClr val="D9F2CF"/>
                </a:solidFill>
                <a:latin typeface="Consolas"/>
                <a:ea typeface="Consolas"/>
                <a:cs typeface="Consolas"/>
              </a:defRPr>
            </a:lvl4pPr>
            <a:lvl5pPr>
              <a:defRPr sz="2325" b="0" i="0">
                <a:solidFill>
                  <a:srgbClr val="D9F2CF"/>
                </a:solidFill>
                <a:latin typeface="Consolas"/>
                <a:ea typeface="Consolas"/>
                <a:cs typeface="Consolas"/>
              </a:defRPr>
            </a:lvl5pPr>
            <a:lvl6pPr>
              <a:defRPr sz="2325" b="0" i="0">
                <a:solidFill>
                  <a:srgbClr val="D9F2CF"/>
                </a:solidFill>
                <a:latin typeface="Consolas"/>
                <a:ea typeface="Consolas"/>
                <a:cs typeface="Consolas"/>
              </a:defRPr>
            </a:lvl6pPr>
            <a:lvl7pPr>
              <a:defRPr sz="2325" b="0" i="0">
                <a:solidFill>
                  <a:srgbClr val="D9F2CF"/>
                </a:solidFill>
                <a:latin typeface="Consolas"/>
                <a:ea typeface="Consolas"/>
                <a:cs typeface="Consolas"/>
              </a:defRPr>
            </a:lvl7pPr>
            <a:lvl8pPr>
              <a:defRPr sz="2325" b="0" i="0">
                <a:solidFill>
                  <a:srgbClr val="D9F2CF"/>
                </a:solidFill>
                <a:latin typeface="Consolas"/>
                <a:ea typeface="Consolas"/>
                <a:cs typeface="Consolas"/>
              </a:defRPr>
            </a:lvl8pPr>
            <a:lvl9pPr>
              <a:defRPr sz="2325" b="0" i="0">
                <a:solidFill>
                  <a:srgbClr val="D9F2CF"/>
                </a:solidFill>
                <a:latin typeface="Consolas"/>
                <a:ea typeface="Consolas"/>
                <a:cs typeface="Consolas"/>
              </a:defRPr>
            </a:lvl9pPr>
          </a:lstStyle>
          <a:p xmlns:a="http://schemas.openxmlformats.org/drawingml/2006/main">
            <a:pPr>
              <a:defRPr sz="2325" b="0" i="0">
                <a:solidFill>
                  <a:srgbClr val="D9F2CF"/>
                </a:solidFill>
                <a:latin typeface="Consolas"/>
                <a:ea typeface="Consolas"/>
                <a:cs typeface="Consolas"/>
              </a:defRPr>
            </a:pPr>
            <a:r>
              <a:rPr sz="2325" b="0" i="0">
                <a:solidFill>
                  <a:srgbClr val="D9F2CF"/>
                </a:solidFill>
                <a:latin typeface="Consolas"/>
                <a:ea typeface="Consolas"/>
                <a:cs typeface="Consolas"/>
              </a:rPr>
              <a:t>def double_score(score):</a:t>
            </a:r>
          </a:p>
          <a:p xmlns:a="http://schemas.openxmlformats.org/drawingml/2006/main">
            <a:pPr>
              <a:defRPr sz="2325" b="0" i="0">
                <a:solidFill>
                  <a:srgbClr val="D9F2CF"/>
                </a:solidFill>
                <a:latin typeface="Consolas"/>
                <a:ea typeface="Consolas"/>
                <a:cs typeface="Consolas"/>
              </a:defRPr>
            </a:pPr>
            <a:r>
              <a:rPr sz="2325" b="0" i="0">
                <a:solidFill>
                  <a:srgbClr val="D9F2CF"/>
                </a:solidFill>
                <a:latin typeface="Consolas"/>
                <a:ea typeface="Consolas"/>
                <a:cs typeface="Consolas"/>
              </a:rPr>
              <a:t>    result = score * 2</a:t>
            </a:r>
          </a:p>
          <a:p xmlns:a="http://schemas.openxmlformats.org/drawingml/2006/main">
            <a:pPr>
              <a:defRPr sz="2325" b="0" i="0">
                <a:solidFill>
                  <a:srgbClr val="D9F2CF"/>
                </a:solidFill>
                <a:latin typeface="Consolas"/>
                <a:ea typeface="Consolas"/>
                <a:cs typeface="Consolas"/>
              </a:defRPr>
            </a:pPr>
            <a:r>
              <a:rPr sz="2325" b="0" i="0">
                <a:solidFill>
                  <a:srgbClr val="D9F2CF"/>
                </a:solidFill>
                <a:latin typeface="Consolas"/>
                <a:ea typeface="Consolas"/>
                <a:cs typeface="Consolas"/>
              </a:rPr>
              <a:t>    return result</a:t>
            </a:r>
          </a:p>
          <a:p xmlns:a="http://schemas.openxmlformats.org/drawingml/2006/main">
            <a:r>
              <a:t/>
            </a:r>
          </a:p>
          <a:p xmlns:a="http://schemas.openxmlformats.org/drawingml/2006/main">
            <a:pPr>
              <a:defRPr sz="2325" b="0" i="0">
                <a:solidFill>
                  <a:srgbClr val="D9F2CF"/>
                </a:solidFill>
                <a:latin typeface="Consolas"/>
                <a:ea typeface="Consolas"/>
                <a:cs typeface="Consolas"/>
              </a:defRPr>
            </a:pPr>
            <a:r>
              <a:rPr sz="2325" b="0" i="0">
                <a:solidFill>
                  <a:srgbClr val="D9F2CF"/>
                </a:solidFill>
                <a:latin typeface="Consolas"/>
                <a:ea typeface="Consolas"/>
                <a:cs typeface="Consolas"/>
              </a:rPr>
              <a:t>new_score = double_score(7)</a:t>
            </a:r>
          </a:p>
          <a:p xmlns:a="http://schemas.openxmlformats.org/drawingml/2006/main">
            <a:pPr>
              <a:defRPr sz="2325" b="0" i="0">
                <a:solidFill>
                  <a:srgbClr val="D9F2CF"/>
                </a:solidFill>
                <a:latin typeface="Consolas"/>
                <a:ea typeface="Consolas"/>
                <a:cs typeface="Consolas"/>
              </a:defRPr>
            </a:pPr>
            <a:r>
              <a:rPr sz="2325" b="0" i="0">
                <a:solidFill>
                  <a:srgbClr val="D9F2CF"/>
                </a:solidFill>
                <a:latin typeface="Consolas"/>
                <a:ea typeface="Consolas"/>
                <a:cs typeface="Consolas"/>
              </a:rPr>
              <a:t>print(new_score)</a:t>
            </a:r>
          </a:p>
        </p:txBody>
      </p:sp>
      <p:sp>
        <p:nvSpPr>
          <p:cNvPr id="3" name="">
            <a:extLst xmlns:a="http://schemas.openxmlformats.org/drawingml/2006/main">
              <a:ext uri="{FF2B5EF4-FFF2-40B4-BE49-F238E27FC236}">
                <a16:creationId xmlns:a16="http://schemas.microsoft.com/office/drawing/2014/main" id="{155E2410-9462-44A9-9160-F17131E3F9A6}"/>
              </a:ext>
            </a:extLst>
          </p:cNvPr>
          <p:cNvSpPr>
            <a:spLocks xmlns:a="http://schemas.openxmlformats.org/drawingml/2006/main" noGrp="1"/>
          </p:cNvSpPr>
          <p:nvPr/>
        </p:nvSpPr>
        <p:spPr>
          <a:xfrm xmlns:a="http://schemas.openxmlformats.org/drawingml/2006/main">
            <a:off x="8286750" y="16383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FFB1AD"/>
                </a:solidFill>
                <a:latin typeface="Arial"/>
                <a:ea typeface="Arial"/>
                <a:cs typeface="Arial"/>
              </a:defRPr>
            </a:defPPr>
            <a:lvl1pPr>
              <a:defRPr sz="1875" b="1" i="0">
                <a:solidFill>
                  <a:srgbClr val="FFB1AD"/>
                </a:solidFill>
                <a:latin typeface="Arial"/>
                <a:ea typeface="Arial"/>
                <a:cs typeface="Arial"/>
              </a:defRPr>
            </a:lvl1pPr>
            <a:lvl2pPr>
              <a:defRPr sz="1875" b="1" i="0">
                <a:solidFill>
                  <a:srgbClr val="FFB1AD"/>
                </a:solidFill>
                <a:latin typeface="Arial"/>
                <a:ea typeface="Arial"/>
                <a:cs typeface="Arial"/>
              </a:defRPr>
            </a:lvl2pPr>
            <a:lvl3pPr>
              <a:defRPr sz="1875" b="1" i="0">
                <a:solidFill>
                  <a:srgbClr val="FFB1AD"/>
                </a:solidFill>
                <a:latin typeface="Arial"/>
                <a:ea typeface="Arial"/>
                <a:cs typeface="Arial"/>
              </a:defRPr>
            </a:lvl3pPr>
            <a:lvl4pPr>
              <a:defRPr sz="1875" b="1" i="0">
                <a:solidFill>
                  <a:srgbClr val="FFB1AD"/>
                </a:solidFill>
                <a:latin typeface="Arial"/>
                <a:ea typeface="Arial"/>
                <a:cs typeface="Arial"/>
              </a:defRPr>
            </a:lvl4pPr>
            <a:lvl5pPr>
              <a:defRPr sz="1875" b="1" i="0">
                <a:solidFill>
                  <a:srgbClr val="FFB1AD"/>
                </a:solidFill>
                <a:latin typeface="Arial"/>
                <a:ea typeface="Arial"/>
                <a:cs typeface="Arial"/>
              </a:defRPr>
            </a:lvl5pPr>
            <a:lvl6pPr>
              <a:defRPr sz="1875" b="1" i="0">
                <a:solidFill>
                  <a:srgbClr val="FFB1AD"/>
                </a:solidFill>
                <a:latin typeface="Arial"/>
                <a:ea typeface="Arial"/>
                <a:cs typeface="Arial"/>
              </a:defRPr>
            </a:lvl6pPr>
            <a:lvl7pPr>
              <a:defRPr sz="1875" b="1" i="0">
                <a:solidFill>
                  <a:srgbClr val="FFB1AD"/>
                </a:solidFill>
                <a:latin typeface="Arial"/>
                <a:ea typeface="Arial"/>
                <a:cs typeface="Arial"/>
              </a:defRPr>
            </a:lvl7pPr>
            <a:lvl8pPr>
              <a:defRPr sz="1875" b="1" i="0">
                <a:solidFill>
                  <a:srgbClr val="FFB1AD"/>
                </a:solidFill>
                <a:latin typeface="Arial"/>
                <a:ea typeface="Arial"/>
                <a:cs typeface="Arial"/>
              </a:defRPr>
            </a:lvl8pPr>
            <a:lvl9pPr>
              <a:defRPr sz="1875" b="1" i="0">
                <a:solidFill>
                  <a:srgbClr val="FFB1AD"/>
                </a:solidFill>
                <a:latin typeface="Arial"/>
                <a:ea typeface="Arial"/>
                <a:cs typeface="Arial"/>
              </a:defRPr>
            </a:lvl9pPr>
          </a:lstStyle>
          <a:p xmlns:a="http://schemas.openxmlformats.org/drawingml/2006/main">
            <a:pPr>
              <a:defRPr sz="1875" b="1" i="0">
                <a:solidFill>
                  <a:srgbClr val="FFB1AD"/>
                </a:solidFill>
                <a:latin typeface="Arial"/>
                <a:ea typeface="Arial"/>
                <a:cs typeface="Arial"/>
              </a:defRPr>
            </a:pPr>
            <a:r>
              <a:rPr sz="1875" b="1" i="0">
                <a:solidFill>
                  <a:srgbClr val="FFB1AD"/>
                </a:solidFill>
                <a:latin typeface="Arial"/>
                <a:ea typeface="Arial"/>
                <a:cs typeface="Arial"/>
              </a:rPr>
              <a:t>name</a:t>
            </a:r>
          </a:p>
        </p:txBody>
      </p:sp>
      <p:sp>
        <p:nvSpPr>
          <p:cNvPr id="4" name="">
            <a:extLst xmlns:a="http://schemas.openxmlformats.org/drawingml/2006/main">
              <a:ext uri="{FF2B5EF4-FFF2-40B4-BE49-F238E27FC236}">
                <a16:creationId xmlns:a16="http://schemas.microsoft.com/office/drawing/2014/main" id="{076A002E-7751-4EB7-BB48-514570E6601D}"/>
              </a:ext>
            </a:extLst>
          </p:cNvPr>
          <p:cNvSpPr>
            <a:spLocks xmlns:a="http://schemas.openxmlformats.org/drawingml/2006/main" noGrp="1"/>
          </p:cNvSpPr>
          <p:nvPr/>
        </p:nvSpPr>
        <p:spPr>
          <a:xfrm xmlns:a="http://schemas.openxmlformats.org/drawingml/2006/main">
            <a:off x="8286750" y="20574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FFFFFF"/>
                </a:solidFill>
                <a:latin typeface="Arial"/>
                <a:ea typeface="Arial"/>
                <a:cs typeface="Arial"/>
              </a:defRPr>
            </a:defPPr>
            <a:lvl1pPr>
              <a:defRPr sz="1800" b="0" i="0">
                <a:solidFill>
                  <a:srgbClr val="FFFFFF"/>
                </a:solidFill>
                <a:latin typeface="Arial"/>
                <a:ea typeface="Arial"/>
                <a:cs typeface="Arial"/>
              </a:defRPr>
            </a:lvl1pPr>
            <a:lvl2pPr>
              <a:defRPr sz="1800" b="0" i="0">
                <a:solidFill>
                  <a:srgbClr val="FFFFFF"/>
                </a:solidFill>
                <a:latin typeface="Arial"/>
                <a:ea typeface="Arial"/>
                <a:cs typeface="Arial"/>
              </a:defRPr>
            </a:lvl2pPr>
            <a:lvl3pPr>
              <a:defRPr sz="1800" b="0" i="0">
                <a:solidFill>
                  <a:srgbClr val="FFFFFF"/>
                </a:solidFill>
                <a:latin typeface="Arial"/>
                <a:ea typeface="Arial"/>
                <a:cs typeface="Arial"/>
              </a:defRPr>
            </a:lvl3pPr>
            <a:lvl4pPr>
              <a:defRPr sz="1800" b="0" i="0">
                <a:solidFill>
                  <a:srgbClr val="FFFFFF"/>
                </a:solidFill>
                <a:latin typeface="Arial"/>
                <a:ea typeface="Arial"/>
                <a:cs typeface="Arial"/>
              </a:defRPr>
            </a:lvl4pPr>
            <a:lvl5pPr>
              <a:defRPr sz="1800" b="0" i="0">
                <a:solidFill>
                  <a:srgbClr val="FFFFFF"/>
                </a:solidFill>
                <a:latin typeface="Arial"/>
                <a:ea typeface="Arial"/>
                <a:cs typeface="Arial"/>
              </a:defRPr>
            </a:lvl5pPr>
            <a:lvl6pPr>
              <a:defRPr sz="1800" b="0" i="0">
                <a:solidFill>
                  <a:srgbClr val="FFFFFF"/>
                </a:solidFill>
                <a:latin typeface="Arial"/>
                <a:ea typeface="Arial"/>
                <a:cs typeface="Arial"/>
              </a:defRPr>
            </a:lvl6pPr>
            <a:lvl7pPr>
              <a:defRPr sz="1800" b="0" i="0">
                <a:solidFill>
                  <a:srgbClr val="FFFFFF"/>
                </a:solidFill>
                <a:latin typeface="Arial"/>
                <a:ea typeface="Arial"/>
                <a:cs typeface="Arial"/>
              </a:defRPr>
            </a:lvl7pPr>
            <a:lvl8pPr>
              <a:defRPr sz="1800" b="0" i="0">
                <a:solidFill>
                  <a:srgbClr val="FFFFFF"/>
                </a:solidFill>
                <a:latin typeface="Arial"/>
                <a:ea typeface="Arial"/>
                <a:cs typeface="Arial"/>
              </a:defRPr>
            </a:lvl8pPr>
            <a:lvl9pPr>
              <a:defRPr sz="1800" b="0" i="0">
                <a:solidFill>
                  <a:srgbClr val="FFFFFF"/>
                </a:solidFill>
                <a:latin typeface="Arial"/>
                <a:ea typeface="Arial"/>
                <a:cs typeface="Arial"/>
              </a:defRPr>
            </a:lvl9pPr>
          </a:lstStyle>
          <a:p xmlns:a="http://schemas.openxmlformats.org/drawingml/2006/main">
            <a:pPr>
              <a:defRPr sz="1800" b="0" i="0">
                <a:solidFill>
                  <a:srgbClr val="FFFFFF"/>
                </a:solidFill>
                <a:latin typeface="Arial"/>
                <a:ea typeface="Arial"/>
                <a:cs typeface="Arial"/>
              </a:defRPr>
            </a:pPr>
            <a:r>
              <a:rPr sz="1800" b="0" i="0">
                <a:solidFill>
                  <a:srgbClr val="FFFFFF"/>
                </a:solidFill>
                <a:latin typeface="Arial"/>
                <a:ea typeface="Arial"/>
                <a:cs typeface="Arial"/>
              </a:rPr>
              <a:t>double_score</a:t>
            </a:r>
          </a:p>
        </p:txBody>
      </p:sp>
      <p:sp>
        <p:nvSpPr>
          <p:cNvPr id="5" name="">
            <a:extLst xmlns:a="http://schemas.openxmlformats.org/drawingml/2006/main">
              <a:ext uri="{FF2B5EF4-FFF2-40B4-BE49-F238E27FC236}">
                <a16:creationId xmlns:a16="http://schemas.microsoft.com/office/drawing/2014/main" id="{BBB109CB-3E24-4356-B3C3-6BE96A0D2C84}"/>
              </a:ext>
            </a:extLst>
          </p:cNvPr>
          <p:cNvSpPr>
            <a:spLocks xmlns:a="http://schemas.openxmlformats.org/drawingml/2006/main" noGrp="1"/>
          </p:cNvSpPr>
          <p:nvPr/>
        </p:nvSpPr>
        <p:spPr>
          <a:xfrm xmlns:a="http://schemas.openxmlformats.org/drawingml/2006/main">
            <a:off x="8286750" y="27432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B9DBA8"/>
                </a:solidFill>
                <a:latin typeface="Arial"/>
                <a:ea typeface="Arial"/>
                <a:cs typeface="Arial"/>
              </a:defRPr>
            </a:defPPr>
            <a:lvl1pPr>
              <a:defRPr sz="1875" b="1" i="0">
                <a:solidFill>
                  <a:srgbClr val="B9DBA8"/>
                </a:solidFill>
                <a:latin typeface="Arial"/>
                <a:ea typeface="Arial"/>
                <a:cs typeface="Arial"/>
              </a:defRPr>
            </a:lvl1pPr>
            <a:lvl2pPr>
              <a:defRPr sz="1875" b="1" i="0">
                <a:solidFill>
                  <a:srgbClr val="B9DBA8"/>
                </a:solidFill>
                <a:latin typeface="Arial"/>
                <a:ea typeface="Arial"/>
                <a:cs typeface="Arial"/>
              </a:defRPr>
            </a:lvl2pPr>
            <a:lvl3pPr>
              <a:defRPr sz="1875" b="1" i="0">
                <a:solidFill>
                  <a:srgbClr val="B9DBA8"/>
                </a:solidFill>
                <a:latin typeface="Arial"/>
                <a:ea typeface="Arial"/>
                <a:cs typeface="Arial"/>
              </a:defRPr>
            </a:lvl3pPr>
            <a:lvl4pPr>
              <a:defRPr sz="1875" b="1" i="0">
                <a:solidFill>
                  <a:srgbClr val="B9DBA8"/>
                </a:solidFill>
                <a:latin typeface="Arial"/>
                <a:ea typeface="Arial"/>
                <a:cs typeface="Arial"/>
              </a:defRPr>
            </a:lvl4pPr>
            <a:lvl5pPr>
              <a:defRPr sz="1875" b="1" i="0">
                <a:solidFill>
                  <a:srgbClr val="B9DBA8"/>
                </a:solidFill>
                <a:latin typeface="Arial"/>
                <a:ea typeface="Arial"/>
                <a:cs typeface="Arial"/>
              </a:defRPr>
            </a:lvl5pPr>
            <a:lvl6pPr>
              <a:defRPr sz="1875" b="1" i="0">
                <a:solidFill>
                  <a:srgbClr val="B9DBA8"/>
                </a:solidFill>
                <a:latin typeface="Arial"/>
                <a:ea typeface="Arial"/>
                <a:cs typeface="Arial"/>
              </a:defRPr>
            </a:lvl6pPr>
            <a:lvl7pPr>
              <a:defRPr sz="1875" b="1" i="0">
                <a:solidFill>
                  <a:srgbClr val="B9DBA8"/>
                </a:solidFill>
                <a:latin typeface="Arial"/>
                <a:ea typeface="Arial"/>
                <a:cs typeface="Arial"/>
              </a:defRPr>
            </a:lvl7pPr>
            <a:lvl8pPr>
              <a:defRPr sz="1875" b="1" i="0">
                <a:solidFill>
                  <a:srgbClr val="B9DBA8"/>
                </a:solidFill>
                <a:latin typeface="Arial"/>
                <a:ea typeface="Arial"/>
                <a:cs typeface="Arial"/>
              </a:defRPr>
            </a:lvl8pPr>
            <a:lvl9pPr>
              <a:defRPr sz="1875" b="1" i="0">
                <a:solidFill>
                  <a:srgbClr val="B9DBA8"/>
                </a:solidFill>
                <a:latin typeface="Arial"/>
                <a:ea typeface="Arial"/>
                <a:cs typeface="Arial"/>
              </a:defRPr>
            </a:lvl9pPr>
          </a:lstStyle>
          <a:p xmlns:a="http://schemas.openxmlformats.org/drawingml/2006/main">
            <a:pPr>
              <a:defRPr sz="1875" b="1" i="0">
                <a:solidFill>
                  <a:srgbClr val="B9DBA8"/>
                </a:solidFill>
                <a:latin typeface="Arial"/>
                <a:ea typeface="Arial"/>
                <a:cs typeface="Arial"/>
              </a:defRPr>
            </a:pPr>
            <a:r>
              <a:rPr sz="1875" b="1" i="0">
                <a:solidFill>
                  <a:srgbClr val="B9DBA8"/>
                </a:solidFill>
                <a:latin typeface="Arial"/>
                <a:ea typeface="Arial"/>
                <a:cs typeface="Arial"/>
              </a:rPr>
              <a:t>parameter</a:t>
            </a:r>
          </a:p>
        </p:txBody>
      </p:sp>
      <p:sp>
        <p:nvSpPr>
          <p:cNvPr id="6" name="">
            <a:extLst xmlns:a="http://schemas.openxmlformats.org/drawingml/2006/main">
              <a:ext uri="{FF2B5EF4-FFF2-40B4-BE49-F238E27FC236}">
                <a16:creationId xmlns:a16="http://schemas.microsoft.com/office/drawing/2014/main" id="{6A14327C-0084-4A80-9B8C-160C10CB5264}"/>
              </a:ext>
            </a:extLst>
          </p:cNvPr>
          <p:cNvSpPr>
            <a:spLocks xmlns:a="http://schemas.openxmlformats.org/drawingml/2006/main" noGrp="1"/>
          </p:cNvSpPr>
          <p:nvPr/>
        </p:nvSpPr>
        <p:spPr>
          <a:xfrm xmlns:a="http://schemas.openxmlformats.org/drawingml/2006/main">
            <a:off x="8286750" y="31623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FFFFFF"/>
                </a:solidFill>
                <a:latin typeface="Arial"/>
                <a:ea typeface="Arial"/>
                <a:cs typeface="Arial"/>
              </a:defRPr>
            </a:defPPr>
            <a:lvl1pPr>
              <a:defRPr sz="1800" b="0" i="0">
                <a:solidFill>
                  <a:srgbClr val="FFFFFF"/>
                </a:solidFill>
                <a:latin typeface="Arial"/>
                <a:ea typeface="Arial"/>
                <a:cs typeface="Arial"/>
              </a:defRPr>
            </a:lvl1pPr>
            <a:lvl2pPr>
              <a:defRPr sz="1800" b="0" i="0">
                <a:solidFill>
                  <a:srgbClr val="FFFFFF"/>
                </a:solidFill>
                <a:latin typeface="Arial"/>
                <a:ea typeface="Arial"/>
                <a:cs typeface="Arial"/>
              </a:defRPr>
            </a:lvl2pPr>
            <a:lvl3pPr>
              <a:defRPr sz="1800" b="0" i="0">
                <a:solidFill>
                  <a:srgbClr val="FFFFFF"/>
                </a:solidFill>
                <a:latin typeface="Arial"/>
                <a:ea typeface="Arial"/>
                <a:cs typeface="Arial"/>
              </a:defRPr>
            </a:lvl3pPr>
            <a:lvl4pPr>
              <a:defRPr sz="1800" b="0" i="0">
                <a:solidFill>
                  <a:srgbClr val="FFFFFF"/>
                </a:solidFill>
                <a:latin typeface="Arial"/>
                <a:ea typeface="Arial"/>
                <a:cs typeface="Arial"/>
              </a:defRPr>
            </a:lvl4pPr>
            <a:lvl5pPr>
              <a:defRPr sz="1800" b="0" i="0">
                <a:solidFill>
                  <a:srgbClr val="FFFFFF"/>
                </a:solidFill>
                <a:latin typeface="Arial"/>
                <a:ea typeface="Arial"/>
                <a:cs typeface="Arial"/>
              </a:defRPr>
            </a:lvl5pPr>
            <a:lvl6pPr>
              <a:defRPr sz="1800" b="0" i="0">
                <a:solidFill>
                  <a:srgbClr val="FFFFFF"/>
                </a:solidFill>
                <a:latin typeface="Arial"/>
                <a:ea typeface="Arial"/>
                <a:cs typeface="Arial"/>
              </a:defRPr>
            </a:lvl6pPr>
            <a:lvl7pPr>
              <a:defRPr sz="1800" b="0" i="0">
                <a:solidFill>
                  <a:srgbClr val="FFFFFF"/>
                </a:solidFill>
                <a:latin typeface="Arial"/>
                <a:ea typeface="Arial"/>
                <a:cs typeface="Arial"/>
              </a:defRPr>
            </a:lvl7pPr>
            <a:lvl8pPr>
              <a:defRPr sz="1800" b="0" i="0">
                <a:solidFill>
                  <a:srgbClr val="FFFFFF"/>
                </a:solidFill>
                <a:latin typeface="Arial"/>
                <a:ea typeface="Arial"/>
                <a:cs typeface="Arial"/>
              </a:defRPr>
            </a:lvl8pPr>
            <a:lvl9pPr>
              <a:defRPr sz="1800" b="0" i="0">
                <a:solidFill>
                  <a:srgbClr val="FFFFFF"/>
                </a:solidFill>
                <a:latin typeface="Arial"/>
                <a:ea typeface="Arial"/>
                <a:cs typeface="Arial"/>
              </a:defRPr>
            </a:lvl9pPr>
          </a:lstStyle>
          <a:p xmlns:a="http://schemas.openxmlformats.org/drawingml/2006/main">
            <a:pPr>
              <a:defRPr sz="1800" b="0" i="0">
                <a:solidFill>
                  <a:srgbClr val="FFFFFF"/>
                </a:solidFill>
                <a:latin typeface="Arial"/>
                <a:ea typeface="Arial"/>
                <a:cs typeface="Arial"/>
              </a:defRPr>
            </a:pPr>
            <a:r>
              <a:rPr sz="1800" b="0" i="0">
                <a:solidFill>
                  <a:srgbClr val="FFFFFF"/>
                </a:solidFill>
                <a:latin typeface="Arial"/>
                <a:ea typeface="Arial"/>
                <a:cs typeface="Arial"/>
              </a:rPr>
              <a:t>score</a:t>
            </a:r>
          </a:p>
        </p:txBody>
      </p:sp>
      <p:sp>
        <p:nvSpPr>
          <p:cNvPr id="7" name="">
            <a:extLst xmlns:a="http://schemas.openxmlformats.org/drawingml/2006/main">
              <a:ext uri="{FF2B5EF4-FFF2-40B4-BE49-F238E27FC236}">
                <a16:creationId xmlns:a16="http://schemas.microsoft.com/office/drawing/2014/main" id="{F03FDCC0-3C00-4DF0-8574-08CC45609327}"/>
              </a:ext>
            </a:extLst>
          </p:cNvPr>
          <p:cNvSpPr>
            <a:spLocks xmlns:a="http://schemas.openxmlformats.org/drawingml/2006/main" noGrp="1"/>
          </p:cNvSpPr>
          <p:nvPr/>
        </p:nvSpPr>
        <p:spPr>
          <a:xfrm xmlns:a="http://schemas.openxmlformats.org/drawingml/2006/main">
            <a:off x="8286750" y="3848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9FD5E6"/>
                </a:solidFill>
                <a:latin typeface="Arial"/>
                <a:ea typeface="Arial"/>
                <a:cs typeface="Arial"/>
              </a:defRPr>
            </a:defPPr>
            <a:lvl1pPr>
              <a:defRPr sz="1875" b="1" i="0">
                <a:solidFill>
                  <a:srgbClr val="9FD5E6"/>
                </a:solidFill>
                <a:latin typeface="Arial"/>
                <a:ea typeface="Arial"/>
                <a:cs typeface="Arial"/>
              </a:defRPr>
            </a:lvl1pPr>
            <a:lvl2pPr>
              <a:defRPr sz="1875" b="1" i="0">
                <a:solidFill>
                  <a:srgbClr val="9FD5E6"/>
                </a:solidFill>
                <a:latin typeface="Arial"/>
                <a:ea typeface="Arial"/>
                <a:cs typeface="Arial"/>
              </a:defRPr>
            </a:lvl2pPr>
            <a:lvl3pPr>
              <a:defRPr sz="1875" b="1" i="0">
                <a:solidFill>
                  <a:srgbClr val="9FD5E6"/>
                </a:solidFill>
                <a:latin typeface="Arial"/>
                <a:ea typeface="Arial"/>
                <a:cs typeface="Arial"/>
              </a:defRPr>
            </a:lvl3pPr>
            <a:lvl4pPr>
              <a:defRPr sz="1875" b="1" i="0">
                <a:solidFill>
                  <a:srgbClr val="9FD5E6"/>
                </a:solidFill>
                <a:latin typeface="Arial"/>
                <a:ea typeface="Arial"/>
                <a:cs typeface="Arial"/>
              </a:defRPr>
            </a:lvl4pPr>
            <a:lvl5pPr>
              <a:defRPr sz="1875" b="1" i="0">
                <a:solidFill>
                  <a:srgbClr val="9FD5E6"/>
                </a:solidFill>
                <a:latin typeface="Arial"/>
                <a:ea typeface="Arial"/>
                <a:cs typeface="Arial"/>
              </a:defRPr>
            </a:lvl5pPr>
            <a:lvl6pPr>
              <a:defRPr sz="1875" b="1" i="0">
                <a:solidFill>
                  <a:srgbClr val="9FD5E6"/>
                </a:solidFill>
                <a:latin typeface="Arial"/>
                <a:ea typeface="Arial"/>
                <a:cs typeface="Arial"/>
              </a:defRPr>
            </a:lvl6pPr>
            <a:lvl7pPr>
              <a:defRPr sz="1875" b="1" i="0">
                <a:solidFill>
                  <a:srgbClr val="9FD5E6"/>
                </a:solidFill>
                <a:latin typeface="Arial"/>
                <a:ea typeface="Arial"/>
                <a:cs typeface="Arial"/>
              </a:defRPr>
            </a:lvl7pPr>
            <a:lvl8pPr>
              <a:defRPr sz="1875" b="1" i="0">
                <a:solidFill>
                  <a:srgbClr val="9FD5E6"/>
                </a:solidFill>
                <a:latin typeface="Arial"/>
                <a:ea typeface="Arial"/>
                <a:cs typeface="Arial"/>
              </a:defRPr>
            </a:lvl8pPr>
            <a:lvl9pPr>
              <a:defRPr sz="1875" b="1" i="0">
                <a:solidFill>
                  <a:srgbClr val="9FD5E6"/>
                </a:solidFill>
                <a:latin typeface="Arial"/>
                <a:ea typeface="Arial"/>
                <a:cs typeface="Arial"/>
              </a:defRPr>
            </a:lvl9pPr>
          </a:lstStyle>
          <a:p xmlns:a="http://schemas.openxmlformats.org/drawingml/2006/main">
            <a:pPr>
              <a:defRPr sz="1875" b="1" i="0">
                <a:solidFill>
                  <a:srgbClr val="9FD5E6"/>
                </a:solidFill>
                <a:latin typeface="Arial"/>
                <a:ea typeface="Arial"/>
                <a:cs typeface="Arial"/>
              </a:defRPr>
            </a:pPr>
            <a:r>
              <a:rPr sz="1875" b="1" i="0">
                <a:solidFill>
                  <a:srgbClr val="9FD5E6"/>
                </a:solidFill>
                <a:latin typeface="Arial"/>
                <a:ea typeface="Arial"/>
                <a:cs typeface="Arial"/>
              </a:rPr>
              <a:t>return value</a:t>
            </a:r>
          </a:p>
        </p:txBody>
      </p:sp>
      <p:sp>
        <p:nvSpPr>
          <p:cNvPr id="8" name="">
            <a:extLst xmlns:a="http://schemas.openxmlformats.org/drawingml/2006/main">
              <a:ext uri="{FF2B5EF4-FFF2-40B4-BE49-F238E27FC236}">
                <a16:creationId xmlns:a16="http://schemas.microsoft.com/office/drawing/2014/main" id="{20341B16-E6B3-4431-A583-139BF6D1C537}"/>
              </a:ext>
            </a:extLst>
          </p:cNvPr>
          <p:cNvSpPr>
            <a:spLocks xmlns:a="http://schemas.openxmlformats.org/drawingml/2006/main" noGrp="1"/>
          </p:cNvSpPr>
          <p:nvPr/>
        </p:nvSpPr>
        <p:spPr>
          <a:xfrm xmlns:a="http://schemas.openxmlformats.org/drawingml/2006/main">
            <a:off x="8286750" y="42672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FFFFFF"/>
                </a:solidFill>
                <a:latin typeface="Arial"/>
                <a:ea typeface="Arial"/>
                <a:cs typeface="Arial"/>
              </a:defRPr>
            </a:defPPr>
            <a:lvl1pPr>
              <a:defRPr sz="1800" b="0" i="0">
                <a:solidFill>
                  <a:srgbClr val="FFFFFF"/>
                </a:solidFill>
                <a:latin typeface="Arial"/>
                <a:ea typeface="Arial"/>
                <a:cs typeface="Arial"/>
              </a:defRPr>
            </a:lvl1pPr>
            <a:lvl2pPr>
              <a:defRPr sz="1800" b="0" i="0">
                <a:solidFill>
                  <a:srgbClr val="FFFFFF"/>
                </a:solidFill>
                <a:latin typeface="Arial"/>
                <a:ea typeface="Arial"/>
                <a:cs typeface="Arial"/>
              </a:defRPr>
            </a:lvl2pPr>
            <a:lvl3pPr>
              <a:defRPr sz="1800" b="0" i="0">
                <a:solidFill>
                  <a:srgbClr val="FFFFFF"/>
                </a:solidFill>
                <a:latin typeface="Arial"/>
                <a:ea typeface="Arial"/>
                <a:cs typeface="Arial"/>
              </a:defRPr>
            </a:lvl3pPr>
            <a:lvl4pPr>
              <a:defRPr sz="1800" b="0" i="0">
                <a:solidFill>
                  <a:srgbClr val="FFFFFF"/>
                </a:solidFill>
                <a:latin typeface="Arial"/>
                <a:ea typeface="Arial"/>
                <a:cs typeface="Arial"/>
              </a:defRPr>
            </a:lvl4pPr>
            <a:lvl5pPr>
              <a:defRPr sz="1800" b="0" i="0">
                <a:solidFill>
                  <a:srgbClr val="FFFFFF"/>
                </a:solidFill>
                <a:latin typeface="Arial"/>
                <a:ea typeface="Arial"/>
                <a:cs typeface="Arial"/>
              </a:defRPr>
            </a:lvl5pPr>
            <a:lvl6pPr>
              <a:defRPr sz="1800" b="0" i="0">
                <a:solidFill>
                  <a:srgbClr val="FFFFFF"/>
                </a:solidFill>
                <a:latin typeface="Arial"/>
                <a:ea typeface="Arial"/>
                <a:cs typeface="Arial"/>
              </a:defRPr>
            </a:lvl6pPr>
            <a:lvl7pPr>
              <a:defRPr sz="1800" b="0" i="0">
                <a:solidFill>
                  <a:srgbClr val="FFFFFF"/>
                </a:solidFill>
                <a:latin typeface="Arial"/>
                <a:ea typeface="Arial"/>
                <a:cs typeface="Arial"/>
              </a:defRPr>
            </a:lvl7pPr>
            <a:lvl8pPr>
              <a:defRPr sz="1800" b="0" i="0">
                <a:solidFill>
                  <a:srgbClr val="FFFFFF"/>
                </a:solidFill>
                <a:latin typeface="Arial"/>
                <a:ea typeface="Arial"/>
                <a:cs typeface="Arial"/>
              </a:defRPr>
            </a:lvl8pPr>
            <a:lvl9pPr>
              <a:defRPr sz="1800" b="0" i="0">
                <a:solidFill>
                  <a:srgbClr val="FFFFFF"/>
                </a:solidFill>
                <a:latin typeface="Arial"/>
                <a:ea typeface="Arial"/>
                <a:cs typeface="Arial"/>
              </a:defRPr>
            </a:lvl9pPr>
          </a:lstStyle>
          <a:p xmlns:a="http://schemas.openxmlformats.org/drawingml/2006/main">
            <a:pPr>
              <a:defRPr sz="1800" b="0" i="0">
                <a:solidFill>
                  <a:srgbClr val="FFFFFF"/>
                </a:solidFill>
                <a:latin typeface="Arial"/>
                <a:ea typeface="Arial"/>
                <a:cs typeface="Arial"/>
              </a:defRPr>
            </a:pPr>
            <a:r>
              <a:rPr sz="1800" b="0" i="0">
                <a:solidFill>
                  <a:srgbClr val="FFFFFF"/>
                </a:solidFill>
                <a:latin typeface="Arial"/>
                <a:ea typeface="Arial"/>
                <a:cs typeface="Arial"/>
              </a:rPr>
              <a:t>14</a:t>
            </a:r>
          </a:p>
        </p:txBody>
      </p:sp>
      <p:sp>
        <p:nvSpPr>
          <p:cNvPr id="9" name="">
            <a:extLst xmlns:a="http://schemas.openxmlformats.org/drawingml/2006/main">
              <a:ext uri="{FF2B5EF4-FFF2-40B4-BE49-F238E27FC236}">
                <a16:creationId xmlns:a16="http://schemas.microsoft.com/office/drawing/2014/main" id="{1898F51C-C4B8-4600-BCBC-FAED37F7BDA1}"/>
              </a:ext>
            </a:extLst>
          </p:cNvPr>
          <p:cNvSpPr>
            <a:spLocks xmlns:a="http://schemas.openxmlformats.org/drawingml/2006/main" noGrp="1"/>
          </p:cNvSpPr>
          <p:nvPr/>
        </p:nvSpPr>
        <p:spPr>
          <a:xfrm xmlns:a="http://schemas.openxmlformats.org/drawingml/2006/main">
            <a:off x="1428750" y="5695950"/>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FFB1AD"/>
                </a:solidFill>
                <a:latin typeface="Arial"/>
                <a:ea typeface="Arial"/>
                <a:cs typeface="Arial"/>
              </a:defRPr>
            </a:defPPr>
            <a:lvl1pPr>
              <a:defRPr sz="1950" b="1" i="0">
                <a:solidFill>
                  <a:srgbClr val="FFB1AD"/>
                </a:solidFill>
                <a:latin typeface="Arial"/>
                <a:ea typeface="Arial"/>
                <a:cs typeface="Arial"/>
              </a:defRPr>
            </a:lvl1pPr>
            <a:lvl2pPr>
              <a:defRPr sz="1950" b="1" i="0">
                <a:solidFill>
                  <a:srgbClr val="FFB1AD"/>
                </a:solidFill>
                <a:latin typeface="Arial"/>
                <a:ea typeface="Arial"/>
                <a:cs typeface="Arial"/>
              </a:defRPr>
            </a:lvl2pPr>
            <a:lvl3pPr>
              <a:defRPr sz="1950" b="1" i="0">
                <a:solidFill>
                  <a:srgbClr val="FFB1AD"/>
                </a:solidFill>
                <a:latin typeface="Arial"/>
                <a:ea typeface="Arial"/>
                <a:cs typeface="Arial"/>
              </a:defRPr>
            </a:lvl3pPr>
            <a:lvl4pPr>
              <a:defRPr sz="1950" b="1" i="0">
                <a:solidFill>
                  <a:srgbClr val="FFB1AD"/>
                </a:solidFill>
                <a:latin typeface="Arial"/>
                <a:ea typeface="Arial"/>
                <a:cs typeface="Arial"/>
              </a:defRPr>
            </a:lvl4pPr>
            <a:lvl5pPr>
              <a:defRPr sz="1950" b="1" i="0">
                <a:solidFill>
                  <a:srgbClr val="FFB1AD"/>
                </a:solidFill>
                <a:latin typeface="Arial"/>
                <a:ea typeface="Arial"/>
                <a:cs typeface="Arial"/>
              </a:defRPr>
            </a:lvl5pPr>
            <a:lvl6pPr>
              <a:defRPr sz="1950" b="1" i="0">
                <a:solidFill>
                  <a:srgbClr val="FFB1AD"/>
                </a:solidFill>
                <a:latin typeface="Arial"/>
                <a:ea typeface="Arial"/>
                <a:cs typeface="Arial"/>
              </a:defRPr>
            </a:lvl6pPr>
            <a:lvl7pPr>
              <a:defRPr sz="1950" b="1" i="0">
                <a:solidFill>
                  <a:srgbClr val="FFB1AD"/>
                </a:solidFill>
                <a:latin typeface="Arial"/>
                <a:ea typeface="Arial"/>
                <a:cs typeface="Arial"/>
              </a:defRPr>
            </a:lvl7pPr>
            <a:lvl8pPr>
              <a:defRPr sz="1950" b="1" i="0">
                <a:solidFill>
                  <a:srgbClr val="FFB1AD"/>
                </a:solidFill>
                <a:latin typeface="Arial"/>
                <a:ea typeface="Arial"/>
                <a:cs typeface="Arial"/>
              </a:defRPr>
            </a:lvl8pPr>
            <a:lvl9pPr>
              <a:defRPr sz="1950" b="1" i="0">
                <a:solidFill>
                  <a:srgbClr val="FFB1AD"/>
                </a:solidFill>
                <a:latin typeface="Arial"/>
                <a:ea typeface="Arial"/>
                <a:cs typeface="Arial"/>
              </a:defRPr>
            </a:lvl9pPr>
          </a:lstStyle>
          <a:p xmlns:a="http://schemas.openxmlformats.org/drawingml/2006/main">
            <a:pPr>
              <a:defRPr sz="1950" b="1" i="0">
                <a:solidFill>
                  <a:srgbClr val="FFB1AD"/>
                </a:solidFill>
                <a:latin typeface="Arial"/>
                <a:ea typeface="Arial"/>
                <a:cs typeface="Arial"/>
              </a:defRPr>
            </a:pPr>
            <a:r>
              <a:rPr sz="1950" b="1" i="0">
                <a:solidFill>
                  <a:srgbClr val="FFB1AD"/>
                </a:solidFill>
                <a:latin typeface="Arial"/>
                <a:ea typeface="Arial"/>
                <a:cs typeface="Arial"/>
              </a:rPr>
              <a:t>Argument 7 becomes parameter score.</a:t>
            </a:r>
          </a:p>
        </p:txBody>
      </p:sp>
      <p:sp>
        <p:nvSpPr>
          <p:cNvPr id="10" name="">
            <a:extLst xmlns:a="http://schemas.openxmlformats.org/drawingml/2006/main">
              <a:ext uri="{FF2B5EF4-FFF2-40B4-BE49-F238E27FC236}">
                <a16:creationId xmlns:a16="http://schemas.microsoft.com/office/drawing/2014/main" id="{9F41E965-89DA-4247-8270-67B1729A6F17}"/>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11:30-11:42 | Parameters and returns</a:t>
            </a:r>
          </a:p>
        </p:txBody>
      </p:sp>
    </p:spTree>
    <p:extLst>
      <p:ext uri="{BB962C8B-B14F-4D97-AF65-F5344CB8AC3E}">
        <p14:creationId xmlns:p14="http://schemas.microsoft.com/office/powerpoint/2010/main" val="1580346287"/>
      </p:ext>
    </p:extLst>
  </p:cSld>
</p:sld>
</file>

<file path=ppt/slides/slide24.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5082B2-9CFA-4ED1-9B05-21FEEAD3DB40}"/>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print and return solve different problems</a:t>
            </a:r>
          </a:p>
        </p:txBody>
      </p:sp>
      <p:sp>
        <p:nvSpPr>
          <p:cNvPr id="2" name="">
            <a:extLst xmlns:a="http://schemas.openxmlformats.org/drawingml/2006/main">
              <a:ext uri="{FF2B5EF4-FFF2-40B4-BE49-F238E27FC236}">
                <a16:creationId xmlns:a16="http://schemas.microsoft.com/office/drawing/2014/main" id="{9FBFBBD6-4F32-48F5-AD39-6B82A9BF61E3}"/>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One communicates with a person; the other communicates with code</a:t>
            </a:r>
          </a:p>
        </p:txBody>
      </p:sp>
      <p:sp>
        <p:nvSpPr>
          <p:cNvPr id="3" name="">
            <a:extLst xmlns:a="http://schemas.openxmlformats.org/drawingml/2006/main">
              <a:ext uri="{FF2B5EF4-FFF2-40B4-BE49-F238E27FC236}">
                <a16:creationId xmlns:a16="http://schemas.microsoft.com/office/drawing/2014/main" id="{7CB28F99-2FBA-4EB8-8417-4D75BEB61BDA}"/>
              </a:ext>
            </a:extLst>
          </p:cNvPr>
          <p:cNvSpPr>
            <a:spLocks xmlns:a="http://schemas.openxmlformats.org/drawingml/2006/main" noGrp="1"/>
          </p:cNvSpPr>
          <p:nvPr/>
        </p:nvSpPr>
        <p:spPr>
          <a:xfrm xmlns:a="http://schemas.openxmlformats.org/drawingml/2006/main">
            <a:off x="1619250" y="20002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00" b="1" i="0">
                <a:solidFill>
                  <a:srgbClr val="DF6765"/>
                </a:solidFill>
                <a:latin typeface="Arial"/>
                <a:ea typeface="Arial"/>
                <a:cs typeface="Arial"/>
              </a:defRPr>
            </a:defPPr>
            <a:lvl1pPr>
              <a:defRPr sz="3600" b="1" i="0">
                <a:solidFill>
                  <a:srgbClr val="DF6765"/>
                </a:solidFill>
                <a:latin typeface="Arial"/>
                <a:ea typeface="Arial"/>
                <a:cs typeface="Arial"/>
              </a:defRPr>
            </a:lvl1pPr>
            <a:lvl2pPr>
              <a:defRPr sz="3600" b="1" i="0">
                <a:solidFill>
                  <a:srgbClr val="DF6765"/>
                </a:solidFill>
                <a:latin typeface="Arial"/>
                <a:ea typeface="Arial"/>
                <a:cs typeface="Arial"/>
              </a:defRPr>
            </a:lvl2pPr>
            <a:lvl3pPr>
              <a:defRPr sz="3600" b="1" i="0">
                <a:solidFill>
                  <a:srgbClr val="DF6765"/>
                </a:solidFill>
                <a:latin typeface="Arial"/>
                <a:ea typeface="Arial"/>
                <a:cs typeface="Arial"/>
              </a:defRPr>
            </a:lvl3pPr>
            <a:lvl4pPr>
              <a:defRPr sz="3600" b="1" i="0">
                <a:solidFill>
                  <a:srgbClr val="DF6765"/>
                </a:solidFill>
                <a:latin typeface="Arial"/>
                <a:ea typeface="Arial"/>
                <a:cs typeface="Arial"/>
              </a:defRPr>
            </a:lvl4pPr>
            <a:lvl5pPr>
              <a:defRPr sz="3600" b="1" i="0">
                <a:solidFill>
                  <a:srgbClr val="DF6765"/>
                </a:solidFill>
                <a:latin typeface="Arial"/>
                <a:ea typeface="Arial"/>
                <a:cs typeface="Arial"/>
              </a:defRPr>
            </a:lvl5pPr>
            <a:lvl6pPr>
              <a:defRPr sz="3600" b="1" i="0">
                <a:solidFill>
                  <a:srgbClr val="DF6765"/>
                </a:solidFill>
                <a:latin typeface="Arial"/>
                <a:ea typeface="Arial"/>
                <a:cs typeface="Arial"/>
              </a:defRPr>
            </a:lvl6pPr>
            <a:lvl7pPr>
              <a:defRPr sz="3600" b="1" i="0">
                <a:solidFill>
                  <a:srgbClr val="DF6765"/>
                </a:solidFill>
                <a:latin typeface="Arial"/>
                <a:ea typeface="Arial"/>
                <a:cs typeface="Arial"/>
              </a:defRPr>
            </a:lvl7pPr>
            <a:lvl8pPr>
              <a:defRPr sz="3600" b="1" i="0">
                <a:solidFill>
                  <a:srgbClr val="DF6765"/>
                </a:solidFill>
                <a:latin typeface="Arial"/>
                <a:ea typeface="Arial"/>
                <a:cs typeface="Arial"/>
              </a:defRPr>
            </a:lvl8pPr>
            <a:lvl9pPr>
              <a:defRPr sz="3600" b="1" i="0">
                <a:solidFill>
                  <a:srgbClr val="DF6765"/>
                </a:solidFill>
                <a:latin typeface="Arial"/>
                <a:ea typeface="Arial"/>
                <a:cs typeface="Arial"/>
              </a:defRPr>
            </a:lvl9pPr>
          </a:lstStyle>
          <a:p xmlns:a="http://schemas.openxmlformats.org/drawingml/2006/main">
            <a:pPr>
              <a:defRPr sz="3600" b="1" i="0">
                <a:solidFill>
                  <a:srgbClr val="DF6765"/>
                </a:solidFill>
                <a:latin typeface="Arial"/>
                <a:ea typeface="Arial"/>
                <a:cs typeface="Arial"/>
              </a:defRPr>
            </a:pPr>
            <a:r>
              <a:rPr sz="3600" b="1" i="0">
                <a:solidFill>
                  <a:srgbClr val="DF6765"/>
                </a:solidFill>
                <a:latin typeface="Arial"/>
                <a:ea typeface="Arial"/>
                <a:cs typeface="Arial"/>
              </a:rPr>
              <a:t>print()</a:t>
            </a:r>
          </a:p>
        </p:txBody>
      </p:sp>
      <p:sp>
        <p:nvSpPr>
          <p:cNvPr id="4" name="">
            <a:extLst xmlns:a="http://schemas.openxmlformats.org/drawingml/2006/main">
              <a:ext uri="{FF2B5EF4-FFF2-40B4-BE49-F238E27FC236}">
                <a16:creationId xmlns:a16="http://schemas.microsoft.com/office/drawing/2014/main" id="{84507914-FBB2-402B-8C31-0B24108180F1}"/>
              </a:ext>
            </a:extLst>
          </p:cNvPr>
          <p:cNvSpPr>
            <a:spLocks xmlns:a="http://schemas.openxmlformats.org/drawingml/2006/main" noGrp="1"/>
          </p:cNvSpPr>
          <p:nvPr/>
        </p:nvSpPr>
        <p:spPr>
          <a:xfrm xmlns:a="http://schemas.openxmlformats.org/drawingml/2006/main">
            <a:off x="1066800" y="3009900"/>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i="0">
                <a:solidFill>
                  <a:srgbClr val="172433"/>
                </a:solidFill>
                <a:latin typeface="Arial"/>
                <a:ea typeface="Arial"/>
                <a:cs typeface="Arial"/>
              </a:defRPr>
            </a:defPPr>
            <a:lvl1pPr>
              <a:defRPr sz="1950" b="0" i="0">
                <a:solidFill>
                  <a:srgbClr val="172433"/>
                </a:solidFill>
                <a:latin typeface="Arial"/>
                <a:ea typeface="Arial"/>
                <a:cs typeface="Arial"/>
              </a:defRPr>
            </a:lvl1pPr>
            <a:lvl2pPr>
              <a:defRPr sz="1950" b="0" i="0">
                <a:solidFill>
                  <a:srgbClr val="172433"/>
                </a:solidFill>
                <a:latin typeface="Arial"/>
                <a:ea typeface="Arial"/>
                <a:cs typeface="Arial"/>
              </a:defRPr>
            </a:lvl2pPr>
            <a:lvl3pPr>
              <a:defRPr sz="1950" b="0" i="0">
                <a:solidFill>
                  <a:srgbClr val="172433"/>
                </a:solidFill>
                <a:latin typeface="Arial"/>
                <a:ea typeface="Arial"/>
                <a:cs typeface="Arial"/>
              </a:defRPr>
            </a:lvl3pPr>
            <a:lvl4pPr>
              <a:defRPr sz="1950" b="0" i="0">
                <a:solidFill>
                  <a:srgbClr val="172433"/>
                </a:solidFill>
                <a:latin typeface="Arial"/>
                <a:ea typeface="Arial"/>
                <a:cs typeface="Arial"/>
              </a:defRPr>
            </a:lvl4pPr>
            <a:lvl5pPr>
              <a:defRPr sz="1950" b="0" i="0">
                <a:solidFill>
                  <a:srgbClr val="172433"/>
                </a:solidFill>
                <a:latin typeface="Arial"/>
                <a:ea typeface="Arial"/>
                <a:cs typeface="Arial"/>
              </a:defRPr>
            </a:lvl5pPr>
            <a:lvl6pPr>
              <a:defRPr sz="1950" b="0" i="0">
                <a:solidFill>
                  <a:srgbClr val="172433"/>
                </a:solidFill>
                <a:latin typeface="Arial"/>
                <a:ea typeface="Arial"/>
                <a:cs typeface="Arial"/>
              </a:defRPr>
            </a:lvl6pPr>
            <a:lvl7pPr>
              <a:defRPr sz="1950" b="0" i="0">
                <a:solidFill>
                  <a:srgbClr val="172433"/>
                </a:solidFill>
                <a:latin typeface="Arial"/>
                <a:ea typeface="Arial"/>
                <a:cs typeface="Arial"/>
              </a:defRPr>
            </a:lvl7pPr>
            <a:lvl8pPr>
              <a:defRPr sz="1950" b="0" i="0">
                <a:solidFill>
                  <a:srgbClr val="172433"/>
                </a:solidFill>
                <a:latin typeface="Arial"/>
                <a:ea typeface="Arial"/>
                <a:cs typeface="Arial"/>
              </a:defRPr>
            </a:lvl8pPr>
            <a:lvl9pPr>
              <a:defRPr sz="1950" b="0" i="0">
                <a:solidFill>
                  <a:srgbClr val="172433"/>
                </a:solidFill>
                <a:latin typeface="Arial"/>
                <a:ea typeface="Arial"/>
                <a:cs typeface="Arial"/>
              </a:defRPr>
            </a:lvl9pPr>
          </a:lstStyle>
          <a:p xmlns:a="http://schemas.openxmlformats.org/drawingml/2006/main">
            <a:pPr>
              <a:defRPr sz="1950" b="0" i="0">
                <a:solidFill>
                  <a:srgbClr val="172433"/>
                </a:solidFill>
                <a:latin typeface="Arial"/>
                <a:ea typeface="Arial"/>
                <a:cs typeface="Arial"/>
              </a:defRPr>
            </a:pPr>
            <a:r>
              <a:rPr sz="1950" b="0" i="0">
                <a:solidFill>
                  <a:srgbClr val="172433"/>
                </a:solidFill>
                <a:latin typeface="Arial"/>
                <a:ea typeface="Arial"/>
                <a:cs typeface="Arial"/>
              </a:rPr>
              <a:t>Displays information</a:t>
            </a:r>
          </a:p>
          <a:p xmlns:a="http://schemas.openxmlformats.org/drawingml/2006/main">
            <a:pPr>
              <a:defRPr sz="1950" b="0" i="0">
                <a:solidFill>
                  <a:srgbClr val="172433"/>
                </a:solidFill>
                <a:latin typeface="Arial"/>
                <a:ea typeface="Arial"/>
                <a:cs typeface="Arial"/>
              </a:defRPr>
            </a:pPr>
            <a:r>
              <a:rPr sz="1950" b="0" i="0">
                <a:solidFill>
                  <a:srgbClr val="172433"/>
                </a:solidFill>
                <a:latin typeface="Arial"/>
                <a:ea typeface="Arial"/>
                <a:cs typeface="Arial"/>
              </a:rPr>
              <a:t>Does not automatically give the value to another function</a:t>
            </a:r>
          </a:p>
        </p:txBody>
      </p:sp>
      <p:sp>
        <p:nvSpPr>
          <p:cNvPr id="5" name="">
            <a:extLst xmlns:a="http://schemas.openxmlformats.org/drawingml/2006/main">
              <a:ext uri="{FF2B5EF4-FFF2-40B4-BE49-F238E27FC236}">
                <a16:creationId xmlns:a16="http://schemas.microsoft.com/office/drawing/2014/main" id="{C9C2C46A-236F-4841-A96D-92953B1CF5CB}"/>
              </a:ext>
            </a:extLst>
          </p:cNvPr>
          <p:cNvSpPr>
            <a:spLocks xmlns:a="http://schemas.openxmlformats.org/drawingml/2006/main" noGrp="1"/>
          </p:cNvSpPr>
          <p:nvPr/>
        </p:nvSpPr>
        <p:spPr>
          <a:xfrm xmlns:a="http://schemas.openxmlformats.org/drawingml/2006/main">
            <a:off x="7715250" y="20002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00" b="1" i="0">
                <a:solidFill>
                  <a:srgbClr val="5F9F4B"/>
                </a:solidFill>
                <a:latin typeface="Arial"/>
                <a:ea typeface="Arial"/>
                <a:cs typeface="Arial"/>
              </a:defRPr>
            </a:defPPr>
            <a:lvl1pPr>
              <a:defRPr sz="3600" b="1" i="0">
                <a:solidFill>
                  <a:srgbClr val="5F9F4B"/>
                </a:solidFill>
                <a:latin typeface="Arial"/>
                <a:ea typeface="Arial"/>
                <a:cs typeface="Arial"/>
              </a:defRPr>
            </a:lvl1pPr>
            <a:lvl2pPr>
              <a:defRPr sz="3600" b="1" i="0">
                <a:solidFill>
                  <a:srgbClr val="5F9F4B"/>
                </a:solidFill>
                <a:latin typeface="Arial"/>
                <a:ea typeface="Arial"/>
                <a:cs typeface="Arial"/>
              </a:defRPr>
            </a:lvl2pPr>
            <a:lvl3pPr>
              <a:defRPr sz="3600" b="1" i="0">
                <a:solidFill>
                  <a:srgbClr val="5F9F4B"/>
                </a:solidFill>
                <a:latin typeface="Arial"/>
                <a:ea typeface="Arial"/>
                <a:cs typeface="Arial"/>
              </a:defRPr>
            </a:lvl3pPr>
            <a:lvl4pPr>
              <a:defRPr sz="3600" b="1" i="0">
                <a:solidFill>
                  <a:srgbClr val="5F9F4B"/>
                </a:solidFill>
                <a:latin typeface="Arial"/>
                <a:ea typeface="Arial"/>
                <a:cs typeface="Arial"/>
              </a:defRPr>
            </a:lvl4pPr>
            <a:lvl5pPr>
              <a:defRPr sz="3600" b="1" i="0">
                <a:solidFill>
                  <a:srgbClr val="5F9F4B"/>
                </a:solidFill>
                <a:latin typeface="Arial"/>
                <a:ea typeface="Arial"/>
                <a:cs typeface="Arial"/>
              </a:defRPr>
            </a:lvl5pPr>
            <a:lvl6pPr>
              <a:defRPr sz="3600" b="1" i="0">
                <a:solidFill>
                  <a:srgbClr val="5F9F4B"/>
                </a:solidFill>
                <a:latin typeface="Arial"/>
                <a:ea typeface="Arial"/>
                <a:cs typeface="Arial"/>
              </a:defRPr>
            </a:lvl6pPr>
            <a:lvl7pPr>
              <a:defRPr sz="3600" b="1" i="0">
                <a:solidFill>
                  <a:srgbClr val="5F9F4B"/>
                </a:solidFill>
                <a:latin typeface="Arial"/>
                <a:ea typeface="Arial"/>
                <a:cs typeface="Arial"/>
              </a:defRPr>
            </a:lvl7pPr>
            <a:lvl8pPr>
              <a:defRPr sz="3600" b="1" i="0">
                <a:solidFill>
                  <a:srgbClr val="5F9F4B"/>
                </a:solidFill>
                <a:latin typeface="Arial"/>
                <a:ea typeface="Arial"/>
                <a:cs typeface="Arial"/>
              </a:defRPr>
            </a:lvl8pPr>
            <a:lvl9pPr>
              <a:defRPr sz="3600" b="1" i="0">
                <a:solidFill>
                  <a:srgbClr val="5F9F4B"/>
                </a:solidFill>
                <a:latin typeface="Arial"/>
                <a:ea typeface="Arial"/>
                <a:cs typeface="Arial"/>
              </a:defRPr>
            </a:lvl9pPr>
          </a:lstStyle>
          <a:p xmlns:a="http://schemas.openxmlformats.org/drawingml/2006/main">
            <a:pPr>
              <a:defRPr sz="3600" b="1" i="0">
                <a:solidFill>
                  <a:srgbClr val="5F9F4B"/>
                </a:solidFill>
                <a:latin typeface="Arial"/>
                <a:ea typeface="Arial"/>
                <a:cs typeface="Arial"/>
              </a:defRPr>
            </a:pPr>
            <a:r>
              <a:rPr sz="3600" b="1" i="0">
                <a:solidFill>
                  <a:srgbClr val="5F9F4B"/>
                </a:solidFill>
                <a:latin typeface="Arial"/>
                <a:ea typeface="Arial"/>
                <a:cs typeface="Arial"/>
              </a:rPr>
              <a:t>return</a:t>
            </a:r>
          </a:p>
        </p:txBody>
      </p:sp>
      <p:sp>
        <p:nvSpPr>
          <p:cNvPr id="6" name="">
            <a:extLst xmlns:a="http://schemas.openxmlformats.org/drawingml/2006/main">
              <a:ext uri="{FF2B5EF4-FFF2-40B4-BE49-F238E27FC236}">
                <a16:creationId xmlns:a16="http://schemas.microsoft.com/office/drawing/2014/main" id="{C4DE67DD-87DC-4BC3-9F5A-25CD5F4BDAAF}"/>
              </a:ext>
            </a:extLst>
          </p:cNvPr>
          <p:cNvSpPr>
            <a:spLocks xmlns:a="http://schemas.openxmlformats.org/drawingml/2006/main" noGrp="1"/>
          </p:cNvSpPr>
          <p:nvPr/>
        </p:nvSpPr>
        <p:spPr>
          <a:xfrm xmlns:a="http://schemas.openxmlformats.org/drawingml/2006/main">
            <a:off x="7162800" y="3009900"/>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i="0">
                <a:solidFill>
                  <a:srgbClr val="172433"/>
                </a:solidFill>
                <a:latin typeface="Arial"/>
                <a:ea typeface="Arial"/>
                <a:cs typeface="Arial"/>
              </a:defRPr>
            </a:defPPr>
            <a:lvl1pPr>
              <a:defRPr sz="1950" b="0" i="0">
                <a:solidFill>
                  <a:srgbClr val="172433"/>
                </a:solidFill>
                <a:latin typeface="Arial"/>
                <a:ea typeface="Arial"/>
                <a:cs typeface="Arial"/>
              </a:defRPr>
            </a:lvl1pPr>
            <a:lvl2pPr>
              <a:defRPr sz="1950" b="0" i="0">
                <a:solidFill>
                  <a:srgbClr val="172433"/>
                </a:solidFill>
                <a:latin typeface="Arial"/>
                <a:ea typeface="Arial"/>
                <a:cs typeface="Arial"/>
              </a:defRPr>
            </a:lvl2pPr>
            <a:lvl3pPr>
              <a:defRPr sz="1950" b="0" i="0">
                <a:solidFill>
                  <a:srgbClr val="172433"/>
                </a:solidFill>
                <a:latin typeface="Arial"/>
                <a:ea typeface="Arial"/>
                <a:cs typeface="Arial"/>
              </a:defRPr>
            </a:lvl3pPr>
            <a:lvl4pPr>
              <a:defRPr sz="1950" b="0" i="0">
                <a:solidFill>
                  <a:srgbClr val="172433"/>
                </a:solidFill>
                <a:latin typeface="Arial"/>
                <a:ea typeface="Arial"/>
                <a:cs typeface="Arial"/>
              </a:defRPr>
            </a:lvl4pPr>
            <a:lvl5pPr>
              <a:defRPr sz="1950" b="0" i="0">
                <a:solidFill>
                  <a:srgbClr val="172433"/>
                </a:solidFill>
                <a:latin typeface="Arial"/>
                <a:ea typeface="Arial"/>
                <a:cs typeface="Arial"/>
              </a:defRPr>
            </a:lvl5pPr>
            <a:lvl6pPr>
              <a:defRPr sz="1950" b="0" i="0">
                <a:solidFill>
                  <a:srgbClr val="172433"/>
                </a:solidFill>
                <a:latin typeface="Arial"/>
                <a:ea typeface="Arial"/>
                <a:cs typeface="Arial"/>
              </a:defRPr>
            </a:lvl6pPr>
            <a:lvl7pPr>
              <a:defRPr sz="1950" b="0" i="0">
                <a:solidFill>
                  <a:srgbClr val="172433"/>
                </a:solidFill>
                <a:latin typeface="Arial"/>
                <a:ea typeface="Arial"/>
                <a:cs typeface="Arial"/>
              </a:defRPr>
            </a:lvl7pPr>
            <a:lvl8pPr>
              <a:defRPr sz="1950" b="0" i="0">
                <a:solidFill>
                  <a:srgbClr val="172433"/>
                </a:solidFill>
                <a:latin typeface="Arial"/>
                <a:ea typeface="Arial"/>
                <a:cs typeface="Arial"/>
              </a:defRPr>
            </a:lvl8pPr>
            <a:lvl9pPr>
              <a:defRPr sz="1950" b="0" i="0">
                <a:solidFill>
                  <a:srgbClr val="172433"/>
                </a:solidFill>
                <a:latin typeface="Arial"/>
                <a:ea typeface="Arial"/>
                <a:cs typeface="Arial"/>
              </a:defRPr>
            </a:lvl9pPr>
          </a:lstStyle>
          <a:p xmlns:a="http://schemas.openxmlformats.org/drawingml/2006/main">
            <a:pPr>
              <a:defRPr sz="1950" b="0" i="0">
                <a:solidFill>
                  <a:srgbClr val="172433"/>
                </a:solidFill>
                <a:latin typeface="Arial"/>
                <a:ea typeface="Arial"/>
                <a:cs typeface="Arial"/>
              </a:defRPr>
            </a:pPr>
            <a:r>
              <a:rPr sz="1950" b="0" i="0">
                <a:solidFill>
                  <a:srgbClr val="172433"/>
                </a:solidFill>
                <a:latin typeface="Arial"/>
                <a:ea typeface="Arial"/>
                <a:cs typeface="Arial"/>
              </a:rPr>
              <a:t>Sends a result back</a:t>
            </a:r>
          </a:p>
          <a:p xmlns:a="http://schemas.openxmlformats.org/drawingml/2006/main">
            <a:pPr>
              <a:defRPr sz="1950" b="0" i="0">
                <a:solidFill>
                  <a:srgbClr val="172433"/>
                </a:solidFill>
                <a:latin typeface="Arial"/>
                <a:ea typeface="Arial"/>
                <a:cs typeface="Arial"/>
              </a:defRPr>
            </a:pPr>
            <a:r>
              <a:rPr sz="1950" b="0" i="0">
                <a:solidFill>
                  <a:srgbClr val="172433"/>
                </a:solidFill>
                <a:latin typeface="Arial"/>
                <a:ea typeface="Arial"/>
                <a:cs typeface="Arial"/>
              </a:rPr>
              <a:t>Lets other code store, test, or reuse the value</a:t>
            </a:r>
          </a:p>
        </p:txBody>
      </p:sp>
      <p:sp>
        <p:nvSpPr>
          <p:cNvPr id="7" name="">
            <a:extLst xmlns:a="http://schemas.openxmlformats.org/drawingml/2006/main">
              <a:ext uri="{FF2B5EF4-FFF2-40B4-BE49-F238E27FC236}">
                <a16:creationId xmlns:a16="http://schemas.microsoft.com/office/drawing/2014/main" id="{352027D3-DEF2-4D52-8A5E-530595CE33CF}"/>
              </a:ext>
            </a:extLst>
          </p:cNvPr>
          <p:cNvSpPr>
            <a:spLocks xmlns:a="http://schemas.openxmlformats.org/drawingml/2006/main" noGrp="1"/>
          </p:cNvSpPr>
          <p:nvPr/>
        </p:nvSpPr>
        <p:spPr>
          <a:xfrm xmlns:a="http://schemas.openxmlformats.org/drawingml/2006/main">
            <a:off x="1257300" y="5314950"/>
            <a:ext cx="967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vl1pPr>
              <a:defRPr sz="2025" b="1" i="0">
                <a:solidFill>
                  <a:srgbClr val="173654"/>
                </a:solidFill>
                <a:latin typeface="Arial"/>
                <a:ea typeface="Arial"/>
                <a:cs typeface="Arial"/>
              </a:defRPr>
            </a:lvl1pPr>
            <a:lvl2pPr>
              <a:defRPr sz="2025" b="1" i="0">
                <a:solidFill>
                  <a:srgbClr val="173654"/>
                </a:solidFill>
                <a:latin typeface="Arial"/>
                <a:ea typeface="Arial"/>
                <a:cs typeface="Arial"/>
              </a:defRPr>
            </a:lvl2pPr>
            <a:lvl3pPr>
              <a:defRPr sz="2025" b="1" i="0">
                <a:solidFill>
                  <a:srgbClr val="173654"/>
                </a:solidFill>
                <a:latin typeface="Arial"/>
                <a:ea typeface="Arial"/>
                <a:cs typeface="Arial"/>
              </a:defRPr>
            </a:lvl3pPr>
            <a:lvl4pPr>
              <a:defRPr sz="2025" b="1" i="0">
                <a:solidFill>
                  <a:srgbClr val="173654"/>
                </a:solidFill>
                <a:latin typeface="Arial"/>
                <a:ea typeface="Arial"/>
                <a:cs typeface="Arial"/>
              </a:defRPr>
            </a:lvl4pPr>
            <a:lvl5pPr>
              <a:defRPr sz="2025" b="1" i="0">
                <a:solidFill>
                  <a:srgbClr val="173654"/>
                </a:solidFill>
                <a:latin typeface="Arial"/>
                <a:ea typeface="Arial"/>
                <a:cs typeface="Arial"/>
              </a:defRPr>
            </a:lvl5pPr>
            <a:lvl6pPr>
              <a:defRPr sz="2025" b="1" i="0">
                <a:solidFill>
                  <a:srgbClr val="173654"/>
                </a:solidFill>
                <a:latin typeface="Arial"/>
                <a:ea typeface="Arial"/>
                <a:cs typeface="Arial"/>
              </a:defRPr>
            </a:lvl6pPr>
            <a:lvl7pPr>
              <a:defRPr sz="2025" b="1" i="0">
                <a:solidFill>
                  <a:srgbClr val="173654"/>
                </a:solidFill>
                <a:latin typeface="Arial"/>
                <a:ea typeface="Arial"/>
                <a:cs typeface="Arial"/>
              </a:defRPr>
            </a:lvl7pPr>
            <a:lvl8pPr>
              <a:defRPr sz="2025" b="1" i="0">
                <a:solidFill>
                  <a:srgbClr val="173654"/>
                </a:solidFill>
                <a:latin typeface="Arial"/>
                <a:ea typeface="Arial"/>
                <a:cs typeface="Arial"/>
              </a:defRPr>
            </a:lvl8pPr>
            <a:lvl9pPr>
              <a:defRPr sz="2025" b="1" i="0">
                <a:solidFill>
                  <a:srgbClr val="173654"/>
                </a:solidFill>
                <a:latin typeface="Arial"/>
                <a:ea typeface="Arial"/>
                <a:cs typeface="Arial"/>
              </a:defRPr>
            </a:lvl9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A function can calculate quietly. main() can decide what the user sees.</a:t>
            </a:r>
          </a:p>
        </p:txBody>
      </p:sp>
      <p:sp>
        <p:nvSpPr>
          <p:cNvPr id="8" name="">
            <a:extLst xmlns:a="http://schemas.openxmlformats.org/drawingml/2006/main">
              <a:ext uri="{FF2B5EF4-FFF2-40B4-BE49-F238E27FC236}">
                <a16:creationId xmlns:a16="http://schemas.microsoft.com/office/drawing/2014/main" id="{23104CFE-F5E8-4094-89BE-9A1E88F49650}"/>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11:42-11:50 | Results and output</a:t>
            </a:r>
          </a:p>
        </p:txBody>
      </p:sp>
    </p:spTree>
    <p:extLst>
      <p:ext uri="{BB962C8B-B14F-4D97-AF65-F5344CB8AC3E}">
        <p14:creationId xmlns:p14="http://schemas.microsoft.com/office/powerpoint/2010/main" val="8178436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97F5302-3CE0-428A-BBDE-1ECAF49C310A}"/>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Decomposition gives each function one job</a:t>
            </a:r>
          </a:p>
        </p:txBody>
      </p:sp>
      <p:sp>
        <p:nvSpPr>
          <p:cNvPr id="2" name="">
            <a:extLst xmlns:a="http://schemas.openxmlformats.org/drawingml/2006/main">
              <a:ext uri="{FF2B5EF4-FFF2-40B4-BE49-F238E27FC236}">
                <a16:creationId xmlns:a16="http://schemas.microsoft.com/office/drawing/2014/main" id="{1FDF7F33-09C8-420F-8F25-7A14C3D70419}"/>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Smaller parts are easier to test, explain, and replace</a:t>
            </a:r>
          </a:p>
        </p:txBody>
      </p:sp>
      <p:sp>
        <p:nvSpPr>
          <p:cNvPr id="3" name="">
            <a:extLst xmlns:a="http://schemas.openxmlformats.org/drawingml/2006/main">
              <a:ext uri="{FF2B5EF4-FFF2-40B4-BE49-F238E27FC236}">
                <a16:creationId xmlns:a16="http://schemas.microsoft.com/office/drawing/2014/main" id="{EC45E0B3-3F66-4C70-9ECB-39C0134B9EFB}"/>
              </a:ext>
            </a:extLst>
          </p:cNvPr>
          <p:cNvSpPr>
            <a:spLocks xmlns:a="http://schemas.openxmlformats.org/drawingml/2006/main" noGrp="1"/>
          </p:cNvSpPr>
          <p:nvPr/>
        </p:nvSpPr>
        <p:spPr>
          <a:xfrm xmlns:a="http://schemas.openxmlformats.org/drawingml/2006/main">
            <a:off x="990600" y="17145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DF6765"/>
                </a:solidFill>
                <a:latin typeface="Consolas"/>
                <a:ea typeface="Consolas"/>
                <a:cs typeface="Consolas"/>
              </a:defRPr>
            </a:defPPr>
            <a:lvl1pPr>
              <a:defRPr sz="2025" b="1" i="0">
                <a:solidFill>
                  <a:srgbClr val="DF6765"/>
                </a:solidFill>
                <a:latin typeface="Consolas"/>
                <a:ea typeface="Consolas"/>
                <a:cs typeface="Consolas"/>
              </a:defRPr>
            </a:lvl1pPr>
            <a:lvl2pPr>
              <a:defRPr sz="2025" b="1" i="0">
                <a:solidFill>
                  <a:srgbClr val="DF6765"/>
                </a:solidFill>
                <a:latin typeface="Consolas"/>
                <a:ea typeface="Consolas"/>
                <a:cs typeface="Consolas"/>
              </a:defRPr>
            </a:lvl2pPr>
            <a:lvl3pPr>
              <a:defRPr sz="2025" b="1" i="0">
                <a:solidFill>
                  <a:srgbClr val="DF6765"/>
                </a:solidFill>
                <a:latin typeface="Consolas"/>
                <a:ea typeface="Consolas"/>
                <a:cs typeface="Consolas"/>
              </a:defRPr>
            </a:lvl3pPr>
            <a:lvl4pPr>
              <a:defRPr sz="2025" b="1" i="0">
                <a:solidFill>
                  <a:srgbClr val="DF6765"/>
                </a:solidFill>
                <a:latin typeface="Consolas"/>
                <a:ea typeface="Consolas"/>
                <a:cs typeface="Consolas"/>
              </a:defRPr>
            </a:lvl4pPr>
            <a:lvl5pPr>
              <a:defRPr sz="2025" b="1" i="0">
                <a:solidFill>
                  <a:srgbClr val="DF6765"/>
                </a:solidFill>
                <a:latin typeface="Consolas"/>
                <a:ea typeface="Consolas"/>
                <a:cs typeface="Consolas"/>
              </a:defRPr>
            </a:lvl5pPr>
            <a:lvl6pPr>
              <a:defRPr sz="2025" b="1" i="0">
                <a:solidFill>
                  <a:srgbClr val="DF6765"/>
                </a:solidFill>
                <a:latin typeface="Consolas"/>
                <a:ea typeface="Consolas"/>
                <a:cs typeface="Consolas"/>
              </a:defRPr>
            </a:lvl6pPr>
            <a:lvl7pPr>
              <a:defRPr sz="2025" b="1" i="0">
                <a:solidFill>
                  <a:srgbClr val="DF6765"/>
                </a:solidFill>
                <a:latin typeface="Consolas"/>
                <a:ea typeface="Consolas"/>
                <a:cs typeface="Consolas"/>
              </a:defRPr>
            </a:lvl7pPr>
            <a:lvl8pPr>
              <a:defRPr sz="2025" b="1" i="0">
                <a:solidFill>
                  <a:srgbClr val="DF6765"/>
                </a:solidFill>
                <a:latin typeface="Consolas"/>
                <a:ea typeface="Consolas"/>
                <a:cs typeface="Consolas"/>
              </a:defRPr>
            </a:lvl8pPr>
            <a:lvl9pPr>
              <a:defRPr sz="2025" b="1" i="0">
                <a:solidFill>
                  <a:srgbClr val="DF6765"/>
                </a:solidFill>
                <a:latin typeface="Consolas"/>
                <a:ea typeface="Consolas"/>
                <a:cs typeface="Consolas"/>
              </a:defRPr>
            </a:lvl9pPr>
          </a:lstStyle>
          <a:p xmlns:a="http://schemas.openxmlformats.org/drawingml/2006/main">
            <a:pPr>
              <a:defRPr sz="2025" b="1" i="0">
                <a:solidFill>
                  <a:srgbClr val="DF6765"/>
                </a:solidFill>
                <a:latin typeface="Consolas"/>
                <a:ea typeface="Consolas"/>
                <a:cs typeface="Consolas"/>
              </a:defRPr>
            </a:pPr>
            <a:r>
              <a:rPr sz="2025" b="1" i="0">
                <a:solidFill>
                  <a:srgbClr val="DF6765"/>
                </a:solidFill>
                <a:latin typeface="Consolas"/>
                <a:ea typeface="Consolas"/>
                <a:cs typeface="Consolas"/>
              </a:rPr>
              <a:t>collect_scores()</a:t>
            </a:r>
          </a:p>
        </p:txBody>
      </p:sp>
      <p:sp>
        <p:nvSpPr>
          <p:cNvPr id="4" name="">
            <a:extLst xmlns:a="http://schemas.openxmlformats.org/drawingml/2006/main">
              <a:ext uri="{FF2B5EF4-FFF2-40B4-BE49-F238E27FC236}">
                <a16:creationId xmlns:a16="http://schemas.microsoft.com/office/drawing/2014/main" id="{37213B6B-F4BA-451B-BC3E-2A444FB69D1C}"/>
              </a:ext>
            </a:extLst>
          </p:cNvPr>
          <p:cNvSpPr>
            <a:spLocks xmlns:a="http://schemas.openxmlformats.org/drawingml/2006/main" noGrp="1"/>
          </p:cNvSpPr>
          <p:nvPr/>
        </p:nvSpPr>
        <p:spPr>
          <a:xfrm xmlns:a="http://schemas.openxmlformats.org/drawingml/2006/main">
            <a:off x="5334000" y="17145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Get and store user input</a:t>
            </a:r>
          </a:p>
        </p:txBody>
      </p:sp>
      <p:sp>
        <p:nvSpPr>
          <p:cNvPr id="5" name="">
            <a:extLst xmlns:a="http://schemas.openxmlformats.org/drawingml/2006/main">
              <a:ext uri="{FF2B5EF4-FFF2-40B4-BE49-F238E27FC236}">
                <a16:creationId xmlns:a16="http://schemas.microsoft.com/office/drawing/2014/main" id="{06E09BAA-D470-477E-AC5D-7A55A90A687F}"/>
              </a:ext>
            </a:extLst>
          </p:cNvPr>
          <p:cNvSpPr>
            <a:spLocks xmlns:a="http://schemas.openxmlformats.org/drawingml/2006/main" noGrp="1"/>
          </p:cNvSpPr>
          <p:nvPr/>
        </p:nvSpPr>
        <p:spPr>
          <a:xfrm xmlns:a="http://schemas.openxmlformats.org/drawingml/2006/main">
            <a:off x="990600" y="26670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2F6F89"/>
                </a:solidFill>
                <a:latin typeface="Consolas"/>
                <a:ea typeface="Consolas"/>
                <a:cs typeface="Consolas"/>
              </a:defRPr>
            </a:defPPr>
            <a:lvl1pPr>
              <a:defRPr sz="2025" b="1" i="0">
                <a:solidFill>
                  <a:srgbClr val="2F6F89"/>
                </a:solidFill>
                <a:latin typeface="Consolas"/>
                <a:ea typeface="Consolas"/>
                <a:cs typeface="Consolas"/>
              </a:defRPr>
            </a:lvl1pPr>
            <a:lvl2pPr>
              <a:defRPr sz="2025" b="1" i="0">
                <a:solidFill>
                  <a:srgbClr val="2F6F89"/>
                </a:solidFill>
                <a:latin typeface="Consolas"/>
                <a:ea typeface="Consolas"/>
                <a:cs typeface="Consolas"/>
              </a:defRPr>
            </a:lvl2pPr>
            <a:lvl3pPr>
              <a:defRPr sz="2025" b="1" i="0">
                <a:solidFill>
                  <a:srgbClr val="2F6F89"/>
                </a:solidFill>
                <a:latin typeface="Consolas"/>
                <a:ea typeface="Consolas"/>
                <a:cs typeface="Consolas"/>
              </a:defRPr>
            </a:lvl3pPr>
            <a:lvl4pPr>
              <a:defRPr sz="2025" b="1" i="0">
                <a:solidFill>
                  <a:srgbClr val="2F6F89"/>
                </a:solidFill>
                <a:latin typeface="Consolas"/>
                <a:ea typeface="Consolas"/>
                <a:cs typeface="Consolas"/>
              </a:defRPr>
            </a:lvl4pPr>
            <a:lvl5pPr>
              <a:defRPr sz="2025" b="1" i="0">
                <a:solidFill>
                  <a:srgbClr val="2F6F89"/>
                </a:solidFill>
                <a:latin typeface="Consolas"/>
                <a:ea typeface="Consolas"/>
                <a:cs typeface="Consolas"/>
              </a:defRPr>
            </a:lvl5pPr>
            <a:lvl6pPr>
              <a:defRPr sz="2025" b="1" i="0">
                <a:solidFill>
                  <a:srgbClr val="2F6F89"/>
                </a:solidFill>
                <a:latin typeface="Consolas"/>
                <a:ea typeface="Consolas"/>
                <a:cs typeface="Consolas"/>
              </a:defRPr>
            </a:lvl6pPr>
            <a:lvl7pPr>
              <a:defRPr sz="2025" b="1" i="0">
                <a:solidFill>
                  <a:srgbClr val="2F6F89"/>
                </a:solidFill>
                <a:latin typeface="Consolas"/>
                <a:ea typeface="Consolas"/>
                <a:cs typeface="Consolas"/>
              </a:defRPr>
            </a:lvl7pPr>
            <a:lvl8pPr>
              <a:defRPr sz="2025" b="1" i="0">
                <a:solidFill>
                  <a:srgbClr val="2F6F89"/>
                </a:solidFill>
                <a:latin typeface="Consolas"/>
                <a:ea typeface="Consolas"/>
                <a:cs typeface="Consolas"/>
              </a:defRPr>
            </a:lvl8pPr>
            <a:lvl9pPr>
              <a:defRPr sz="2025" b="1" i="0">
                <a:solidFill>
                  <a:srgbClr val="2F6F89"/>
                </a:solidFill>
                <a:latin typeface="Consolas"/>
                <a:ea typeface="Consolas"/>
                <a:cs typeface="Consolas"/>
              </a:defRPr>
            </a:lvl9pPr>
          </a:lstStyle>
          <a:p xmlns:a="http://schemas.openxmlformats.org/drawingml/2006/main">
            <a:pPr>
              <a:defRPr sz="2025" b="1" i="0">
                <a:solidFill>
                  <a:srgbClr val="2F6F89"/>
                </a:solidFill>
                <a:latin typeface="Consolas"/>
                <a:ea typeface="Consolas"/>
                <a:cs typeface="Consolas"/>
              </a:defRPr>
            </a:pPr>
            <a:r>
              <a:rPr sz="2025" b="1" i="0">
                <a:solidFill>
                  <a:srgbClr val="2F6F89"/>
                </a:solidFill>
                <a:latin typeface="Consolas"/>
                <a:ea typeface="Consolas"/>
                <a:cs typeface="Consolas"/>
              </a:rPr>
              <a:t>calculate_average()</a:t>
            </a:r>
          </a:p>
        </p:txBody>
      </p:sp>
      <p:sp>
        <p:nvSpPr>
          <p:cNvPr id="6" name="">
            <a:extLst xmlns:a="http://schemas.openxmlformats.org/drawingml/2006/main">
              <a:ext uri="{FF2B5EF4-FFF2-40B4-BE49-F238E27FC236}">
                <a16:creationId xmlns:a16="http://schemas.microsoft.com/office/drawing/2014/main" id="{88DB382A-0FD8-4270-9A82-7B1989EC5A86}"/>
              </a:ext>
            </a:extLst>
          </p:cNvPr>
          <p:cNvSpPr>
            <a:spLocks xmlns:a="http://schemas.openxmlformats.org/drawingml/2006/main" noGrp="1"/>
          </p:cNvSpPr>
          <p:nvPr/>
        </p:nvSpPr>
        <p:spPr>
          <a:xfrm xmlns:a="http://schemas.openxmlformats.org/drawingml/2006/main">
            <a:off x="5334000" y="26670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Process the list</a:t>
            </a:r>
          </a:p>
        </p:txBody>
      </p:sp>
      <p:sp>
        <p:nvSpPr>
          <p:cNvPr id="7" name="">
            <a:extLst xmlns:a="http://schemas.openxmlformats.org/drawingml/2006/main">
              <a:ext uri="{FF2B5EF4-FFF2-40B4-BE49-F238E27FC236}">
                <a16:creationId xmlns:a16="http://schemas.microsoft.com/office/drawing/2014/main" id="{0F5595D5-7CC7-44F5-B374-82901041B942}"/>
              </a:ext>
            </a:extLst>
          </p:cNvPr>
          <p:cNvSpPr>
            <a:spLocks xmlns:a="http://schemas.openxmlformats.org/drawingml/2006/main" noGrp="1"/>
          </p:cNvSpPr>
          <p:nvPr/>
        </p:nvSpPr>
        <p:spPr>
          <a:xfrm xmlns:a="http://schemas.openxmlformats.org/drawingml/2006/main">
            <a:off x="990600" y="36195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5F9F4B"/>
                </a:solidFill>
                <a:latin typeface="Consolas"/>
                <a:ea typeface="Consolas"/>
                <a:cs typeface="Consolas"/>
              </a:defRPr>
            </a:defPPr>
            <a:lvl1pPr>
              <a:defRPr sz="2025" b="1" i="0">
                <a:solidFill>
                  <a:srgbClr val="5F9F4B"/>
                </a:solidFill>
                <a:latin typeface="Consolas"/>
                <a:ea typeface="Consolas"/>
                <a:cs typeface="Consolas"/>
              </a:defRPr>
            </a:lvl1pPr>
            <a:lvl2pPr>
              <a:defRPr sz="2025" b="1" i="0">
                <a:solidFill>
                  <a:srgbClr val="5F9F4B"/>
                </a:solidFill>
                <a:latin typeface="Consolas"/>
                <a:ea typeface="Consolas"/>
                <a:cs typeface="Consolas"/>
              </a:defRPr>
            </a:lvl2pPr>
            <a:lvl3pPr>
              <a:defRPr sz="2025" b="1" i="0">
                <a:solidFill>
                  <a:srgbClr val="5F9F4B"/>
                </a:solidFill>
                <a:latin typeface="Consolas"/>
                <a:ea typeface="Consolas"/>
                <a:cs typeface="Consolas"/>
              </a:defRPr>
            </a:lvl3pPr>
            <a:lvl4pPr>
              <a:defRPr sz="2025" b="1" i="0">
                <a:solidFill>
                  <a:srgbClr val="5F9F4B"/>
                </a:solidFill>
                <a:latin typeface="Consolas"/>
                <a:ea typeface="Consolas"/>
                <a:cs typeface="Consolas"/>
              </a:defRPr>
            </a:lvl4pPr>
            <a:lvl5pPr>
              <a:defRPr sz="2025" b="1" i="0">
                <a:solidFill>
                  <a:srgbClr val="5F9F4B"/>
                </a:solidFill>
                <a:latin typeface="Consolas"/>
                <a:ea typeface="Consolas"/>
                <a:cs typeface="Consolas"/>
              </a:defRPr>
            </a:lvl5pPr>
            <a:lvl6pPr>
              <a:defRPr sz="2025" b="1" i="0">
                <a:solidFill>
                  <a:srgbClr val="5F9F4B"/>
                </a:solidFill>
                <a:latin typeface="Consolas"/>
                <a:ea typeface="Consolas"/>
                <a:cs typeface="Consolas"/>
              </a:defRPr>
            </a:lvl6pPr>
            <a:lvl7pPr>
              <a:defRPr sz="2025" b="1" i="0">
                <a:solidFill>
                  <a:srgbClr val="5F9F4B"/>
                </a:solidFill>
                <a:latin typeface="Consolas"/>
                <a:ea typeface="Consolas"/>
                <a:cs typeface="Consolas"/>
              </a:defRPr>
            </a:lvl7pPr>
            <a:lvl8pPr>
              <a:defRPr sz="2025" b="1" i="0">
                <a:solidFill>
                  <a:srgbClr val="5F9F4B"/>
                </a:solidFill>
                <a:latin typeface="Consolas"/>
                <a:ea typeface="Consolas"/>
                <a:cs typeface="Consolas"/>
              </a:defRPr>
            </a:lvl8pPr>
            <a:lvl9pPr>
              <a:defRPr sz="2025" b="1" i="0">
                <a:solidFill>
                  <a:srgbClr val="5F9F4B"/>
                </a:solidFill>
                <a:latin typeface="Consolas"/>
                <a:ea typeface="Consolas"/>
                <a:cs typeface="Consolas"/>
              </a:defRPr>
            </a:lvl9pPr>
          </a:lstStyle>
          <a:p xmlns:a="http://schemas.openxmlformats.org/drawingml/2006/main">
            <a:pPr>
              <a:defRPr sz="2025" b="1" i="0">
                <a:solidFill>
                  <a:srgbClr val="5F9F4B"/>
                </a:solidFill>
                <a:latin typeface="Consolas"/>
                <a:ea typeface="Consolas"/>
                <a:cs typeface="Consolas"/>
              </a:defRPr>
            </a:pPr>
            <a:r>
              <a:rPr sz="2025" b="1" i="0">
                <a:solidFill>
                  <a:srgbClr val="5F9F4B"/>
                </a:solidFill>
                <a:latin typeface="Consolas"/>
                <a:ea typeface="Consolas"/>
                <a:cs typeface="Consolas"/>
              </a:rPr>
              <a:t>build_message()</a:t>
            </a:r>
          </a:p>
        </p:txBody>
      </p:sp>
      <p:sp>
        <p:nvSpPr>
          <p:cNvPr id="8" name="">
            <a:extLst xmlns:a="http://schemas.openxmlformats.org/drawingml/2006/main">
              <a:ext uri="{FF2B5EF4-FFF2-40B4-BE49-F238E27FC236}">
                <a16:creationId xmlns:a16="http://schemas.microsoft.com/office/drawing/2014/main" id="{1458F6DA-F655-4A42-9C2F-52CF1D3E28C6}"/>
              </a:ext>
            </a:extLst>
          </p:cNvPr>
          <p:cNvSpPr>
            <a:spLocks xmlns:a="http://schemas.openxmlformats.org/drawingml/2006/main" noGrp="1"/>
          </p:cNvSpPr>
          <p:nvPr/>
        </p:nvSpPr>
        <p:spPr>
          <a:xfrm xmlns:a="http://schemas.openxmlformats.org/drawingml/2006/main">
            <a:off x="5334000" y="36195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Choose useful feedback</a:t>
            </a:r>
          </a:p>
        </p:txBody>
      </p:sp>
      <p:sp>
        <p:nvSpPr>
          <p:cNvPr id="9" name="">
            <a:extLst xmlns:a="http://schemas.openxmlformats.org/drawingml/2006/main">
              <a:ext uri="{FF2B5EF4-FFF2-40B4-BE49-F238E27FC236}">
                <a16:creationId xmlns:a16="http://schemas.microsoft.com/office/drawing/2014/main" id="{8E0A6609-0699-4C11-B0D8-DB21EED97114}"/>
              </a:ext>
            </a:extLst>
          </p:cNvPr>
          <p:cNvSpPr>
            <a:spLocks xmlns:a="http://schemas.openxmlformats.org/drawingml/2006/main" noGrp="1"/>
          </p:cNvSpPr>
          <p:nvPr/>
        </p:nvSpPr>
        <p:spPr>
          <a:xfrm xmlns:a="http://schemas.openxmlformats.org/drawingml/2006/main">
            <a:off x="990600" y="45720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3C8994"/>
                </a:solidFill>
                <a:latin typeface="Consolas"/>
                <a:ea typeface="Consolas"/>
                <a:cs typeface="Consolas"/>
              </a:defRPr>
            </a:defPPr>
            <a:lvl1pPr>
              <a:defRPr sz="2025" b="1" i="0">
                <a:solidFill>
                  <a:srgbClr val="3C8994"/>
                </a:solidFill>
                <a:latin typeface="Consolas"/>
                <a:ea typeface="Consolas"/>
                <a:cs typeface="Consolas"/>
              </a:defRPr>
            </a:lvl1pPr>
            <a:lvl2pPr>
              <a:defRPr sz="2025" b="1" i="0">
                <a:solidFill>
                  <a:srgbClr val="3C8994"/>
                </a:solidFill>
                <a:latin typeface="Consolas"/>
                <a:ea typeface="Consolas"/>
                <a:cs typeface="Consolas"/>
              </a:defRPr>
            </a:lvl2pPr>
            <a:lvl3pPr>
              <a:defRPr sz="2025" b="1" i="0">
                <a:solidFill>
                  <a:srgbClr val="3C8994"/>
                </a:solidFill>
                <a:latin typeface="Consolas"/>
                <a:ea typeface="Consolas"/>
                <a:cs typeface="Consolas"/>
              </a:defRPr>
            </a:lvl3pPr>
            <a:lvl4pPr>
              <a:defRPr sz="2025" b="1" i="0">
                <a:solidFill>
                  <a:srgbClr val="3C8994"/>
                </a:solidFill>
                <a:latin typeface="Consolas"/>
                <a:ea typeface="Consolas"/>
                <a:cs typeface="Consolas"/>
              </a:defRPr>
            </a:lvl4pPr>
            <a:lvl5pPr>
              <a:defRPr sz="2025" b="1" i="0">
                <a:solidFill>
                  <a:srgbClr val="3C8994"/>
                </a:solidFill>
                <a:latin typeface="Consolas"/>
                <a:ea typeface="Consolas"/>
                <a:cs typeface="Consolas"/>
              </a:defRPr>
            </a:lvl5pPr>
            <a:lvl6pPr>
              <a:defRPr sz="2025" b="1" i="0">
                <a:solidFill>
                  <a:srgbClr val="3C8994"/>
                </a:solidFill>
                <a:latin typeface="Consolas"/>
                <a:ea typeface="Consolas"/>
                <a:cs typeface="Consolas"/>
              </a:defRPr>
            </a:lvl6pPr>
            <a:lvl7pPr>
              <a:defRPr sz="2025" b="1" i="0">
                <a:solidFill>
                  <a:srgbClr val="3C8994"/>
                </a:solidFill>
                <a:latin typeface="Consolas"/>
                <a:ea typeface="Consolas"/>
                <a:cs typeface="Consolas"/>
              </a:defRPr>
            </a:lvl7pPr>
            <a:lvl8pPr>
              <a:defRPr sz="2025" b="1" i="0">
                <a:solidFill>
                  <a:srgbClr val="3C8994"/>
                </a:solidFill>
                <a:latin typeface="Consolas"/>
                <a:ea typeface="Consolas"/>
                <a:cs typeface="Consolas"/>
              </a:defRPr>
            </a:lvl8pPr>
            <a:lvl9pPr>
              <a:defRPr sz="2025" b="1" i="0">
                <a:solidFill>
                  <a:srgbClr val="3C8994"/>
                </a:solidFill>
                <a:latin typeface="Consolas"/>
                <a:ea typeface="Consolas"/>
                <a:cs typeface="Consolas"/>
              </a:defRPr>
            </a:lvl9pPr>
          </a:lstStyle>
          <a:p xmlns:a="http://schemas.openxmlformats.org/drawingml/2006/main">
            <a:pPr>
              <a:defRPr sz="2025" b="1" i="0">
                <a:solidFill>
                  <a:srgbClr val="3C8994"/>
                </a:solidFill>
                <a:latin typeface="Consolas"/>
                <a:ea typeface="Consolas"/>
                <a:cs typeface="Consolas"/>
              </a:defRPr>
            </a:pPr>
            <a:r>
              <a:rPr sz="2025" b="1" i="0">
                <a:solidFill>
                  <a:srgbClr val="3C8994"/>
                </a:solidFill>
                <a:latin typeface="Consolas"/>
                <a:ea typeface="Consolas"/>
                <a:cs typeface="Consolas"/>
              </a:rPr>
              <a:t>main()</a:t>
            </a:r>
          </a:p>
        </p:txBody>
      </p:sp>
      <p:sp>
        <p:nvSpPr>
          <p:cNvPr id="10" name="">
            <a:extLst xmlns:a="http://schemas.openxmlformats.org/drawingml/2006/main">
              <a:ext uri="{FF2B5EF4-FFF2-40B4-BE49-F238E27FC236}">
                <a16:creationId xmlns:a16="http://schemas.microsoft.com/office/drawing/2014/main" id="{79575141-9FD6-4170-BABE-D92E4FADEE96}"/>
              </a:ext>
            </a:extLst>
          </p:cNvPr>
          <p:cNvSpPr>
            <a:spLocks xmlns:a="http://schemas.openxmlformats.org/drawingml/2006/main" noGrp="1"/>
          </p:cNvSpPr>
          <p:nvPr/>
        </p:nvSpPr>
        <p:spPr>
          <a:xfrm xmlns:a="http://schemas.openxmlformats.org/drawingml/2006/main">
            <a:off x="5334000" y="45720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vl1pPr>
              <a:defRPr sz="2025" b="0" i="0">
                <a:solidFill>
                  <a:srgbClr val="172433"/>
                </a:solidFill>
                <a:latin typeface="Arial"/>
                <a:ea typeface="Arial"/>
                <a:cs typeface="Arial"/>
              </a:defRPr>
            </a:lvl1pPr>
            <a:lvl2pPr>
              <a:defRPr sz="2025" b="0" i="0">
                <a:solidFill>
                  <a:srgbClr val="172433"/>
                </a:solidFill>
                <a:latin typeface="Arial"/>
                <a:ea typeface="Arial"/>
                <a:cs typeface="Arial"/>
              </a:defRPr>
            </a:lvl2pPr>
            <a:lvl3pPr>
              <a:defRPr sz="2025" b="0" i="0">
                <a:solidFill>
                  <a:srgbClr val="172433"/>
                </a:solidFill>
                <a:latin typeface="Arial"/>
                <a:ea typeface="Arial"/>
                <a:cs typeface="Arial"/>
              </a:defRPr>
            </a:lvl3pPr>
            <a:lvl4pPr>
              <a:defRPr sz="2025" b="0" i="0">
                <a:solidFill>
                  <a:srgbClr val="172433"/>
                </a:solidFill>
                <a:latin typeface="Arial"/>
                <a:ea typeface="Arial"/>
                <a:cs typeface="Arial"/>
              </a:defRPr>
            </a:lvl4pPr>
            <a:lvl5pPr>
              <a:defRPr sz="2025" b="0" i="0">
                <a:solidFill>
                  <a:srgbClr val="172433"/>
                </a:solidFill>
                <a:latin typeface="Arial"/>
                <a:ea typeface="Arial"/>
                <a:cs typeface="Arial"/>
              </a:defRPr>
            </a:lvl5pPr>
            <a:lvl6pPr>
              <a:defRPr sz="2025" b="0" i="0">
                <a:solidFill>
                  <a:srgbClr val="172433"/>
                </a:solidFill>
                <a:latin typeface="Arial"/>
                <a:ea typeface="Arial"/>
                <a:cs typeface="Arial"/>
              </a:defRPr>
            </a:lvl6pPr>
            <a:lvl7pPr>
              <a:defRPr sz="2025" b="0" i="0">
                <a:solidFill>
                  <a:srgbClr val="172433"/>
                </a:solidFill>
                <a:latin typeface="Arial"/>
                <a:ea typeface="Arial"/>
                <a:cs typeface="Arial"/>
              </a:defRPr>
            </a:lvl7pPr>
            <a:lvl8pPr>
              <a:defRPr sz="2025" b="0" i="0">
                <a:solidFill>
                  <a:srgbClr val="172433"/>
                </a:solidFill>
                <a:latin typeface="Arial"/>
                <a:ea typeface="Arial"/>
                <a:cs typeface="Arial"/>
              </a:defRPr>
            </a:lvl8pPr>
            <a:lvl9pPr>
              <a:defRPr sz="2025" b="0" i="0">
                <a:solidFill>
                  <a:srgbClr val="172433"/>
                </a:solidFill>
                <a:latin typeface="Arial"/>
                <a:ea typeface="Arial"/>
                <a:cs typeface="Arial"/>
              </a:defRPr>
            </a:lvl9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Coordinate the program</a:t>
            </a:r>
          </a:p>
        </p:txBody>
      </p:sp>
      <p:sp>
        <p:nvSpPr>
          <p:cNvPr id="11" name="">
            <a:extLst xmlns:a="http://schemas.openxmlformats.org/drawingml/2006/main">
              <a:ext uri="{FF2B5EF4-FFF2-40B4-BE49-F238E27FC236}">
                <a16:creationId xmlns:a16="http://schemas.microsoft.com/office/drawing/2014/main" id="{64CDA772-D545-40FB-9B3C-E1949144D695}"/>
              </a:ext>
            </a:extLst>
          </p:cNvPr>
          <p:cNvSpPr>
            <a:spLocks xmlns:a="http://schemas.openxmlformats.org/drawingml/2006/main" noGrp="1"/>
          </p:cNvSpPr>
          <p:nvPr/>
        </p:nvSpPr>
        <p:spPr>
          <a:xfrm xmlns:a="http://schemas.openxmlformats.org/drawingml/2006/main">
            <a:off x="1143000" y="5619750"/>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DF6765"/>
                </a:solidFill>
                <a:latin typeface="Arial"/>
                <a:ea typeface="Arial"/>
                <a:cs typeface="Arial"/>
              </a:defRPr>
            </a:defPPr>
            <a:lvl1pPr>
              <a:defRPr sz="1950" b="1" i="0">
                <a:solidFill>
                  <a:srgbClr val="DF6765"/>
                </a:solidFill>
                <a:latin typeface="Arial"/>
                <a:ea typeface="Arial"/>
                <a:cs typeface="Arial"/>
              </a:defRPr>
            </a:lvl1pPr>
            <a:lvl2pPr>
              <a:defRPr sz="1950" b="1" i="0">
                <a:solidFill>
                  <a:srgbClr val="DF6765"/>
                </a:solidFill>
                <a:latin typeface="Arial"/>
                <a:ea typeface="Arial"/>
                <a:cs typeface="Arial"/>
              </a:defRPr>
            </a:lvl2pPr>
            <a:lvl3pPr>
              <a:defRPr sz="1950" b="1" i="0">
                <a:solidFill>
                  <a:srgbClr val="DF6765"/>
                </a:solidFill>
                <a:latin typeface="Arial"/>
                <a:ea typeface="Arial"/>
                <a:cs typeface="Arial"/>
              </a:defRPr>
            </a:lvl3pPr>
            <a:lvl4pPr>
              <a:defRPr sz="1950" b="1" i="0">
                <a:solidFill>
                  <a:srgbClr val="DF6765"/>
                </a:solidFill>
                <a:latin typeface="Arial"/>
                <a:ea typeface="Arial"/>
                <a:cs typeface="Arial"/>
              </a:defRPr>
            </a:lvl4pPr>
            <a:lvl5pPr>
              <a:defRPr sz="1950" b="1" i="0">
                <a:solidFill>
                  <a:srgbClr val="DF6765"/>
                </a:solidFill>
                <a:latin typeface="Arial"/>
                <a:ea typeface="Arial"/>
                <a:cs typeface="Arial"/>
              </a:defRPr>
            </a:lvl5pPr>
            <a:lvl6pPr>
              <a:defRPr sz="1950" b="1" i="0">
                <a:solidFill>
                  <a:srgbClr val="DF6765"/>
                </a:solidFill>
                <a:latin typeface="Arial"/>
                <a:ea typeface="Arial"/>
                <a:cs typeface="Arial"/>
              </a:defRPr>
            </a:lvl6pPr>
            <a:lvl7pPr>
              <a:defRPr sz="1950" b="1" i="0">
                <a:solidFill>
                  <a:srgbClr val="DF6765"/>
                </a:solidFill>
                <a:latin typeface="Arial"/>
                <a:ea typeface="Arial"/>
                <a:cs typeface="Arial"/>
              </a:defRPr>
            </a:lvl7pPr>
            <a:lvl8pPr>
              <a:defRPr sz="1950" b="1" i="0">
                <a:solidFill>
                  <a:srgbClr val="DF6765"/>
                </a:solidFill>
                <a:latin typeface="Arial"/>
                <a:ea typeface="Arial"/>
                <a:cs typeface="Arial"/>
              </a:defRPr>
            </a:lvl8pPr>
            <a:lvl9pPr>
              <a:defRPr sz="1950" b="1" i="0">
                <a:solidFill>
                  <a:srgbClr val="DF6765"/>
                </a:solidFill>
                <a:latin typeface="Arial"/>
                <a:ea typeface="Arial"/>
                <a:cs typeface="Arial"/>
              </a:defRPr>
            </a:lvl9pPr>
          </a:lstStyle>
          <a:p xmlns:a="http://schemas.openxmlformats.org/drawingml/2006/main">
            <a:pPr>
              <a:defRPr sz="1950" b="1" i="0">
                <a:solidFill>
                  <a:srgbClr val="DF6765"/>
                </a:solidFill>
                <a:latin typeface="Arial"/>
                <a:ea typeface="Arial"/>
                <a:cs typeface="Arial"/>
              </a:defRPr>
            </a:pPr>
            <a:r>
              <a:rPr sz="1950" b="1" i="0">
                <a:solidFill>
                  <a:srgbClr val="DF6765"/>
                </a:solidFill>
                <a:latin typeface="Arial"/>
                <a:ea typeface="Arial"/>
                <a:cs typeface="Arial"/>
              </a:rPr>
              <a:t>If the job description needs “and,” the function may be doing too much.</a:t>
            </a:r>
          </a:p>
        </p:txBody>
      </p:sp>
      <p:sp>
        <p:nvSpPr>
          <p:cNvPr id="12" name="">
            <a:extLst xmlns:a="http://schemas.openxmlformats.org/drawingml/2006/main">
              <a:ext uri="{FF2B5EF4-FFF2-40B4-BE49-F238E27FC236}">
                <a16:creationId xmlns:a16="http://schemas.microsoft.com/office/drawing/2014/main" id="{EAFF10BC-A686-4B1F-8F20-74E23CE9E90C}"/>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11:50-12:00 | Program structure</a:t>
            </a:r>
          </a:p>
        </p:txBody>
      </p:sp>
    </p:spTree>
    <p:extLst>
      <p:ext uri="{BB962C8B-B14F-4D97-AF65-F5344CB8AC3E}">
        <p14:creationId xmlns:p14="http://schemas.microsoft.com/office/powerpoint/2010/main" val="43830232"/>
      </p:ext>
    </p:extLst>
  </p:cSld>
</p:sld>
</file>

<file path=ppt/slides/slide26.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A50F07-6CA5-4D03-B470-8A5525882454}"/>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Engineering Output Tracker</a:t>
            </a:r>
          </a:p>
        </p:txBody>
      </p:sp>
      <p:sp>
        <p:nvSpPr>
          <p:cNvPr id="2" name="">
            <a:extLst xmlns:a="http://schemas.openxmlformats.org/drawingml/2006/main">
              <a:ext uri="{FF2B5EF4-FFF2-40B4-BE49-F238E27FC236}">
                <a16:creationId xmlns:a16="http://schemas.microsoft.com/office/drawing/2014/main" id="{91215624-179A-4127-A2D6-F3D56440A400}"/>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Complete a working minimum version before adding extras</a:t>
            </a:r>
          </a:p>
        </p:txBody>
      </p:sp>
      <p:sp>
        <p:nvSpPr>
          <p:cNvPr id="3" name="">
            <a:extLst xmlns:a="http://schemas.openxmlformats.org/drawingml/2006/main">
              <a:ext uri="{FF2B5EF4-FFF2-40B4-BE49-F238E27FC236}">
                <a16:creationId xmlns:a16="http://schemas.microsoft.com/office/drawing/2014/main" id="{E57D5F57-A658-4920-AF72-CE7F785A2324}"/>
              </a:ext>
            </a:extLst>
          </p:cNvPr>
          <p:cNvSpPr>
            <a:spLocks xmlns:a="http://schemas.openxmlformats.org/drawingml/2006/main" noGrp="1"/>
          </p:cNvSpPr>
          <p:nvPr/>
        </p:nvSpPr>
        <p:spPr>
          <a:xfrm xmlns:a="http://schemas.openxmlformats.org/drawingml/2006/main">
            <a:off x="1066800" y="171450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173654"/>
                </a:solidFill>
                <a:latin typeface="Arial"/>
                <a:ea typeface="Arial"/>
                <a:cs typeface="Arial"/>
              </a:defRPr>
            </a:defPPr>
            <a:lvl1pPr>
              <a:defRPr sz="2325" b="1" i="0">
                <a:solidFill>
                  <a:srgbClr val="173654"/>
                </a:solidFill>
                <a:latin typeface="Arial"/>
                <a:ea typeface="Arial"/>
                <a:cs typeface="Arial"/>
              </a:defRPr>
            </a:lvl1pPr>
            <a:lvl2pPr>
              <a:defRPr sz="2325" b="1" i="0">
                <a:solidFill>
                  <a:srgbClr val="173654"/>
                </a:solidFill>
                <a:latin typeface="Arial"/>
                <a:ea typeface="Arial"/>
                <a:cs typeface="Arial"/>
              </a:defRPr>
            </a:lvl2pPr>
            <a:lvl3pPr>
              <a:defRPr sz="2325" b="1" i="0">
                <a:solidFill>
                  <a:srgbClr val="173654"/>
                </a:solidFill>
                <a:latin typeface="Arial"/>
                <a:ea typeface="Arial"/>
                <a:cs typeface="Arial"/>
              </a:defRPr>
            </a:lvl3pPr>
            <a:lvl4pPr>
              <a:defRPr sz="2325" b="1" i="0">
                <a:solidFill>
                  <a:srgbClr val="173654"/>
                </a:solidFill>
                <a:latin typeface="Arial"/>
                <a:ea typeface="Arial"/>
                <a:cs typeface="Arial"/>
              </a:defRPr>
            </a:lvl4pPr>
            <a:lvl5pPr>
              <a:defRPr sz="2325" b="1" i="0">
                <a:solidFill>
                  <a:srgbClr val="173654"/>
                </a:solidFill>
                <a:latin typeface="Arial"/>
                <a:ea typeface="Arial"/>
                <a:cs typeface="Arial"/>
              </a:defRPr>
            </a:lvl5pPr>
            <a:lvl6pPr>
              <a:defRPr sz="2325" b="1" i="0">
                <a:solidFill>
                  <a:srgbClr val="173654"/>
                </a:solidFill>
                <a:latin typeface="Arial"/>
                <a:ea typeface="Arial"/>
                <a:cs typeface="Arial"/>
              </a:defRPr>
            </a:lvl6pPr>
            <a:lvl7pPr>
              <a:defRPr sz="2325" b="1" i="0">
                <a:solidFill>
                  <a:srgbClr val="173654"/>
                </a:solidFill>
                <a:latin typeface="Arial"/>
                <a:ea typeface="Arial"/>
                <a:cs typeface="Arial"/>
              </a:defRPr>
            </a:lvl7pPr>
            <a:lvl8pPr>
              <a:defRPr sz="2325" b="1" i="0">
                <a:solidFill>
                  <a:srgbClr val="173654"/>
                </a:solidFill>
                <a:latin typeface="Arial"/>
                <a:ea typeface="Arial"/>
                <a:cs typeface="Arial"/>
              </a:defRPr>
            </a:lvl8pPr>
            <a:lvl9pPr>
              <a:defRPr sz="2325" b="1" i="0">
                <a:solidFill>
                  <a:srgbClr val="173654"/>
                </a:solidFill>
                <a:latin typeface="Arial"/>
                <a:ea typeface="Arial"/>
                <a:cs typeface="Arial"/>
              </a:defRPr>
            </a:lvl9pPr>
          </a:lstStyle>
          <a:p xmlns:a="http://schemas.openxmlformats.org/drawingml/2006/main">
            <a:pPr>
              <a:defRPr sz="2325" b="1" i="0">
                <a:solidFill>
                  <a:srgbClr val="173654"/>
                </a:solidFill>
                <a:latin typeface="Arial"/>
                <a:ea typeface="Arial"/>
                <a:cs typeface="Arial"/>
              </a:defRPr>
            </a:pPr>
            <a:r>
              <a:rPr sz="2325" b="1" i="0">
                <a:solidFill>
                  <a:srgbClr val="173654"/>
                </a:solidFill>
                <a:latin typeface="Arial"/>
                <a:ea typeface="Arial"/>
                <a:cs typeface="Arial"/>
              </a:rPr>
              <a:t>Required</a:t>
            </a:r>
          </a:p>
        </p:txBody>
      </p:sp>
      <p:sp>
        <p:nvSpPr>
          <p:cNvPr id="4" name="">
            <a:extLst xmlns:a="http://schemas.openxmlformats.org/drawingml/2006/main">
              <a:ext uri="{FF2B5EF4-FFF2-40B4-BE49-F238E27FC236}">
                <a16:creationId xmlns:a16="http://schemas.microsoft.com/office/drawing/2014/main" id="{E26F77D2-0E82-4F0D-B204-C1AFBCD52F0D}"/>
              </a:ext>
            </a:extLst>
          </p:cNvPr>
          <p:cNvSpPr>
            <a:spLocks xmlns:a="http://schemas.openxmlformats.org/drawingml/2006/main" noGrp="1"/>
          </p:cNvSpPr>
          <p:nvPr/>
        </p:nvSpPr>
        <p:spPr>
          <a:xfrm xmlns:a="http://schemas.openxmlformats.org/drawingml/2006/main">
            <a:off x="952500" y="2266950"/>
            <a:ext cx="4857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a:solidFill>
                  <a:srgbClr val="172433"/>
                </a:solidFill>
                <a:latin typeface="Arial"/>
                <a:ea typeface="Arial"/>
                <a:cs typeface="Arial"/>
              </a:defRPr>
            </a:defPPr>
            <a:lvl1pPr>
              <a:defRPr sz="1875">
                <a:solidFill>
                  <a:srgbClr val="172433"/>
                </a:solidFill>
                <a:latin typeface="Arial"/>
                <a:ea typeface="Arial"/>
                <a:cs typeface="Arial"/>
              </a:defRPr>
            </a:lvl1pPr>
            <a:lvl2pPr>
              <a:defRPr sz="1875">
                <a:solidFill>
                  <a:srgbClr val="172433"/>
                </a:solidFill>
                <a:latin typeface="Arial"/>
                <a:ea typeface="Arial"/>
                <a:cs typeface="Arial"/>
              </a:defRPr>
            </a:lvl2pPr>
            <a:lvl3pPr>
              <a:defRPr sz="1875">
                <a:solidFill>
                  <a:srgbClr val="172433"/>
                </a:solidFill>
                <a:latin typeface="Arial"/>
                <a:ea typeface="Arial"/>
                <a:cs typeface="Arial"/>
              </a:defRPr>
            </a:lvl3pPr>
            <a:lvl4pPr>
              <a:defRPr sz="1875">
                <a:solidFill>
                  <a:srgbClr val="172433"/>
                </a:solidFill>
                <a:latin typeface="Arial"/>
                <a:ea typeface="Arial"/>
                <a:cs typeface="Arial"/>
              </a:defRPr>
            </a:lvl4pPr>
            <a:lvl5pPr>
              <a:defRPr sz="1875">
                <a:solidFill>
                  <a:srgbClr val="172433"/>
                </a:solidFill>
                <a:latin typeface="Arial"/>
                <a:ea typeface="Arial"/>
                <a:cs typeface="Arial"/>
              </a:defRPr>
            </a:lvl5pPr>
            <a:lvl6pPr>
              <a:defRPr sz="1875">
                <a:solidFill>
                  <a:srgbClr val="172433"/>
                </a:solidFill>
                <a:latin typeface="Arial"/>
                <a:ea typeface="Arial"/>
                <a:cs typeface="Arial"/>
              </a:defRPr>
            </a:lvl6pPr>
            <a:lvl7pPr>
              <a:defRPr sz="1875">
                <a:solidFill>
                  <a:srgbClr val="172433"/>
                </a:solidFill>
                <a:latin typeface="Arial"/>
                <a:ea typeface="Arial"/>
                <a:cs typeface="Arial"/>
              </a:defRPr>
            </a:lvl7pPr>
            <a:lvl8pPr>
              <a:defRPr sz="1875">
                <a:solidFill>
                  <a:srgbClr val="172433"/>
                </a:solidFill>
                <a:latin typeface="Arial"/>
                <a:ea typeface="Arial"/>
                <a:cs typeface="Arial"/>
              </a:defRPr>
            </a:lvl8pPr>
            <a:lvl9pPr>
              <a:defRPr sz="1875">
                <a:solidFill>
                  <a:srgbClr val="172433"/>
                </a:solidFill>
                <a:latin typeface="Arial"/>
                <a:ea typeface="Arial"/>
                <a:cs typeface="Arial"/>
              </a:defRPr>
            </a:lvl9pPr>
          </a:lstStyle>
          <a:p xmlns:a="http://schemas.openxmlformats.org/drawingml/2006/main">
            <a:pPr marL="254000" indent="-127000">
              <a:spcAft>
                <a:spcPts val="1100"/>
              </a:spcAft>
              <a:buChar char="•"/>
              <a:defRPr sz="1875">
                <a:solidFill>
                  <a:srgbClr val="172433"/>
                </a:solidFill>
                <a:latin typeface="Arial"/>
                <a:ea typeface="Arial"/>
                <a:cs typeface="Arial"/>
              </a:defRPr>
            </a:pPr>
            <a:r>
              <a:rPr sz="1875">
                <a:solidFill>
                  <a:srgbClr val="172433"/>
                </a:solidFill>
                <a:latin typeface="Arial"/>
                <a:ea typeface="Arial"/>
                <a:cs typeface="Arial"/>
              </a:rPr>
              <a:t>Collect three scores</a:t>
            </a:r>
          </a:p>
          <a:p xmlns:a="http://schemas.openxmlformats.org/drawingml/2006/main">
            <a:pPr marL="254000" indent="-127000">
              <a:spcAft>
                <a:spcPts val="1100"/>
              </a:spcAft>
              <a:buChar char="•"/>
              <a:defRPr sz="1875">
                <a:solidFill>
                  <a:srgbClr val="172433"/>
                </a:solidFill>
                <a:latin typeface="Arial"/>
                <a:ea typeface="Arial"/>
                <a:cs typeface="Arial"/>
              </a:defRPr>
            </a:pPr>
            <a:r>
              <a:rPr sz="1875">
                <a:solidFill>
                  <a:srgbClr val="172433"/>
                </a:solidFill>
                <a:latin typeface="Arial"/>
                <a:ea typeface="Arial"/>
                <a:cs typeface="Arial"/>
              </a:rPr>
              <a:t>Store them in a list</a:t>
            </a:r>
          </a:p>
          <a:p xmlns:a="http://schemas.openxmlformats.org/drawingml/2006/main">
            <a:pPr marL="254000" indent="-127000">
              <a:spcAft>
                <a:spcPts val="1100"/>
              </a:spcAft>
              <a:buChar char="•"/>
              <a:defRPr sz="1875">
                <a:solidFill>
                  <a:srgbClr val="172433"/>
                </a:solidFill>
                <a:latin typeface="Arial"/>
                <a:ea typeface="Arial"/>
                <a:cs typeface="Arial"/>
              </a:defRPr>
            </a:pPr>
            <a:r>
              <a:rPr sz="1875">
                <a:solidFill>
                  <a:srgbClr val="172433"/>
                </a:solidFill>
                <a:latin typeface="Arial"/>
                <a:ea typeface="Arial"/>
                <a:cs typeface="Arial"/>
              </a:rPr>
              <a:t>Calculate with a loop</a:t>
            </a:r>
          </a:p>
          <a:p xmlns:a="http://schemas.openxmlformats.org/drawingml/2006/main">
            <a:pPr marL="254000" indent="-127000">
              <a:spcAft>
                <a:spcPts val="1100"/>
              </a:spcAft>
              <a:buChar char="•"/>
              <a:defRPr sz="1875">
                <a:solidFill>
                  <a:srgbClr val="172433"/>
                </a:solidFill>
                <a:latin typeface="Arial"/>
                <a:ea typeface="Arial"/>
                <a:cs typeface="Arial"/>
              </a:defRPr>
            </a:pPr>
            <a:r>
              <a:rPr sz="1875">
                <a:solidFill>
                  <a:srgbClr val="172433"/>
                </a:solidFill>
                <a:latin typeface="Arial"/>
                <a:ea typeface="Arial"/>
                <a:cs typeface="Arial"/>
              </a:rPr>
              <a:t>Choose feedback with a conditional</a:t>
            </a:r>
          </a:p>
          <a:p xmlns:a="http://schemas.openxmlformats.org/drawingml/2006/main">
            <a:pPr marL="254000" indent="-127000">
              <a:spcAft>
                <a:spcPts val="1100"/>
              </a:spcAft>
              <a:buChar char="•"/>
              <a:defRPr sz="1875">
                <a:solidFill>
                  <a:srgbClr val="172433"/>
                </a:solidFill>
                <a:latin typeface="Arial"/>
                <a:ea typeface="Arial"/>
                <a:cs typeface="Arial"/>
              </a:defRPr>
            </a:pPr>
            <a:r>
              <a:rPr sz="1875">
                <a:solidFill>
                  <a:srgbClr val="172433"/>
                </a:solidFill>
                <a:latin typeface="Arial"/>
                <a:ea typeface="Arial"/>
                <a:cs typeface="Arial"/>
              </a:rPr>
              <a:t>Use two student-written functions</a:t>
            </a:r>
          </a:p>
        </p:txBody>
      </p:sp>
      <p:sp>
        <p:nvSpPr>
          <p:cNvPr id="5" name="">
            <a:extLst xmlns:a="http://schemas.openxmlformats.org/drawingml/2006/main">
              <a:ext uri="{FF2B5EF4-FFF2-40B4-BE49-F238E27FC236}">
                <a16:creationId xmlns:a16="http://schemas.microsoft.com/office/drawing/2014/main" id="{8E12134F-4F5E-47DD-AA15-BF4ACBCFA5BC}"/>
              </a:ext>
            </a:extLst>
          </p:cNvPr>
          <p:cNvSpPr>
            <a:spLocks xmlns:a="http://schemas.openxmlformats.org/drawingml/2006/main" noGrp="1"/>
          </p:cNvSpPr>
          <p:nvPr/>
        </p:nvSpPr>
        <p:spPr>
          <a:xfrm xmlns:a="http://schemas.openxmlformats.org/drawingml/2006/main">
            <a:off x="7239000" y="171450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5F9F4B"/>
                </a:solidFill>
                <a:latin typeface="Arial"/>
                <a:ea typeface="Arial"/>
                <a:cs typeface="Arial"/>
              </a:defRPr>
            </a:defPPr>
            <a:lvl1pPr>
              <a:defRPr sz="2325" b="1" i="0">
                <a:solidFill>
                  <a:srgbClr val="5F9F4B"/>
                </a:solidFill>
                <a:latin typeface="Arial"/>
                <a:ea typeface="Arial"/>
                <a:cs typeface="Arial"/>
              </a:defRPr>
            </a:lvl1pPr>
            <a:lvl2pPr>
              <a:defRPr sz="2325" b="1" i="0">
                <a:solidFill>
                  <a:srgbClr val="5F9F4B"/>
                </a:solidFill>
                <a:latin typeface="Arial"/>
                <a:ea typeface="Arial"/>
                <a:cs typeface="Arial"/>
              </a:defRPr>
            </a:lvl2pPr>
            <a:lvl3pPr>
              <a:defRPr sz="2325" b="1" i="0">
                <a:solidFill>
                  <a:srgbClr val="5F9F4B"/>
                </a:solidFill>
                <a:latin typeface="Arial"/>
                <a:ea typeface="Arial"/>
                <a:cs typeface="Arial"/>
              </a:defRPr>
            </a:lvl3pPr>
            <a:lvl4pPr>
              <a:defRPr sz="2325" b="1" i="0">
                <a:solidFill>
                  <a:srgbClr val="5F9F4B"/>
                </a:solidFill>
                <a:latin typeface="Arial"/>
                <a:ea typeface="Arial"/>
                <a:cs typeface="Arial"/>
              </a:defRPr>
            </a:lvl4pPr>
            <a:lvl5pPr>
              <a:defRPr sz="2325" b="1" i="0">
                <a:solidFill>
                  <a:srgbClr val="5F9F4B"/>
                </a:solidFill>
                <a:latin typeface="Arial"/>
                <a:ea typeface="Arial"/>
                <a:cs typeface="Arial"/>
              </a:defRPr>
            </a:lvl5pPr>
            <a:lvl6pPr>
              <a:defRPr sz="2325" b="1" i="0">
                <a:solidFill>
                  <a:srgbClr val="5F9F4B"/>
                </a:solidFill>
                <a:latin typeface="Arial"/>
                <a:ea typeface="Arial"/>
                <a:cs typeface="Arial"/>
              </a:defRPr>
            </a:lvl6pPr>
            <a:lvl7pPr>
              <a:defRPr sz="2325" b="1" i="0">
                <a:solidFill>
                  <a:srgbClr val="5F9F4B"/>
                </a:solidFill>
                <a:latin typeface="Arial"/>
                <a:ea typeface="Arial"/>
                <a:cs typeface="Arial"/>
              </a:defRPr>
            </a:lvl7pPr>
            <a:lvl8pPr>
              <a:defRPr sz="2325" b="1" i="0">
                <a:solidFill>
                  <a:srgbClr val="5F9F4B"/>
                </a:solidFill>
                <a:latin typeface="Arial"/>
                <a:ea typeface="Arial"/>
                <a:cs typeface="Arial"/>
              </a:defRPr>
            </a:lvl8pPr>
            <a:lvl9pPr>
              <a:defRPr sz="2325" b="1" i="0">
                <a:solidFill>
                  <a:srgbClr val="5F9F4B"/>
                </a:solidFill>
                <a:latin typeface="Arial"/>
                <a:ea typeface="Arial"/>
                <a:cs typeface="Arial"/>
              </a:defRPr>
            </a:lvl9pPr>
          </a:lstStyle>
          <a:p xmlns:a="http://schemas.openxmlformats.org/drawingml/2006/main">
            <a:pPr>
              <a:defRPr sz="2325" b="1" i="0">
                <a:solidFill>
                  <a:srgbClr val="5F9F4B"/>
                </a:solidFill>
                <a:latin typeface="Arial"/>
                <a:ea typeface="Arial"/>
                <a:cs typeface="Arial"/>
              </a:defRPr>
            </a:pPr>
            <a:r>
              <a:rPr sz="2325" b="1" i="0">
                <a:solidFill>
                  <a:srgbClr val="5F9F4B"/>
                </a:solidFill>
                <a:latin typeface="Arial"/>
                <a:ea typeface="Arial"/>
                <a:cs typeface="Arial"/>
              </a:rPr>
              <a:t>Proof</a:t>
            </a:r>
          </a:p>
        </p:txBody>
      </p:sp>
      <p:sp>
        <p:nvSpPr>
          <p:cNvPr id="6" name="">
            <a:extLst xmlns:a="http://schemas.openxmlformats.org/drawingml/2006/main">
              <a:ext uri="{FF2B5EF4-FFF2-40B4-BE49-F238E27FC236}">
                <a16:creationId xmlns:a16="http://schemas.microsoft.com/office/drawing/2014/main" id="{C75DD92E-3992-473C-9623-8F92A7232E70}"/>
              </a:ext>
            </a:extLst>
          </p:cNvPr>
          <p:cNvSpPr>
            <a:spLocks xmlns:a="http://schemas.openxmlformats.org/drawingml/2006/main" noGrp="1"/>
          </p:cNvSpPr>
          <p:nvPr/>
        </p:nvSpPr>
        <p:spPr>
          <a:xfrm xmlns:a="http://schemas.openxmlformats.org/drawingml/2006/main">
            <a:off x="7086600" y="2266950"/>
            <a:ext cx="4095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a:solidFill>
                  <a:srgbClr val="172433"/>
                </a:solidFill>
                <a:latin typeface="Arial"/>
                <a:ea typeface="Arial"/>
                <a:cs typeface="Arial"/>
              </a:defRPr>
            </a:defPPr>
            <a:lvl1pPr>
              <a:defRPr sz="1875">
                <a:solidFill>
                  <a:srgbClr val="172433"/>
                </a:solidFill>
                <a:latin typeface="Arial"/>
                <a:ea typeface="Arial"/>
                <a:cs typeface="Arial"/>
              </a:defRPr>
            </a:lvl1pPr>
            <a:lvl2pPr>
              <a:defRPr sz="1875">
                <a:solidFill>
                  <a:srgbClr val="172433"/>
                </a:solidFill>
                <a:latin typeface="Arial"/>
                <a:ea typeface="Arial"/>
                <a:cs typeface="Arial"/>
              </a:defRPr>
            </a:lvl2pPr>
            <a:lvl3pPr>
              <a:defRPr sz="1875">
                <a:solidFill>
                  <a:srgbClr val="172433"/>
                </a:solidFill>
                <a:latin typeface="Arial"/>
                <a:ea typeface="Arial"/>
                <a:cs typeface="Arial"/>
              </a:defRPr>
            </a:lvl3pPr>
            <a:lvl4pPr>
              <a:defRPr sz="1875">
                <a:solidFill>
                  <a:srgbClr val="172433"/>
                </a:solidFill>
                <a:latin typeface="Arial"/>
                <a:ea typeface="Arial"/>
                <a:cs typeface="Arial"/>
              </a:defRPr>
            </a:lvl4pPr>
            <a:lvl5pPr>
              <a:defRPr sz="1875">
                <a:solidFill>
                  <a:srgbClr val="172433"/>
                </a:solidFill>
                <a:latin typeface="Arial"/>
                <a:ea typeface="Arial"/>
                <a:cs typeface="Arial"/>
              </a:defRPr>
            </a:lvl5pPr>
            <a:lvl6pPr>
              <a:defRPr sz="1875">
                <a:solidFill>
                  <a:srgbClr val="172433"/>
                </a:solidFill>
                <a:latin typeface="Arial"/>
                <a:ea typeface="Arial"/>
                <a:cs typeface="Arial"/>
              </a:defRPr>
            </a:lvl6pPr>
            <a:lvl7pPr>
              <a:defRPr sz="1875">
                <a:solidFill>
                  <a:srgbClr val="172433"/>
                </a:solidFill>
                <a:latin typeface="Arial"/>
                <a:ea typeface="Arial"/>
                <a:cs typeface="Arial"/>
              </a:defRPr>
            </a:lvl7pPr>
            <a:lvl8pPr>
              <a:defRPr sz="1875">
                <a:solidFill>
                  <a:srgbClr val="172433"/>
                </a:solidFill>
                <a:latin typeface="Arial"/>
                <a:ea typeface="Arial"/>
                <a:cs typeface="Arial"/>
              </a:defRPr>
            </a:lvl8pPr>
            <a:lvl9pPr>
              <a:defRPr sz="1875">
                <a:solidFill>
                  <a:srgbClr val="172433"/>
                </a:solidFill>
                <a:latin typeface="Arial"/>
                <a:ea typeface="Arial"/>
                <a:cs typeface="Arial"/>
              </a:defRPr>
            </a:lvl9pPr>
          </a:lstStyle>
          <a:p xmlns:a="http://schemas.openxmlformats.org/drawingml/2006/main">
            <a:pPr marL="254000" indent="-127000">
              <a:spcAft>
                <a:spcPts val="1300"/>
              </a:spcAft>
              <a:buChar char="•"/>
              <a:defRPr sz="1875">
                <a:solidFill>
                  <a:srgbClr val="172433"/>
                </a:solidFill>
                <a:latin typeface="Arial"/>
                <a:ea typeface="Arial"/>
                <a:cs typeface="Arial"/>
              </a:defRPr>
            </a:pPr>
            <a:r>
              <a:rPr sz="1875">
                <a:solidFill>
                  <a:srgbClr val="172433"/>
                </a:solidFill>
                <a:latin typeface="Arial"/>
                <a:ea typeface="Arial"/>
                <a:cs typeface="Arial"/>
              </a:rPr>
              <a:t>start.bat launches it</a:t>
            </a:r>
          </a:p>
          <a:p xmlns:a="http://schemas.openxmlformats.org/drawingml/2006/main">
            <a:pPr marL="254000" indent="-127000">
              <a:spcAft>
                <a:spcPts val="1300"/>
              </a:spcAft>
              <a:buChar char="•"/>
              <a:defRPr sz="1875">
                <a:solidFill>
                  <a:srgbClr val="172433"/>
                </a:solidFill>
                <a:latin typeface="Arial"/>
                <a:ea typeface="Arial"/>
                <a:cs typeface="Arial"/>
              </a:defRPr>
            </a:pPr>
            <a:r>
              <a:rPr sz="1875">
                <a:solidFill>
                  <a:srgbClr val="172433"/>
                </a:solidFill>
                <a:latin typeface="Arial"/>
                <a:ea typeface="Arial"/>
                <a:cs typeface="Arial"/>
              </a:rPr>
              <a:t>Normal input works</a:t>
            </a:r>
          </a:p>
          <a:p xmlns:a="http://schemas.openxmlformats.org/drawingml/2006/main">
            <a:pPr marL="254000" indent="-127000">
              <a:spcAft>
                <a:spcPts val="1300"/>
              </a:spcAft>
              <a:buChar char="•"/>
              <a:defRPr sz="1875">
                <a:solidFill>
                  <a:srgbClr val="172433"/>
                </a:solidFill>
                <a:latin typeface="Arial"/>
                <a:ea typeface="Arial"/>
                <a:cs typeface="Arial"/>
              </a:defRPr>
            </a:pPr>
            <a:r>
              <a:rPr sz="1875">
                <a:solidFill>
                  <a:srgbClr val="172433"/>
                </a:solidFill>
                <a:latin typeface="Arial"/>
                <a:ea typeface="Arial"/>
                <a:cs typeface="Arial"/>
              </a:rPr>
              <a:t>A boundary case is tested</a:t>
            </a:r>
          </a:p>
          <a:p xmlns:a="http://schemas.openxmlformats.org/drawingml/2006/main">
            <a:pPr marL="254000" indent="-127000">
              <a:spcAft>
                <a:spcPts val="1300"/>
              </a:spcAft>
              <a:buChar char="•"/>
              <a:defRPr sz="1875">
                <a:solidFill>
                  <a:srgbClr val="172433"/>
                </a:solidFill>
                <a:latin typeface="Arial"/>
                <a:ea typeface="Arial"/>
                <a:cs typeface="Arial"/>
              </a:defRPr>
            </a:pPr>
            <a:r>
              <a:rPr sz="1875">
                <a:solidFill>
                  <a:srgbClr val="172433"/>
                </a:solidFill>
                <a:latin typeface="Arial"/>
                <a:ea typeface="Arial"/>
                <a:cs typeface="Arial"/>
              </a:rPr>
              <a:t>You can trace one function</a:t>
            </a:r>
          </a:p>
        </p:txBody>
      </p:sp>
      <p:sp>
        <p:nvSpPr>
          <p:cNvPr id="7" name="">
            <a:extLst xmlns:a="http://schemas.openxmlformats.org/drawingml/2006/main">
              <a:ext uri="{FF2B5EF4-FFF2-40B4-BE49-F238E27FC236}">
                <a16:creationId xmlns:a16="http://schemas.microsoft.com/office/drawing/2014/main" id="{37DC2009-C969-4263-9F2E-558A6EDFE9FC}"/>
              </a:ext>
            </a:extLst>
          </p:cNvPr>
          <p:cNvSpPr>
            <a:spLocks xmlns:a="http://schemas.openxmlformats.org/drawingml/2006/main" noGrp="1"/>
          </p:cNvSpPr>
          <p:nvPr/>
        </p:nvSpPr>
        <p:spPr>
          <a:xfrm xmlns:a="http://schemas.openxmlformats.org/drawingml/2006/main">
            <a:off x="1219200" y="5391150"/>
            <a:ext cx="9753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DF6765"/>
                </a:solidFill>
                <a:latin typeface="Arial"/>
                <a:ea typeface="Arial"/>
                <a:cs typeface="Arial"/>
              </a:defRPr>
            </a:defPPr>
            <a:lvl1pPr>
              <a:defRPr sz="2025" b="1" i="0">
                <a:solidFill>
                  <a:srgbClr val="DF6765"/>
                </a:solidFill>
                <a:latin typeface="Arial"/>
                <a:ea typeface="Arial"/>
                <a:cs typeface="Arial"/>
              </a:defRPr>
            </a:lvl1pPr>
            <a:lvl2pPr>
              <a:defRPr sz="2025" b="1" i="0">
                <a:solidFill>
                  <a:srgbClr val="DF6765"/>
                </a:solidFill>
                <a:latin typeface="Arial"/>
                <a:ea typeface="Arial"/>
                <a:cs typeface="Arial"/>
              </a:defRPr>
            </a:lvl2pPr>
            <a:lvl3pPr>
              <a:defRPr sz="2025" b="1" i="0">
                <a:solidFill>
                  <a:srgbClr val="DF6765"/>
                </a:solidFill>
                <a:latin typeface="Arial"/>
                <a:ea typeface="Arial"/>
                <a:cs typeface="Arial"/>
              </a:defRPr>
            </a:lvl3pPr>
            <a:lvl4pPr>
              <a:defRPr sz="2025" b="1" i="0">
                <a:solidFill>
                  <a:srgbClr val="DF6765"/>
                </a:solidFill>
                <a:latin typeface="Arial"/>
                <a:ea typeface="Arial"/>
                <a:cs typeface="Arial"/>
              </a:defRPr>
            </a:lvl4pPr>
            <a:lvl5pPr>
              <a:defRPr sz="2025" b="1" i="0">
                <a:solidFill>
                  <a:srgbClr val="DF6765"/>
                </a:solidFill>
                <a:latin typeface="Arial"/>
                <a:ea typeface="Arial"/>
                <a:cs typeface="Arial"/>
              </a:defRPr>
            </a:lvl5pPr>
            <a:lvl6pPr>
              <a:defRPr sz="2025" b="1" i="0">
                <a:solidFill>
                  <a:srgbClr val="DF6765"/>
                </a:solidFill>
                <a:latin typeface="Arial"/>
                <a:ea typeface="Arial"/>
                <a:cs typeface="Arial"/>
              </a:defRPr>
            </a:lvl6pPr>
            <a:lvl7pPr>
              <a:defRPr sz="2025" b="1" i="0">
                <a:solidFill>
                  <a:srgbClr val="DF6765"/>
                </a:solidFill>
                <a:latin typeface="Arial"/>
                <a:ea typeface="Arial"/>
                <a:cs typeface="Arial"/>
              </a:defRPr>
            </a:lvl7pPr>
            <a:lvl8pPr>
              <a:defRPr sz="2025" b="1" i="0">
                <a:solidFill>
                  <a:srgbClr val="DF6765"/>
                </a:solidFill>
                <a:latin typeface="Arial"/>
                <a:ea typeface="Arial"/>
                <a:cs typeface="Arial"/>
              </a:defRPr>
            </a:lvl8pPr>
            <a:lvl9pPr>
              <a:defRPr sz="2025" b="1" i="0">
                <a:solidFill>
                  <a:srgbClr val="DF6765"/>
                </a:solidFill>
                <a:latin typeface="Arial"/>
                <a:ea typeface="Arial"/>
                <a:cs typeface="Arial"/>
              </a:defRPr>
            </a:lvl9pPr>
          </a:lstStyle>
          <a:p xmlns:a="http://schemas.openxmlformats.org/drawingml/2006/main">
            <a:pPr>
              <a:defRPr sz="2025" b="1" i="0">
                <a:solidFill>
                  <a:srgbClr val="DF6765"/>
                </a:solidFill>
                <a:latin typeface="Arial"/>
                <a:ea typeface="Arial"/>
                <a:cs typeface="Arial"/>
              </a:defRPr>
            </a:pPr>
            <a:r>
              <a:rPr sz="2025" b="1" i="0">
                <a:solidFill>
                  <a:srgbClr val="DF6765"/>
                </a:solidFill>
                <a:latin typeface="Arial"/>
                <a:ea typeface="Arial"/>
                <a:cs typeface="Arial"/>
              </a:rPr>
              <a:t>AI may help with one bounded change. You explain every line you keep.</a:t>
            </a:r>
          </a:p>
        </p:txBody>
      </p:sp>
      <p:sp>
        <p:nvSpPr>
          <p:cNvPr id="8" name="">
            <a:extLst xmlns:a="http://schemas.openxmlformats.org/drawingml/2006/main">
              <a:ext uri="{FF2B5EF4-FFF2-40B4-BE49-F238E27FC236}">
                <a16:creationId xmlns:a16="http://schemas.microsoft.com/office/drawing/2014/main" id="{29CBA339-5C75-415C-A3A4-05AFAFAAF7B8}"/>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12:00-12:25 | Integrated build</a:t>
            </a:r>
          </a:p>
        </p:txBody>
      </p:sp>
    </p:spTree>
    <p:extLst>
      <p:ext uri="{BB962C8B-B14F-4D97-AF65-F5344CB8AC3E}">
        <p14:creationId xmlns:p14="http://schemas.microsoft.com/office/powerpoint/2010/main" val="1766178229"/>
      </p:ext>
    </p:extLst>
  </p:cSld>
</p:sld>
</file>

<file path=ppt/slides/slide27.xml><?xml version="1.0" encoding="utf-8"?>
<p:sld xmlns:p="http://schemas.openxmlformats.org/presentationml/2006/main">
  <p:cSld>
    <p:bg>
      <p:bgPr>
        <a:solidFill xmlns:a="http://schemas.openxmlformats.org/drawingml/2006/main">
          <a:srgbClr val="FBEC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1A3D2F-BBF7-4E76-AD14-E35D96AC097A}"/>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vl1pPr>
              <a:defRPr sz="3000" b="1" i="0">
                <a:solidFill>
                  <a:srgbClr val="173654"/>
                </a:solidFill>
                <a:latin typeface="Arial"/>
                <a:ea typeface="Arial"/>
                <a:cs typeface="Arial"/>
              </a:defRPr>
            </a:lvl1pPr>
            <a:lvl2pPr>
              <a:defRPr sz="3000" b="1" i="0">
                <a:solidFill>
                  <a:srgbClr val="173654"/>
                </a:solidFill>
                <a:latin typeface="Arial"/>
                <a:ea typeface="Arial"/>
                <a:cs typeface="Arial"/>
              </a:defRPr>
            </a:lvl2pPr>
            <a:lvl3pPr>
              <a:defRPr sz="3000" b="1" i="0">
                <a:solidFill>
                  <a:srgbClr val="173654"/>
                </a:solidFill>
                <a:latin typeface="Arial"/>
                <a:ea typeface="Arial"/>
                <a:cs typeface="Arial"/>
              </a:defRPr>
            </a:lvl3pPr>
            <a:lvl4pPr>
              <a:defRPr sz="3000" b="1" i="0">
                <a:solidFill>
                  <a:srgbClr val="173654"/>
                </a:solidFill>
                <a:latin typeface="Arial"/>
                <a:ea typeface="Arial"/>
                <a:cs typeface="Arial"/>
              </a:defRPr>
            </a:lvl4pPr>
            <a:lvl5pPr>
              <a:defRPr sz="3000" b="1" i="0">
                <a:solidFill>
                  <a:srgbClr val="173654"/>
                </a:solidFill>
                <a:latin typeface="Arial"/>
                <a:ea typeface="Arial"/>
                <a:cs typeface="Arial"/>
              </a:defRPr>
            </a:lvl5pPr>
            <a:lvl6pPr>
              <a:defRPr sz="3000" b="1" i="0">
                <a:solidFill>
                  <a:srgbClr val="173654"/>
                </a:solidFill>
                <a:latin typeface="Arial"/>
                <a:ea typeface="Arial"/>
                <a:cs typeface="Arial"/>
              </a:defRPr>
            </a:lvl6pPr>
            <a:lvl7pPr>
              <a:defRPr sz="3000" b="1" i="0">
                <a:solidFill>
                  <a:srgbClr val="173654"/>
                </a:solidFill>
                <a:latin typeface="Arial"/>
                <a:ea typeface="Arial"/>
                <a:cs typeface="Arial"/>
              </a:defRPr>
            </a:lvl7pPr>
            <a:lvl8pPr>
              <a:defRPr sz="3000" b="1" i="0">
                <a:solidFill>
                  <a:srgbClr val="173654"/>
                </a:solidFill>
                <a:latin typeface="Arial"/>
                <a:ea typeface="Arial"/>
                <a:cs typeface="Arial"/>
              </a:defRPr>
            </a:lvl8pPr>
            <a:lvl9pPr>
              <a:defRPr sz="3000" b="1" i="0">
                <a:solidFill>
                  <a:srgbClr val="173654"/>
                </a:solidFill>
                <a:latin typeface="Arial"/>
                <a:ea typeface="Arial"/>
                <a:cs typeface="Arial"/>
              </a:defRPr>
            </a:lvl9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Peer run and code trace</a:t>
            </a:r>
          </a:p>
        </p:txBody>
      </p:sp>
      <p:sp>
        <p:nvSpPr>
          <p:cNvPr id="2" name="">
            <a:extLst xmlns:a="http://schemas.openxmlformats.org/drawingml/2006/main">
              <a:ext uri="{FF2B5EF4-FFF2-40B4-BE49-F238E27FC236}">
                <a16:creationId xmlns:a16="http://schemas.microsoft.com/office/drawing/2014/main" id="{22B6127B-3624-4FFC-A279-2209BD6A5312}"/>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vl1pPr>
              <a:defRPr sz="1575" b="0" i="0">
                <a:solidFill>
                  <a:srgbClr val="5D6B78"/>
                </a:solidFill>
                <a:latin typeface="Arial"/>
                <a:ea typeface="Arial"/>
                <a:cs typeface="Arial"/>
              </a:defRPr>
            </a:lvl1pPr>
            <a:lvl2pPr>
              <a:defRPr sz="1575" b="0" i="0">
                <a:solidFill>
                  <a:srgbClr val="5D6B78"/>
                </a:solidFill>
                <a:latin typeface="Arial"/>
                <a:ea typeface="Arial"/>
                <a:cs typeface="Arial"/>
              </a:defRPr>
            </a:lvl2pPr>
            <a:lvl3pPr>
              <a:defRPr sz="1575" b="0" i="0">
                <a:solidFill>
                  <a:srgbClr val="5D6B78"/>
                </a:solidFill>
                <a:latin typeface="Arial"/>
                <a:ea typeface="Arial"/>
                <a:cs typeface="Arial"/>
              </a:defRPr>
            </a:lvl3pPr>
            <a:lvl4pPr>
              <a:defRPr sz="1575" b="0" i="0">
                <a:solidFill>
                  <a:srgbClr val="5D6B78"/>
                </a:solidFill>
                <a:latin typeface="Arial"/>
                <a:ea typeface="Arial"/>
                <a:cs typeface="Arial"/>
              </a:defRPr>
            </a:lvl4pPr>
            <a:lvl5pPr>
              <a:defRPr sz="1575" b="0" i="0">
                <a:solidFill>
                  <a:srgbClr val="5D6B78"/>
                </a:solidFill>
                <a:latin typeface="Arial"/>
                <a:ea typeface="Arial"/>
                <a:cs typeface="Arial"/>
              </a:defRPr>
            </a:lvl5pPr>
            <a:lvl6pPr>
              <a:defRPr sz="1575" b="0" i="0">
                <a:solidFill>
                  <a:srgbClr val="5D6B78"/>
                </a:solidFill>
                <a:latin typeface="Arial"/>
                <a:ea typeface="Arial"/>
                <a:cs typeface="Arial"/>
              </a:defRPr>
            </a:lvl6pPr>
            <a:lvl7pPr>
              <a:defRPr sz="1575" b="0" i="0">
                <a:solidFill>
                  <a:srgbClr val="5D6B78"/>
                </a:solidFill>
                <a:latin typeface="Arial"/>
                <a:ea typeface="Arial"/>
                <a:cs typeface="Arial"/>
              </a:defRPr>
            </a:lvl7pPr>
            <a:lvl8pPr>
              <a:defRPr sz="1575" b="0" i="0">
                <a:solidFill>
                  <a:srgbClr val="5D6B78"/>
                </a:solidFill>
                <a:latin typeface="Arial"/>
                <a:ea typeface="Arial"/>
                <a:cs typeface="Arial"/>
              </a:defRPr>
            </a:lvl8pPr>
            <a:lvl9pPr>
              <a:defRPr sz="1575" b="0" i="0">
                <a:solidFill>
                  <a:srgbClr val="5D6B78"/>
                </a:solidFill>
                <a:latin typeface="Arial"/>
                <a:ea typeface="Arial"/>
                <a:cs typeface="Arial"/>
              </a:defRPr>
            </a:lvl9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Your partner tests the product and the thinking underneath it</a:t>
            </a:r>
          </a:p>
        </p:txBody>
      </p:sp>
      <p:sp>
        <p:nvSpPr>
          <p:cNvPr id="3" name="">
            <a:extLst xmlns:a="http://schemas.openxmlformats.org/drawingml/2006/main">
              <a:ext uri="{FF2B5EF4-FFF2-40B4-BE49-F238E27FC236}">
                <a16:creationId xmlns:a16="http://schemas.microsoft.com/office/drawing/2014/main" id="{DCE79211-7DD0-4E1C-A57A-41131D9D21E6}"/>
              </a:ext>
            </a:extLst>
          </p:cNvPr>
          <p:cNvSpPr>
            <a:spLocks xmlns:a="http://schemas.openxmlformats.org/drawingml/2006/main" noGrp="1"/>
          </p:cNvSpPr>
          <p:nvPr/>
        </p:nvSpPr>
        <p:spPr>
          <a:xfrm xmlns:a="http://schemas.openxmlformats.org/drawingml/2006/main">
            <a:off x="876300" y="15049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vl1pPr>
              <a:defRPr sz="3000" b="1" i="0">
                <a:solidFill>
                  <a:srgbClr val="DF6765"/>
                </a:solidFill>
                <a:latin typeface="Arial"/>
                <a:ea typeface="Arial"/>
                <a:cs typeface="Arial"/>
              </a:defRPr>
            </a:lvl1pPr>
            <a:lvl2pPr>
              <a:defRPr sz="3000" b="1" i="0">
                <a:solidFill>
                  <a:srgbClr val="DF6765"/>
                </a:solidFill>
                <a:latin typeface="Arial"/>
                <a:ea typeface="Arial"/>
                <a:cs typeface="Arial"/>
              </a:defRPr>
            </a:lvl2pPr>
            <a:lvl3pPr>
              <a:defRPr sz="3000" b="1" i="0">
                <a:solidFill>
                  <a:srgbClr val="DF6765"/>
                </a:solidFill>
                <a:latin typeface="Arial"/>
                <a:ea typeface="Arial"/>
                <a:cs typeface="Arial"/>
              </a:defRPr>
            </a:lvl3pPr>
            <a:lvl4pPr>
              <a:defRPr sz="3000" b="1" i="0">
                <a:solidFill>
                  <a:srgbClr val="DF6765"/>
                </a:solidFill>
                <a:latin typeface="Arial"/>
                <a:ea typeface="Arial"/>
                <a:cs typeface="Arial"/>
              </a:defRPr>
            </a:lvl4pPr>
            <a:lvl5pPr>
              <a:defRPr sz="3000" b="1" i="0">
                <a:solidFill>
                  <a:srgbClr val="DF6765"/>
                </a:solidFill>
                <a:latin typeface="Arial"/>
                <a:ea typeface="Arial"/>
                <a:cs typeface="Arial"/>
              </a:defRPr>
            </a:lvl5pPr>
            <a:lvl6pPr>
              <a:defRPr sz="3000" b="1" i="0">
                <a:solidFill>
                  <a:srgbClr val="DF6765"/>
                </a:solidFill>
                <a:latin typeface="Arial"/>
                <a:ea typeface="Arial"/>
                <a:cs typeface="Arial"/>
              </a:defRPr>
            </a:lvl6pPr>
            <a:lvl7pPr>
              <a:defRPr sz="3000" b="1" i="0">
                <a:solidFill>
                  <a:srgbClr val="DF6765"/>
                </a:solidFill>
                <a:latin typeface="Arial"/>
                <a:ea typeface="Arial"/>
                <a:cs typeface="Arial"/>
              </a:defRPr>
            </a:lvl7pPr>
            <a:lvl8pPr>
              <a:defRPr sz="3000" b="1" i="0">
                <a:solidFill>
                  <a:srgbClr val="DF6765"/>
                </a:solidFill>
                <a:latin typeface="Arial"/>
                <a:ea typeface="Arial"/>
                <a:cs typeface="Arial"/>
              </a:defRPr>
            </a:lvl8pPr>
            <a:lvl9pPr>
              <a:defRPr sz="3000" b="1" i="0">
                <a:solidFill>
                  <a:srgbClr val="DF6765"/>
                </a:solidFill>
                <a:latin typeface="Arial"/>
                <a:ea typeface="Arial"/>
                <a:cs typeface="Arial"/>
              </a:defRPr>
            </a:lvl9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9DCF6693-86C1-4CC4-8E10-DE41E408688A}"/>
              </a:ext>
            </a:extLst>
          </p:cNvPr>
          <p:cNvSpPr>
            <a:spLocks xmlns:a="http://schemas.openxmlformats.org/drawingml/2006/main" noGrp="1"/>
          </p:cNvSpPr>
          <p:nvPr/>
        </p:nvSpPr>
        <p:spPr>
          <a:xfrm xmlns:a="http://schemas.openxmlformats.org/drawingml/2006/main">
            <a:off x="1752600" y="15049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Launch with start.bat</a:t>
            </a:r>
          </a:p>
        </p:txBody>
      </p:sp>
      <p:sp>
        <p:nvSpPr>
          <p:cNvPr id="5" name="">
            <a:extLst xmlns:a="http://schemas.openxmlformats.org/drawingml/2006/main">
              <a:ext uri="{FF2B5EF4-FFF2-40B4-BE49-F238E27FC236}">
                <a16:creationId xmlns:a16="http://schemas.microsoft.com/office/drawing/2014/main" id="{1411ECEF-3BB0-4E5A-B211-533C81A49681}"/>
              </a:ext>
            </a:extLst>
          </p:cNvPr>
          <p:cNvSpPr>
            <a:spLocks xmlns:a="http://schemas.openxmlformats.org/drawingml/2006/main" noGrp="1"/>
          </p:cNvSpPr>
          <p:nvPr/>
        </p:nvSpPr>
        <p:spPr>
          <a:xfrm xmlns:a="http://schemas.openxmlformats.org/drawingml/2006/main">
            <a:off x="876300" y="22479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vl1pPr>
              <a:defRPr sz="3000" b="1" i="0">
                <a:solidFill>
                  <a:srgbClr val="5F9F4B"/>
                </a:solidFill>
                <a:latin typeface="Arial"/>
                <a:ea typeface="Arial"/>
                <a:cs typeface="Arial"/>
              </a:defRPr>
            </a:lvl1pPr>
            <a:lvl2pPr>
              <a:defRPr sz="3000" b="1" i="0">
                <a:solidFill>
                  <a:srgbClr val="5F9F4B"/>
                </a:solidFill>
                <a:latin typeface="Arial"/>
                <a:ea typeface="Arial"/>
                <a:cs typeface="Arial"/>
              </a:defRPr>
            </a:lvl2pPr>
            <a:lvl3pPr>
              <a:defRPr sz="3000" b="1" i="0">
                <a:solidFill>
                  <a:srgbClr val="5F9F4B"/>
                </a:solidFill>
                <a:latin typeface="Arial"/>
                <a:ea typeface="Arial"/>
                <a:cs typeface="Arial"/>
              </a:defRPr>
            </a:lvl3pPr>
            <a:lvl4pPr>
              <a:defRPr sz="3000" b="1" i="0">
                <a:solidFill>
                  <a:srgbClr val="5F9F4B"/>
                </a:solidFill>
                <a:latin typeface="Arial"/>
                <a:ea typeface="Arial"/>
                <a:cs typeface="Arial"/>
              </a:defRPr>
            </a:lvl4pPr>
            <a:lvl5pPr>
              <a:defRPr sz="3000" b="1" i="0">
                <a:solidFill>
                  <a:srgbClr val="5F9F4B"/>
                </a:solidFill>
                <a:latin typeface="Arial"/>
                <a:ea typeface="Arial"/>
                <a:cs typeface="Arial"/>
              </a:defRPr>
            </a:lvl5pPr>
            <a:lvl6pPr>
              <a:defRPr sz="3000" b="1" i="0">
                <a:solidFill>
                  <a:srgbClr val="5F9F4B"/>
                </a:solidFill>
                <a:latin typeface="Arial"/>
                <a:ea typeface="Arial"/>
                <a:cs typeface="Arial"/>
              </a:defRPr>
            </a:lvl6pPr>
            <a:lvl7pPr>
              <a:defRPr sz="3000" b="1" i="0">
                <a:solidFill>
                  <a:srgbClr val="5F9F4B"/>
                </a:solidFill>
                <a:latin typeface="Arial"/>
                <a:ea typeface="Arial"/>
                <a:cs typeface="Arial"/>
              </a:defRPr>
            </a:lvl7pPr>
            <a:lvl8pPr>
              <a:defRPr sz="3000" b="1" i="0">
                <a:solidFill>
                  <a:srgbClr val="5F9F4B"/>
                </a:solidFill>
                <a:latin typeface="Arial"/>
                <a:ea typeface="Arial"/>
                <a:cs typeface="Arial"/>
              </a:defRPr>
            </a:lvl8pPr>
            <a:lvl9pPr>
              <a:defRPr sz="3000" b="1" i="0">
                <a:solidFill>
                  <a:srgbClr val="5F9F4B"/>
                </a:solidFill>
                <a:latin typeface="Arial"/>
                <a:ea typeface="Arial"/>
                <a:cs typeface="Arial"/>
              </a:defRPr>
            </a:lvl9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22194C86-810C-4C5B-8DA9-4B89640ACEF1}"/>
              </a:ext>
            </a:extLst>
          </p:cNvPr>
          <p:cNvSpPr>
            <a:spLocks xmlns:a="http://schemas.openxmlformats.org/drawingml/2006/main" noGrp="1"/>
          </p:cNvSpPr>
          <p:nvPr/>
        </p:nvSpPr>
        <p:spPr>
          <a:xfrm xmlns:a="http://schemas.openxmlformats.org/drawingml/2006/main">
            <a:off x="1752600" y="22479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Try normal and boundary input</a:t>
            </a:r>
          </a:p>
        </p:txBody>
      </p:sp>
      <p:sp>
        <p:nvSpPr>
          <p:cNvPr id="7" name="">
            <a:extLst xmlns:a="http://schemas.openxmlformats.org/drawingml/2006/main">
              <a:ext uri="{FF2B5EF4-FFF2-40B4-BE49-F238E27FC236}">
                <a16:creationId xmlns:a16="http://schemas.microsoft.com/office/drawing/2014/main" id="{8324AC17-96D5-4130-9054-58DCC19C3C0E}"/>
              </a:ext>
            </a:extLst>
          </p:cNvPr>
          <p:cNvSpPr>
            <a:spLocks xmlns:a="http://schemas.openxmlformats.org/drawingml/2006/main" noGrp="1"/>
          </p:cNvSpPr>
          <p:nvPr/>
        </p:nvSpPr>
        <p:spPr>
          <a:xfrm xmlns:a="http://schemas.openxmlformats.org/drawingml/2006/main">
            <a:off x="876300" y="2990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vl1pPr>
              <a:defRPr sz="3000" b="1" i="0">
                <a:solidFill>
                  <a:srgbClr val="2F6F89"/>
                </a:solidFill>
                <a:latin typeface="Arial"/>
                <a:ea typeface="Arial"/>
                <a:cs typeface="Arial"/>
              </a:defRPr>
            </a:lvl1pPr>
            <a:lvl2pPr>
              <a:defRPr sz="3000" b="1" i="0">
                <a:solidFill>
                  <a:srgbClr val="2F6F89"/>
                </a:solidFill>
                <a:latin typeface="Arial"/>
                <a:ea typeface="Arial"/>
                <a:cs typeface="Arial"/>
              </a:defRPr>
            </a:lvl2pPr>
            <a:lvl3pPr>
              <a:defRPr sz="3000" b="1" i="0">
                <a:solidFill>
                  <a:srgbClr val="2F6F89"/>
                </a:solidFill>
                <a:latin typeface="Arial"/>
                <a:ea typeface="Arial"/>
                <a:cs typeface="Arial"/>
              </a:defRPr>
            </a:lvl3pPr>
            <a:lvl4pPr>
              <a:defRPr sz="3000" b="1" i="0">
                <a:solidFill>
                  <a:srgbClr val="2F6F89"/>
                </a:solidFill>
                <a:latin typeface="Arial"/>
                <a:ea typeface="Arial"/>
                <a:cs typeface="Arial"/>
              </a:defRPr>
            </a:lvl4pPr>
            <a:lvl5pPr>
              <a:defRPr sz="3000" b="1" i="0">
                <a:solidFill>
                  <a:srgbClr val="2F6F89"/>
                </a:solidFill>
                <a:latin typeface="Arial"/>
                <a:ea typeface="Arial"/>
                <a:cs typeface="Arial"/>
              </a:defRPr>
            </a:lvl5pPr>
            <a:lvl6pPr>
              <a:defRPr sz="3000" b="1" i="0">
                <a:solidFill>
                  <a:srgbClr val="2F6F89"/>
                </a:solidFill>
                <a:latin typeface="Arial"/>
                <a:ea typeface="Arial"/>
                <a:cs typeface="Arial"/>
              </a:defRPr>
            </a:lvl6pPr>
            <a:lvl7pPr>
              <a:defRPr sz="3000" b="1" i="0">
                <a:solidFill>
                  <a:srgbClr val="2F6F89"/>
                </a:solidFill>
                <a:latin typeface="Arial"/>
                <a:ea typeface="Arial"/>
                <a:cs typeface="Arial"/>
              </a:defRPr>
            </a:lvl7pPr>
            <a:lvl8pPr>
              <a:defRPr sz="3000" b="1" i="0">
                <a:solidFill>
                  <a:srgbClr val="2F6F89"/>
                </a:solidFill>
                <a:latin typeface="Arial"/>
                <a:ea typeface="Arial"/>
                <a:cs typeface="Arial"/>
              </a:defRPr>
            </a:lvl8pPr>
            <a:lvl9pPr>
              <a:defRPr sz="3000" b="1" i="0">
                <a:solidFill>
                  <a:srgbClr val="2F6F89"/>
                </a:solidFill>
                <a:latin typeface="Arial"/>
                <a:ea typeface="Arial"/>
                <a:cs typeface="Arial"/>
              </a:defRPr>
            </a:lvl9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5F6A7E31-4F34-401B-A2F9-954D01D85389}"/>
              </a:ext>
            </a:extLst>
          </p:cNvPr>
          <p:cNvSpPr>
            <a:spLocks xmlns:a="http://schemas.openxmlformats.org/drawingml/2006/main" noGrp="1"/>
          </p:cNvSpPr>
          <p:nvPr/>
        </p:nvSpPr>
        <p:spPr>
          <a:xfrm xmlns:a="http://schemas.openxmlformats.org/drawingml/2006/main">
            <a:off x="1752600" y="29908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Trace one function call</a:t>
            </a:r>
          </a:p>
        </p:txBody>
      </p:sp>
      <p:sp>
        <p:nvSpPr>
          <p:cNvPr id="9" name="">
            <a:extLst xmlns:a="http://schemas.openxmlformats.org/drawingml/2006/main">
              <a:ext uri="{FF2B5EF4-FFF2-40B4-BE49-F238E27FC236}">
                <a16:creationId xmlns:a16="http://schemas.microsoft.com/office/drawing/2014/main" id="{C4A6C0E8-5D9C-4093-904A-EB956553A4B8}"/>
              </a:ext>
            </a:extLst>
          </p:cNvPr>
          <p:cNvSpPr>
            <a:spLocks xmlns:a="http://schemas.openxmlformats.org/drawingml/2006/main" noGrp="1"/>
          </p:cNvSpPr>
          <p:nvPr/>
        </p:nvSpPr>
        <p:spPr>
          <a:xfrm xmlns:a="http://schemas.openxmlformats.org/drawingml/2006/main">
            <a:off x="876300" y="37338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vl1pPr>
              <a:defRPr sz="3000" b="1" i="0">
                <a:solidFill>
                  <a:srgbClr val="3C8994"/>
                </a:solidFill>
                <a:latin typeface="Arial"/>
                <a:ea typeface="Arial"/>
                <a:cs typeface="Arial"/>
              </a:defRPr>
            </a:lvl1pPr>
            <a:lvl2pPr>
              <a:defRPr sz="3000" b="1" i="0">
                <a:solidFill>
                  <a:srgbClr val="3C8994"/>
                </a:solidFill>
                <a:latin typeface="Arial"/>
                <a:ea typeface="Arial"/>
                <a:cs typeface="Arial"/>
              </a:defRPr>
            </a:lvl2pPr>
            <a:lvl3pPr>
              <a:defRPr sz="3000" b="1" i="0">
                <a:solidFill>
                  <a:srgbClr val="3C8994"/>
                </a:solidFill>
                <a:latin typeface="Arial"/>
                <a:ea typeface="Arial"/>
                <a:cs typeface="Arial"/>
              </a:defRPr>
            </a:lvl3pPr>
            <a:lvl4pPr>
              <a:defRPr sz="3000" b="1" i="0">
                <a:solidFill>
                  <a:srgbClr val="3C8994"/>
                </a:solidFill>
                <a:latin typeface="Arial"/>
                <a:ea typeface="Arial"/>
                <a:cs typeface="Arial"/>
              </a:defRPr>
            </a:lvl4pPr>
            <a:lvl5pPr>
              <a:defRPr sz="3000" b="1" i="0">
                <a:solidFill>
                  <a:srgbClr val="3C8994"/>
                </a:solidFill>
                <a:latin typeface="Arial"/>
                <a:ea typeface="Arial"/>
                <a:cs typeface="Arial"/>
              </a:defRPr>
            </a:lvl5pPr>
            <a:lvl6pPr>
              <a:defRPr sz="3000" b="1" i="0">
                <a:solidFill>
                  <a:srgbClr val="3C8994"/>
                </a:solidFill>
                <a:latin typeface="Arial"/>
                <a:ea typeface="Arial"/>
                <a:cs typeface="Arial"/>
              </a:defRPr>
            </a:lvl6pPr>
            <a:lvl7pPr>
              <a:defRPr sz="3000" b="1" i="0">
                <a:solidFill>
                  <a:srgbClr val="3C8994"/>
                </a:solidFill>
                <a:latin typeface="Arial"/>
                <a:ea typeface="Arial"/>
                <a:cs typeface="Arial"/>
              </a:defRPr>
            </a:lvl7pPr>
            <a:lvl8pPr>
              <a:defRPr sz="3000" b="1" i="0">
                <a:solidFill>
                  <a:srgbClr val="3C8994"/>
                </a:solidFill>
                <a:latin typeface="Arial"/>
                <a:ea typeface="Arial"/>
                <a:cs typeface="Arial"/>
              </a:defRPr>
            </a:lvl8pPr>
            <a:lvl9pPr>
              <a:defRPr sz="3000" b="1" i="0">
                <a:solidFill>
                  <a:srgbClr val="3C8994"/>
                </a:solidFill>
                <a:latin typeface="Arial"/>
                <a:ea typeface="Arial"/>
                <a:cs typeface="Arial"/>
              </a:defRPr>
            </a:lvl9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444BC519-4955-4ADD-9D71-D0ABAEE32632}"/>
              </a:ext>
            </a:extLst>
          </p:cNvPr>
          <p:cNvSpPr>
            <a:spLocks xmlns:a="http://schemas.openxmlformats.org/drawingml/2006/main" noGrp="1"/>
          </p:cNvSpPr>
          <p:nvPr/>
        </p:nvSpPr>
        <p:spPr>
          <a:xfrm xmlns:a="http://schemas.openxmlformats.org/drawingml/2006/main">
            <a:off x="1752600" y="37338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Name one clear variable</a:t>
            </a:r>
          </a:p>
        </p:txBody>
      </p:sp>
      <p:sp>
        <p:nvSpPr>
          <p:cNvPr id="11" name="">
            <a:extLst xmlns:a="http://schemas.openxmlformats.org/drawingml/2006/main">
              <a:ext uri="{FF2B5EF4-FFF2-40B4-BE49-F238E27FC236}">
                <a16:creationId xmlns:a16="http://schemas.microsoft.com/office/drawing/2014/main" id="{B7C4FEB5-3A29-443E-8A15-48346E4D9424}"/>
              </a:ext>
            </a:extLst>
          </p:cNvPr>
          <p:cNvSpPr>
            <a:spLocks xmlns:a="http://schemas.openxmlformats.org/drawingml/2006/main" noGrp="1"/>
          </p:cNvSpPr>
          <p:nvPr/>
        </p:nvSpPr>
        <p:spPr>
          <a:xfrm xmlns:a="http://schemas.openxmlformats.org/drawingml/2006/main">
            <a:off x="876300" y="44767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vl1pPr>
              <a:defRPr sz="3000" b="1" i="0">
                <a:solidFill>
                  <a:srgbClr val="DF6765"/>
                </a:solidFill>
                <a:latin typeface="Arial"/>
                <a:ea typeface="Arial"/>
                <a:cs typeface="Arial"/>
              </a:defRPr>
            </a:lvl1pPr>
            <a:lvl2pPr>
              <a:defRPr sz="3000" b="1" i="0">
                <a:solidFill>
                  <a:srgbClr val="DF6765"/>
                </a:solidFill>
                <a:latin typeface="Arial"/>
                <a:ea typeface="Arial"/>
                <a:cs typeface="Arial"/>
              </a:defRPr>
            </a:lvl2pPr>
            <a:lvl3pPr>
              <a:defRPr sz="3000" b="1" i="0">
                <a:solidFill>
                  <a:srgbClr val="DF6765"/>
                </a:solidFill>
                <a:latin typeface="Arial"/>
                <a:ea typeface="Arial"/>
                <a:cs typeface="Arial"/>
              </a:defRPr>
            </a:lvl3pPr>
            <a:lvl4pPr>
              <a:defRPr sz="3000" b="1" i="0">
                <a:solidFill>
                  <a:srgbClr val="DF6765"/>
                </a:solidFill>
                <a:latin typeface="Arial"/>
                <a:ea typeface="Arial"/>
                <a:cs typeface="Arial"/>
              </a:defRPr>
            </a:lvl4pPr>
            <a:lvl5pPr>
              <a:defRPr sz="3000" b="1" i="0">
                <a:solidFill>
                  <a:srgbClr val="DF6765"/>
                </a:solidFill>
                <a:latin typeface="Arial"/>
                <a:ea typeface="Arial"/>
                <a:cs typeface="Arial"/>
              </a:defRPr>
            </a:lvl5pPr>
            <a:lvl6pPr>
              <a:defRPr sz="3000" b="1" i="0">
                <a:solidFill>
                  <a:srgbClr val="DF6765"/>
                </a:solidFill>
                <a:latin typeface="Arial"/>
                <a:ea typeface="Arial"/>
                <a:cs typeface="Arial"/>
              </a:defRPr>
            </a:lvl6pPr>
            <a:lvl7pPr>
              <a:defRPr sz="3000" b="1" i="0">
                <a:solidFill>
                  <a:srgbClr val="DF6765"/>
                </a:solidFill>
                <a:latin typeface="Arial"/>
                <a:ea typeface="Arial"/>
                <a:cs typeface="Arial"/>
              </a:defRPr>
            </a:lvl7pPr>
            <a:lvl8pPr>
              <a:defRPr sz="3000" b="1" i="0">
                <a:solidFill>
                  <a:srgbClr val="DF6765"/>
                </a:solidFill>
                <a:latin typeface="Arial"/>
                <a:ea typeface="Arial"/>
                <a:cs typeface="Arial"/>
              </a:defRPr>
            </a:lvl8pPr>
            <a:lvl9pPr>
              <a:defRPr sz="3000" b="1" i="0">
                <a:solidFill>
                  <a:srgbClr val="DF6765"/>
                </a:solidFill>
                <a:latin typeface="Arial"/>
                <a:ea typeface="Arial"/>
                <a:cs typeface="Arial"/>
              </a:defRPr>
            </a:lvl9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149DBBC8-0DA0-4F2F-AB84-88C5067246B0}"/>
              </a:ext>
            </a:extLst>
          </p:cNvPr>
          <p:cNvSpPr>
            <a:spLocks xmlns:a="http://schemas.openxmlformats.org/drawingml/2006/main" noGrp="1"/>
          </p:cNvSpPr>
          <p:nvPr/>
        </p:nvSpPr>
        <p:spPr>
          <a:xfrm xmlns:a="http://schemas.openxmlformats.org/drawingml/2006/main">
            <a:off x="1752600" y="44767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vl1pPr>
              <a:defRPr sz="2100" b="0" i="0">
                <a:solidFill>
                  <a:srgbClr val="172433"/>
                </a:solidFill>
                <a:latin typeface="Arial"/>
                <a:ea typeface="Arial"/>
                <a:cs typeface="Arial"/>
              </a:defRPr>
            </a:lvl1pPr>
            <a:lvl2pPr>
              <a:defRPr sz="2100" b="0" i="0">
                <a:solidFill>
                  <a:srgbClr val="172433"/>
                </a:solidFill>
                <a:latin typeface="Arial"/>
                <a:ea typeface="Arial"/>
                <a:cs typeface="Arial"/>
              </a:defRPr>
            </a:lvl2pPr>
            <a:lvl3pPr>
              <a:defRPr sz="2100" b="0" i="0">
                <a:solidFill>
                  <a:srgbClr val="172433"/>
                </a:solidFill>
                <a:latin typeface="Arial"/>
                <a:ea typeface="Arial"/>
                <a:cs typeface="Arial"/>
              </a:defRPr>
            </a:lvl3pPr>
            <a:lvl4pPr>
              <a:defRPr sz="2100" b="0" i="0">
                <a:solidFill>
                  <a:srgbClr val="172433"/>
                </a:solidFill>
                <a:latin typeface="Arial"/>
                <a:ea typeface="Arial"/>
                <a:cs typeface="Arial"/>
              </a:defRPr>
            </a:lvl4pPr>
            <a:lvl5pPr>
              <a:defRPr sz="2100" b="0" i="0">
                <a:solidFill>
                  <a:srgbClr val="172433"/>
                </a:solidFill>
                <a:latin typeface="Arial"/>
                <a:ea typeface="Arial"/>
                <a:cs typeface="Arial"/>
              </a:defRPr>
            </a:lvl5pPr>
            <a:lvl6pPr>
              <a:defRPr sz="2100" b="0" i="0">
                <a:solidFill>
                  <a:srgbClr val="172433"/>
                </a:solidFill>
                <a:latin typeface="Arial"/>
                <a:ea typeface="Arial"/>
                <a:cs typeface="Arial"/>
              </a:defRPr>
            </a:lvl6pPr>
            <a:lvl7pPr>
              <a:defRPr sz="2100" b="0" i="0">
                <a:solidFill>
                  <a:srgbClr val="172433"/>
                </a:solidFill>
                <a:latin typeface="Arial"/>
                <a:ea typeface="Arial"/>
                <a:cs typeface="Arial"/>
              </a:defRPr>
            </a:lvl7pPr>
            <a:lvl8pPr>
              <a:defRPr sz="2100" b="0" i="0">
                <a:solidFill>
                  <a:srgbClr val="172433"/>
                </a:solidFill>
                <a:latin typeface="Arial"/>
                <a:ea typeface="Arial"/>
                <a:cs typeface="Arial"/>
              </a:defRPr>
            </a:lvl8pPr>
            <a:lvl9pPr>
              <a:defRPr sz="2100" b="0" i="0">
                <a:solidFill>
                  <a:srgbClr val="172433"/>
                </a:solidFill>
                <a:latin typeface="Arial"/>
                <a:ea typeface="Arial"/>
                <a:cs typeface="Arial"/>
              </a:defRPr>
            </a:lvl9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Request one testable improvement</a:t>
            </a:r>
          </a:p>
        </p:txBody>
      </p:sp>
      <p:sp>
        <p:nvSpPr>
          <p:cNvPr id="13" name="">
            <a:extLst xmlns:a="http://schemas.openxmlformats.org/drawingml/2006/main">
              <a:ext uri="{FF2B5EF4-FFF2-40B4-BE49-F238E27FC236}">
                <a16:creationId xmlns:a16="http://schemas.microsoft.com/office/drawing/2014/main" id="{6B539158-587F-4D5D-8D3D-6D61C234C8FE}"/>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12:25-12:45 | Peer review</a:t>
            </a:r>
          </a:p>
        </p:txBody>
      </p:sp>
    </p:spTree>
    <p:extLst>
      <p:ext uri="{BB962C8B-B14F-4D97-AF65-F5344CB8AC3E}">
        <p14:creationId xmlns:p14="http://schemas.microsoft.com/office/powerpoint/2010/main" val="1579952747"/>
      </p:ext>
    </p:extLst>
  </p:cSld>
</p:sld>
</file>

<file path=ppt/slides/slide28.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F311AB-3970-45C7-BBEB-63B98552A9AC}"/>
              </a:ext>
            </a:extLst>
          </p:cNvPr>
          <p:cNvSpPr>
            <a:spLocks xmlns:a="http://schemas.openxmlformats.org/drawingml/2006/main" noGrp="1"/>
          </p:cNvSpPr>
          <p:nvPr/>
        </p:nvSpPr>
        <p:spPr>
          <a:xfrm xmlns:a="http://schemas.openxmlformats.org/drawingml/2006/main">
            <a:off x="685800" y="4572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i="0">
                <a:solidFill>
                  <a:srgbClr val="FFFFFF"/>
                </a:solidFill>
                <a:latin typeface="Arial"/>
                <a:ea typeface="Arial"/>
                <a:cs typeface="Arial"/>
              </a:defRPr>
            </a:defPPr>
            <a:lvl1pPr>
              <a:defRPr sz="3150" b="1" i="0">
                <a:solidFill>
                  <a:srgbClr val="FFFFFF"/>
                </a:solidFill>
                <a:latin typeface="Arial"/>
                <a:ea typeface="Arial"/>
                <a:cs typeface="Arial"/>
              </a:defRPr>
            </a:lvl1pPr>
            <a:lvl2pPr>
              <a:defRPr sz="3150" b="1" i="0">
                <a:solidFill>
                  <a:srgbClr val="FFFFFF"/>
                </a:solidFill>
                <a:latin typeface="Arial"/>
                <a:ea typeface="Arial"/>
                <a:cs typeface="Arial"/>
              </a:defRPr>
            </a:lvl2pPr>
            <a:lvl3pPr>
              <a:defRPr sz="3150" b="1" i="0">
                <a:solidFill>
                  <a:srgbClr val="FFFFFF"/>
                </a:solidFill>
                <a:latin typeface="Arial"/>
                <a:ea typeface="Arial"/>
                <a:cs typeface="Arial"/>
              </a:defRPr>
            </a:lvl3pPr>
            <a:lvl4pPr>
              <a:defRPr sz="3150" b="1" i="0">
                <a:solidFill>
                  <a:srgbClr val="FFFFFF"/>
                </a:solidFill>
                <a:latin typeface="Arial"/>
                <a:ea typeface="Arial"/>
                <a:cs typeface="Arial"/>
              </a:defRPr>
            </a:lvl4pPr>
            <a:lvl5pPr>
              <a:defRPr sz="3150" b="1" i="0">
                <a:solidFill>
                  <a:srgbClr val="FFFFFF"/>
                </a:solidFill>
                <a:latin typeface="Arial"/>
                <a:ea typeface="Arial"/>
                <a:cs typeface="Arial"/>
              </a:defRPr>
            </a:lvl5pPr>
            <a:lvl6pPr>
              <a:defRPr sz="3150" b="1" i="0">
                <a:solidFill>
                  <a:srgbClr val="FFFFFF"/>
                </a:solidFill>
                <a:latin typeface="Arial"/>
                <a:ea typeface="Arial"/>
                <a:cs typeface="Arial"/>
              </a:defRPr>
            </a:lvl6pPr>
            <a:lvl7pPr>
              <a:defRPr sz="3150" b="1" i="0">
                <a:solidFill>
                  <a:srgbClr val="FFFFFF"/>
                </a:solidFill>
                <a:latin typeface="Arial"/>
                <a:ea typeface="Arial"/>
                <a:cs typeface="Arial"/>
              </a:defRPr>
            </a:lvl7pPr>
            <a:lvl8pPr>
              <a:defRPr sz="3150" b="1" i="0">
                <a:solidFill>
                  <a:srgbClr val="FFFFFF"/>
                </a:solidFill>
                <a:latin typeface="Arial"/>
                <a:ea typeface="Arial"/>
                <a:cs typeface="Arial"/>
              </a:defRPr>
            </a:lvl8pPr>
            <a:lvl9pPr>
              <a:defRPr sz="3150" b="1" i="0">
                <a:solidFill>
                  <a:srgbClr val="FFFFFF"/>
                </a:solidFill>
                <a:latin typeface="Arial"/>
                <a:ea typeface="Arial"/>
                <a:cs typeface="Arial"/>
              </a:defRPr>
            </a:lvl9pPr>
          </a:lstStyle>
          <a:p xmlns:a="http://schemas.openxmlformats.org/drawingml/2006/main">
            <a:pPr>
              <a:defRPr sz="3150" b="1" i="0">
                <a:solidFill>
                  <a:srgbClr val="FFFFFF"/>
                </a:solidFill>
                <a:latin typeface="Arial"/>
                <a:ea typeface="Arial"/>
                <a:cs typeface="Arial"/>
              </a:defRPr>
            </a:pPr>
            <a:r>
              <a:rPr sz="3150" b="1" i="0">
                <a:solidFill>
                  <a:srgbClr val="FFFFFF"/>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B87AED61-1970-477C-9AB6-C64FBECBE6C8}"/>
              </a:ext>
            </a:extLst>
          </p:cNvPr>
          <p:cNvSpPr>
            <a:spLocks xmlns:a="http://schemas.openxmlformats.org/drawingml/2006/main" noGrp="1"/>
          </p:cNvSpPr>
          <p:nvPr/>
        </p:nvSpPr>
        <p:spPr>
          <a:xfrm xmlns:a="http://schemas.openxmlformats.org/drawingml/2006/main">
            <a:off x="990600" y="1504950"/>
            <a:ext cx="102870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a:solidFill>
                  <a:srgbClr val="FFFFFF"/>
                </a:solidFill>
                <a:latin typeface="Arial"/>
                <a:ea typeface="Arial"/>
                <a:cs typeface="Arial"/>
              </a:defRPr>
            </a:defPPr>
            <a:lvl1pPr>
              <a:defRPr sz="2100">
                <a:solidFill>
                  <a:srgbClr val="FFFFFF"/>
                </a:solidFill>
                <a:latin typeface="Arial"/>
                <a:ea typeface="Arial"/>
                <a:cs typeface="Arial"/>
              </a:defRPr>
            </a:lvl1pPr>
            <a:lvl2pPr>
              <a:defRPr sz="2100">
                <a:solidFill>
                  <a:srgbClr val="FFFFFF"/>
                </a:solidFill>
                <a:latin typeface="Arial"/>
                <a:ea typeface="Arial"/>
                <a:cs typeface="Arial"/>
              </a:defRPr>
            </a:lvl2pPr>
            <a:lvl3pPr>
              <a:defRPr sz="2100">
                <a:solidFill>
                  <a:srgbClr val="FFFFFF"/>
                </a:solidFill>
                <a:latin typeface="Arial"/>
                <a:ea typeface="Arial"/>
                <a:cs typeface="Arial"/>
              </a:defRPr>
            </a:lvl3pPr>
            <a:lvl4pPr>
              <a:defRPr sz="2100">
                <a:solidFill>
                  <a:srgbClr val="FFFFFF"/>
                </a:solidFill>
                <a:latin typeface="Arial"/>
                <a:ea typeface="Arial"/>
                <a:cs typeface="Arial"/>
              </a:defRPr>
            </a:lvl4pPr>
            <a:lvl5pPr>
              <a:defRPr sz="2100">
                <a:solidFill>
                  <a:srgbClr val="FFFFFF"/>
                </a:solidFill>
                <a:latin typeface="Arial"/>
                <a:ea typeface="Arial"/>
                <a:cs typeface="Arial"/>
              </a:defRPr>
            </a:lvl5pPr>
            <a:lvl6pPr>
              <a:defRPr sz="2100">
                <a:solidFill>
                  <a:srgbClr val="FFFFFF"/>
                </a:solidFill>
                <a:latin typeface="Arial"/>
                <a:ea typeface="Arial"/>
                <a:cs typeface="Arial"/>
              </a:defRPr>
            </a:lvl6pPr>
            <a:lvl7pPr>
              <a:defRPr sz="2100">
                <a:solidFill>
                  <a:srgbClr val="FFFFFF"/>
                </a:solidFill>
                <a:latin typeface="Arial"/>
                <a:ea typeface="Arial"/>
                <a:cs typeface="Arial"/>
              </a:defRPr>
            </a:lvl7pPr>
            <a:lvl8pPr>
              <a:defRPr sz="2100">
                <a:solidFill>
                  <a:srgbClr val="FFFFFF"/>
                </a:solidFill>
                <a:latin typeface="Arial"/>
                <a:ea typeface="Arial"/>
                <a:cs typeface="Arial"/>
              </a:defRPr>
            </a:lvl8pPr>
            <a:lvl9pPr>
              <a:defRPr sz="2100">
                <a:solidFill>
                  <a:srgbClr val="FFFFFF"/>
                </a:solidFill>
                <a:latin typeface="Arial"/>
                <a:ea typeface="Arial"/>
                <a:cs typeface="Arial"/>
              </a:defRPr>
            </a:lvl9pPr>
          </a:lstStyle>
          <a:p xmlns:a="http://schemas.openxmlformats.org/drawingml/2006/main">
            <a:pPr marL="254000" indent="-127000">
              <a:spcAft>
                <a:spcPts val="1500"/>
              </a:spcAft>
              <a:buChar char="•"/>
              <a:defRPr sz="2100">
                <a:solidFill>
                  <a:srgbClr val="FFFFFF"/>
                </a:solidFill>
                <a:latin typeface="Arial"/>
                <a:ea typeface="Arial"/>
                <a:cs typeface="Arial"/>
              </a:defRPr>
            </a:pPr>
            <a:r>
              <a:rPr sz="2100">
                <a:solidFill>
                  <a:srgbClr val="FFFFFF"/>
                </a:solidFill>
                <a:latin typeface="Arial"/>
                <a:ea typeface="Arial"/>
                <a:cs typeface="Arial"/>
              </a:rPr>
              <a:t>In the multiplier model, what part represents you?</a:t>
            </a:r>
          </a:p>
          <a:p xmlns:a="http://schemas.openxmlformats.org/drawingml/2006/main">
            <a:pPr marL="254000" indent="-127000">
              <a:spcAft>
                <a:spcPts val="1500"/>
              </a:spcAft>
              <a:buChar char="•"/>
              <a:defRPr sz="2100">
                <a:solidFill>
                  <a:srgbClr val="FFFFFF"/>
                </a:solidFill>
                <a:latin typeface="Arial"/>
                <a:ea typeface="Arial"/>
                <a:cs typeface="Arial"/>
              </a:defRPr>
            </a:pPr>
            <a:r>
              <a:rPr sz="2100">
                <a:solidFill>
                  <a:srgbClr val="FFFFFF"/>
                </a:solidFill>
                <a:latin typeface="Arial"/>
                <a:ea typeface="Arial"/>
                <a:cs typeface="Arial"/>
              </a:rPr>
              <a:t>When would you choose for instead of while?</a:t>
            </a:r>
          </a:p>
          <a:p xmlns:a="http://schemas.openxmlformats.org/drawingml/2006/main">
            <a:pPr marL="254000" indent="-127000">
              <a:spcAft>
                <a:spcPts val="1500"/>
              </a:spcAft>
              <a:buChar char="•"/>
              <a:defRPr sz="2100">
                <a:solidFill>
                  <a:srgbClr val="FFFFFF"/>
                </a:solidFill>
                <a:latin typeface="Arial"/>
                <a:ea typeface="Arial"/>
                <a:cs typeface="Arial"/>
              </a:defRPr>
            </a:pPr>
            <a:r>
              <a:rPr sz="2100">
                <a:solidFill>
                  <a:srgbClr val="FFFFFF"/>
                </a:solidFill>
                <a:latin typeface="Arial"/>
                <a:ea typeface="Arial"/>
                <a:cs typeface="Arial"/>
              </a:rPr>
              <a:t>How are print and return different?</a:t>
            </a:r>
          </a:p>
          <a:p xmlns:a="http://schemas.openxmlformats.org/drawingml/2006/main">
            <a:pPr marL="254000" indent="-127000">
              <a:spcAft>
                <a:spcPts val="1500"/>
              </a:spcAft>
              <a:buChar char="•"/>
              <a:defRPr sz="2100">
                <a:solidFill>
                  <a:srgbClr val="FFFFFF"/>
                </a:solidFill>
                <a:latin typeface="Arial"/>
                <a:ea typeface="Arial"/>
                <a:cs typeface="Arial"/>
              </a:defRPr>
            </a:pPr>
            <a:r>
              <a:rPr sz="2100">
                <a:solidFill>
                  <a:srgbClr val="FFFFFF"/>
                </a:solidFill>
                <a:latin typeface="Arial"/>
                <a:ea typeface="Arial"/>
                <a:cs typeface="Arial"/>
              </a:rPr>
              <a:t>Which function in your project has one clear job?</a:t>
            </a:r>
          </a:p>
          <a:p xmlns:a="http://schemas.openxmlformats.org/drawingml/2006/main">
            <a:pPr marL="254000" indent="-127000">
              <a:spcAft>
                <a:spcPts val="1500"/>
              </a:spcAft>
              <a:buChar char="•"/>
              <a:defRPr sz="2100">
                <a:solidFill>
                  <a:srgbClr val="FFFFFF"/>
                </a:solidFill>
                <a:latin typeface="Arial"/>
                <a:ea typeface="Arial"/>
                <a:cs typeface="Arial"/>
              </a:defRPr>
            </a:pPr>
            <a:r>
              <a:rPr sz="2100">
                <a:solidFill>
                  <a:srgbClr val="FFFFFF"/>
                </a:solidFill>
                <a:latin typeface="Arial"/>
                <a:ea typeface="Arial"/>
                <a:cs typeface="Arial"/>
              </a:rPr>
              <a:t>What can you verify now that you could not verify last week?</a:t>
            </a:r>
          </a:p>
        </p:txBody>
      </p:sp>
      <p:sp>
        <p:nvSpPr>
          <p:cNvPr id="3" name="">
            <a:extLst xmlns:a="http://schemas.openxmlformats.org/drawingml/2006/main">
              <a:ext uri="{FF2B5EF4-FFF2-40B4-BE49-F238E27FC236}">
                <a16:creationId xmlns:a16="http://schemas.microsoft.com/office/drawing/2014/main" id="{D164A639-3BE0-4841-8941-0DC08EE9A391}"/>
              </a:ext>
            </a:extLst>
          </p:cNvPr>
          <p:cNvSpPr>
            <a:spLocks xmlns:a="http://schemas.openxmlformats.org/drawingml/2006/main" noGrp="1"/>
          </p:cNvSpPr>
          <p:nvPr/>
        </p:nvSpPr>
        <p:spPr>
          <a:xfrm xmlns:a="http://schemas.openxmlformats.org/drawingml/2006/main">
            <a:off x="1333500" y="5734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FFB1AD"/>
                </a:solidFill>
                <a:latin typeface="Arial"/>
                <a:ea typeface="Arial"/>
                <a:cs typeface="Arial"/>
              </a:defRPr>
            </a:defPPr>
            <a:lvl1pPr>
              <a:defRPr sz="2025" b="1" i="0">
                <a:solidFill>
                  <a:srgbClr val="FFB1AD"/>
                </a:solidFill>
                <a:latin typeface="Arial"/>
                <a:ea typeface="Arial"/>
                <a:cs typeface="Arial"/>
              </a:defRPr>
            </a:lvl1pPr>
            <a:lvl2pPr>
              <a:defRPr sz="2025" b="1" i="0">
                <a:solidFill>
                  <a:srgbClr val="FFB1AD"/>
                </a:solidFill>
                <a:latin typeface="Arial"/>
                <a:ea typeface="Arial"/>
                <a:cs typeface="Arial"/>
              </a:defRPr>
            </a:lvl2pPr>
            <a:lvl3pPr>
              <a:defRPr sz="2025" b="1" i="0">
                <a:solidFill>
                  <a:srgbClr val="FFB1AD"/>
                </a:solidFill>
                <a:latin typeface="Arial"/>
                <a:ea typeface="Arial"/>
                <a:cs typeface="Arial"/>
              </a:defRPr>
            </a:lvl3pPr>
            <a:lvl4pPr>
              <a:defRPr sz="2025" b="1" i="0">
                <a:solidFill>
                  <a:srgbClr val="FFB1AD"/>
                </a:solidFill>
                <a:latin typeface="Arial"/>
                <a:ea typeface="Arial"/>
                <a:cs typeface="Arial"/>
              </a:defRPr>
            </a:lvl4pPr>
            <a:lvl5pPr>
              <a:defRPr sz="2025" b="1" i="0">
                <a:solidFill>
                  <a:srgbClr val="FFB1AD"/>
                </a:solidFill>
                <a:latin typeface="Arial"/>
                <a:ea typeface="Arial"/>
                <a:cs typeface="Arial"/>
              </a:defRPr>
            </a:lvl5pPr>
            <a:lvl6pPr>
              <a:defRPr sz="2025" b="1" i="0">
                <a:solidFill>
                  <a:srgbClr val="FFB1AD"/>
                </a:solidFill>
                <a:latin typeface="Arial"/>
                <a:ea typeface="Arial"/>
                <a:cs typeface="Arial"/>
              </a:defRPr>
            </a:lvl6pPr>
            <a:lvl7pPr>
              <a:defRPr sz="2025" b="1" i="0">
                <a:solidFill>
                  <a:srgbClr val="FFB1AD"/>
                </a:solidFill>
                <a:latin typeface="Arial"/>
                <a:ea typeface="Arial"/>
                <a:cs typeface="Arial"/>
              </a:defRPr>
            </a:lvl7pPr>
            <a:lvl8pPr>
              <a:defRPr sz="2025" b="1" i="0">
                <a:solidFill>
                  <a:srgbClr val="FFB1AD"/>
                </a:solidFill>
                <a:latin typeface="Arial"/>
                <a:ea typeface="Arial"/>
                <a:cs typeface="Arial"/>
              </a:defRPr>
            </a:lvl8pPr>
            <a:lvl9pPr>
              <a:defRPr sz="2025" b="1" i="0">
                <a:solidFill>
                  <a:srgbClr val="FFB1AD"/>
                </a:solidFill>
                <a:latin typeface="Arial"/>
                <a:ea typeface="Arial"/>
                <a:cs typeface="Arial"/>
              </a:defRPr>
            </a:lvl9pPr>
          </a:lstStyle>
          <a:p xmlns:a="http://schemas.openxmlformats.org/drawingml/2006/main">
            <a:pPr>
              <a:defRPr sz="2025" b="1" i="0">
                <a:solidFill>
                  <a:srgbClr val="FFB1AD"/>
                </a:solidFill>
                <a:latin typeface="Arial"/>
                <a:ea typeface="Arial"/>
                <a:cs typeface="Arial"/>
              </a:defRPr>
            </a:pPr>
            <a:r>
              <a:rPr sz="2025" b="1" i="0">
                <a:solidFill>
                  <a:srgbClr val="FFB1AD"/>
                </a:solidFill>
                <a:latin typeface="Arial"/>
                <a:ea typeface="Arial"/>
                <a:cs typeface="Arial"/>
              </a:rPr>
              <a:t>Strong tools amplify strong judgment.</a:t>
            </a:r>
          </a:p>
        </p:txBody>
      </p:sp>
      <p:sp>
        <p:nvSpPr>
          <p:cNvPr id="4" name="">
            <a:extLst xmlns:a="http://schemas.openxmlformats.org/drawingml/2006/main">
              <a:ext uri="{FF2B5EF4-FFF2-40B4-BE49-F238E27FC236}">
                <a16:creationId xmlns:a16="http://schemas.microsoft.com/office/drawing/2014/main" id="{4B303D31-FFFE-43D6-9C78-B47AB1E598F5}"/>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vl1pPr>
              <a:defRPr sz="1200" b="0" i="0">
                <a:solidFill>
                  <a:srgbClr val="5D6B78"/>
                </a:solidFill>
                <a:latin typeface="Arial"/>
                <a:ea typeface="Arial"/>
                <a:cs typeface="Arial"/>
              </a:defRPr>
            </a:lvl1pPr>
            <a:lvl2pPr>
              <a:defRPr sz="1200" b="0" i="0">
                <a:solidFill>
                  <a:srgbClr val="5D6B78"/>
                </a:solidFill>
                <a:latin typeface="Arial"/>
                <a:ea typeface="Arial"/>
                <a:cs typeface="Arial"/>
              </a:defRPr>
            </a:lvl2pPr>
            <a:lvl3pPr>
              <a:defRPr sz="1200" b="0" i="0">
                <a:solidFill>
                  <a:srgbClr val="5D6B78"/>
                </a:solidFill>
                <a:latin typeface="Arial"/>
                <a:ea typeface="Arial"/>
                <a:cs typeface="Arial"/>
              </a:defRPr>
            </a:lvl3pPr>
            <a:lvl4pPr>
              <a:defRPr sz="1200" b="0" i="0">
                <a:solidFill>
                  <a:srgbClr val="5D6B78"/>
                </a:solidFill>
                <a:latin typeface="Arial"/>
                <a:ea typeface="Arial"/>
                <a:cs typeface="Arial"/>
              </a:defRPr>
            </a:lvl4pPr>
            <a:lvl5pPr>
              <a:defRPr sz="1200" b="0" i="0">
                <a:solidFill>
                  <a:srgbClr val="5D6B78"/>
                </a:solidFill>
                <a:latin typeface="Arial"/>
                <a:ea typeface="Arial"/>
                <a:cs typeface="Arial"/>
              </a:defRPr>
            </a:lvl5pPr>
            <a:lvl6pPr>
              <a:defRPr sz="1200" b="0" i="0">
                <a:solidFill>
                  <a:srgbClr val="5D6B78"/>
                </a:solidFill>
                <a:latin typeface="Arial"/>
                <a:ea typeface="Arial"/>
                <a:cs typeface="Arial"/>
              </a:defRPr>
            </a:lvl6pPr>
            <a:lvl7pPr>
              <a:defRPr sz="1200" b="0" i="0">
                <a:solidFill>
                  <a:srgbClr val="5D6B78"/>
                </a:solidFill>
                <a:latin typeface="Arial"/>
                <a:ea typeface="Arial"/>
                <a:cs typeface="Arial"/>
              </a:defRPr>
            </a:lvl7pPr>
            <a:lvl8pPr>
              <a:defRPr sz="1200" b="0" i="0">
                <a:solidFill>
                  <a:srgbClr val="5D6B78"/>
                </a:solidFill>
                <a:latin typeface="Arial"/>
                <a:ea typeface="Arial"/>
                <a:cs typeface="Arial"/>
              </a:defRPr>
            </a:lvl8pPr>
            <a:lvl9pPr>
              <a:defRPr sz="1200" b="0" i="0">
                <a:solidFill>
                  <a:srgbClr val="5D6B78"/>
                </a:solidFill>
                <a:latin typeface="Arial"/>
                <a:ea typeface="Arial"/>
                <a:cs typeface="Arial"/>
              </a:defRPr>
            </a:lvl9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12:45-1:00 | Reflection</a:t>
            </a:r>
          </a:p>
        </p:txBody>
      </p:sp>
    </p:spTree>
    <p:extLst>
      <p:ext uri="{BB962C8B-B14F-4D97-AF65-F5344CB8AC3E}">
        <p14:creationId xmlns:p14="http://schemas.microsoft.com/office/powerpoint/2010/main" val="12178385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2026-10-17T03:19:21.4090000Z</dcterms:created>
  <dcterms:modified xsi:type="dcterms:W3CDTF">2026-10-17T03:19:21.4100000Z</dcterms:modified>
</coreProperties>
</file>