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ee79ea3324736" /><Relationship Type="http://schemas.openxmlformats.org/officeDocument/2006/relationships/extended-properties" Target="/docProps/app.xml" Id="R8cdfcec288c147c8" /><Relationship Type="http://schemas.openxmlformats.org/officeDocument/2006/relationships/officeDocument" Target="/ppt/presentation.xml" Id="R7b92ee3bec60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988f5ddd04702"/>
  </p:sldMasterIdLst>
  <p:notesMasterIdLst>
    <p:notesMasterId xmlns:r="http://schemas.openxmlformats.org/officeDocument/2006/relationships" r:id="R67c86bb51be94f53"/>
  </p:notesMasterIdLst>
  <p:sldIdLst>
    <p:sldId xmlns:r="http://schemas.openxmlformats.org/officeDocument/2006/relationships" id="256" r:id="R93bdf7753ffd44c4"/>
    <p:sldId xmlns:r="http://schemas.openxmlformats.org/officeDocument/2006/relationships" id="257" r:id="R4269ffe4ba2747a6"/>
    <p:sldId xmlns:r="http://schemas.openxmlformats.org/officeDocument/2006/relationships" id="258" r:id="R44c78ede5a024df1"/>
    <p:sldId xmlns:r="http://schemas.openxmlformats.org/officeDocument/2006/relationships" id="259" r:id="R9d1b6815803e48f4"/>
    <p:sldId xmlns:r="http://schemas.openxmlformats.org/officeDocument/2006/relationships" id="260" r:id="Ref4baf6445e54012"/>
    <p:sldId xmlns:r="http://schemas.openxmlformats.org/officeDocument/2006/relationships" id="261" r:id="R3b08397bad834da8"/>
    <p:sldId xmlns:r="http://schemas.openxmlformats.org/officeDocument/2006/relationships" id="262" r:id="R698b8d811aa145d6"/>
    <p:sldId xmlns:r="http://schemas.openxmlformats.org/officeDocument/2006/relationships" id="263" r:id="R2dfee3a099564406"/>
    <p:sldId xmlns:r="http://schemas.openxmlformats.org/officeDocument/2006/relationships" id="264" r:id="R2a5c2601eb8d4737"/>
    <p:sldId xmlns:r="http://schemas.openxmlformats.org/officeDocument/2006/relationships" id="265" r:id="Rf6b680fff6394f0f"/>
    <p:sldId xmlns:r="http://schemas.openxmlformats.org/officeDocument/2006/relationships" id="266" r:id="R1a47f578d3074ba5"/>
    <p:sldId xmlns:r="http://schemas.openxmlformats.org/officeDocument/2006/relationships" id="267" r:id="R311f16bc705f4ecd"/>
    <p:sldId xmlns:r="http://schemas.openxmlformats.org/officeDocument/2006/relationships" id="268" r:id="R0740da95266c427e"/>
    <p:sldId xmlns:r="http://schemas.openxmlformats.org/officeDocument/2006/relationships" id="269" r:id="Rd570a90f9b264c71"/>
    <p:sldId xmlns:r="http://schemas.openxmlformats.org/officeDocument/2006/relationships" id="270" r:id="R6c1b4a34335a49a4"/>
    <p:sldId xmlns:r="http://schemas.openxmlformats.org/officeDocument/2006/relationships" id="271" r:id="R96baa20ead0b46c7"/>
    <p:sldId xmlns:r="http://schemas.openxmlformats.org/officeDocument/2006/relationships" id="272" r:id="R9feb9e350ca54ce4"/>
    <p:sldId xmlns:r="http://schemas.openxmlformats.org/officeDocument/2006/relationships" id="273" r:id="Rf4bb4e6ee73844ca"/>
    <p:sldId xmlns:r="http://schemas.openxmlformats.org/officeDocument/2006/relationships" id="274" r:id="R1031b1734721470a"/>
    <p:sldId xmlns:r="http://schemas.openxmlformats.org/officeDocument/2006/relationships" id="275" r:id="Rd4886e794ca043c3"/>
    <p:sldId xmlns:r="http://schemas.openxmlformats.org/officeDocument/2006/relationships" id="276" r:id="R58efe87d64944f0e"/>
    <p:sldId xmlns:r="http://schemas.openxmlformats.org/officeDocument/2006/relationships" id="277" r:id="R7416291a598640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63cb5b77f44bc0" /><Relationship Type="http://schemas.openxmlformats.org/officeDocument/2006/relationships/slideMaster" Target="/ppt/slideMasters/slideMaster1.xml" Id="R89a988f5ddd04702" /><Relationship Type="http://schemas.openxmlformats.org/officeDocument/2006/relationships/notesMaster" Target="/ppt/notesMasters/notesMaster1.xml" Id="R67c86bb51be94f53" /><Relationship Type="http://schemas.openxmlformats.org/officeDocument/2006/relationships/presProps" Target="/ppt/presProps.xml" Id="R2caf5220d5134e6a" /><Relationship Type="http://schemas.openxmlformats.org/officeDocument/2006/relationships/tableStyles" Target="/ppt/tableStyles.xml" Id="Rda0aa4c9548f4d60" /><Relationship Type="http://schemas.openxmlformats.org/officeDocument/2006/relationships/slide" Target="/ppt/slides/slide1.xml" Id="R93bdf7753ffd44c4" /><Relationship Type="http://schemas.openxmlformats.org/officeDocument/2006/relationships/slide" Target="/ppt/slides/slide2.xml" Id="R4269ffe4ba2747a6" /><Relationship Type="http://schemas.openxmlformats.org/officeDocument/2006/relationships/slide" Target="/ppt/slides/slide3.xml" Id="R44c78ede5a024df1" /><Relationship Type="http://schemas.openxmlformats.org/officeDocument/2006/relationships/slide" Target="/ppt/slides/slide4.xml" Id="R9d1b6815803e48f4" /><Relationship Type="http://schemas.openxmlformats.org/officeDocument/2006/relationships/slide" Target="/ppt/slides/slide5.xml" Id="Ref4baf6445e54012" /><Relationship Type="http://schemas.openxmlformats.org/officeDocument/2006/relationships/slide" Target="/ppt/slides/slide6.xml" Id="R3b08397bad834da8" /><Relationship Type="http://schemas.openxmlformats.org/officeDocument/2006/relationships/slide" Target="/ppt/slides/slide7.xml" Id="R698b8d811aa145d6" /><Relationship Type="http://schemas.openxmlformats.org/officeDocument/2006/relationships/slide" Target="/ppt/slides/slide8.xml" Id="R2dfee3a099564406" /><Relationship Type="http://schemas.openxmlformats.org/officeDocument/2006/relationships/slide" Target="/ppt/slides/slide9.xml" Id="R2a5c2601eb8d4737" /><Relationship Type="http://schemas.openxmlformats.org/officeDocument/2006/relationships/slide" Target="/ppt/slides/slide10.xml" Id="Rf6b680fff6394f0f" /><Relationship Type="http://schemas.openxmlformats.org/officeDocument/2006/relationships/slide" Target="/ppt/slides/slide11.xml" Id="R1a47f578d3074ba5" /><Relationship Type="http://schemas.openxmlformats.org/officeDocument/2006/relationships/slide" Target="/ppt/slides/slide12.xml" Id="R311f16bc705f4ecd" /><Relationship Type="http://schemas.openxmlformats.org/officeDocument/2006/relationships/slide" Target="/ppt/slides/slide13.xml" Id="R0740da95266c427e" /><Relationship Type="http://schemas.openxmlformats.org/officeDocument/2006/relationships/slide" Target="/ppt/slides/slide14.xml" Id="Rd570a90f9b264c71" /><Relationship Type="http://schemas.openxmlformats.org/officeDocument/2006/relationships/slide" Target="/ppt/slides/slide15.xml" Id="R6c1b4a34335a49a4" /><Relationship Type="http://schemas.openxmlformats.org/officeDocument/2006/relationships/slide" Target="/ppt/slides/slide16.xml" Id="R96baa20ead0b46c7" /><Relationship Type="http://schemas.openxmlformats.org/officeDocument/2006/relationships/slide" Target="/ppt/slides/slide17.xml" Id="R9feb9e350ca54ce4" /><Relationship Type="http://schemas.openxmlformats.org/officeDocument/2006/relationships/slide" Target="/ppt/slides/slide18.xml" Id="Rf4bb4e6ee73844ca" /><Relationship Type="http://schemas.openxmlformats.org/officeDocument/2006/relationships/slide" Target="/ppt/slides/slide19.xml" Id="R1031b1734721470a" /><Relationship Type="http://schemas.openxmlformats.org/officeDocument/2006/relationships/slide" Target="/ppt/slides/slide20.xml" Id="Rd4886e794ca043c3" /><Relationship Type="http://schemas.openxmlformats.org/officeDocument/2006/relationships/slide" Target="/ppt/slides/slide21.xml" Id="R58efe87d64944f0e" /><Relationship Type="http://schemas.openxmlformats.org/officeDocument/2006/relationships/slide" Target="/ppt/slides/slide22.xml" Id="R7416291a5986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2cc90f47a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f1322dd5b3412e" /><Relationship Type="http://schemas.openxmlformats.org/officeDocument/2006/relationships/notesMaster" Target="/ppt/notesMasters/notesMaster1.xml" Id="R16024557be3345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0be63967544f3d" /><Relationship Type="http://schemas.openxmlformats.org/officeDocument/2006/relationships/notesMaster" Target="/ppt/notesMasters/notesMaster1.xml" Id="R6d5c36e30bd2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4e87938904dd7" /><Relationship Type="http://schemas.openxmlformats.org/officeDocument/2006/relationships/notesMaster" Target="/ppt/notesMasters/notesMaster1.xml" Id="R1cf9fdb06a50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dad8935ba4edb" /><Relationship Type="http://schemas.openxmlformats.org/officeDocument/2006/relationships/notesMaster" Target="/ppt/notesMasters/notesMaster1.xml" Id="R8d1595fb33b4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7ac536e50943fa" /><Relationship Type="http://schemas.openxmlformats.org/officeDocument/2006/relationships/notesMaster" Target="/ppt/notesMasters/notesMaster1.xml" Id="R543a387d906b43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8106d3e0d44ee" /><Relationship Type="http://schemas.openxmlformats.org/officeDocument/2006/relationships/notesMaster" Target="/ppt/notesMasters/notesMaster1.xml" Id="Rb4c93dd72e3643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9e6839a734748" /><Relationship Type="http://schemas.openxmlformats.org/officeDocument/2006/relationships/notesMaster" Target="/ppt/notesMasters/notesMaster1.xml" Id="Ra548eb11a66f4f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81fdd3cddf4ab8" /><Relationship Type="http://schemas.openxmlformats.org/officeDocument/2006/relationships/notesMaster" Target="/ppt/notesMasters/notesMaster1.xml" Id="R928dff2352c445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f752b2bdfa4a48" /><Relationship Type="http://schemas.openxmlformats.org/officeDocument/2006/relationships/notesMaster" Target="/ppt/notesMasters/notesMaster1.xml" Id="Rae3935db16d5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03c5aa21b54e14" /><Relationship Type="http://schemas.openxmlformats.org/officeDocument/2006/relationships/notesMaster" Target="/ppt/notesMasters/notesMaster1.xml" Id="Rb08192f00ca04f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155fbaa6ae4eb8" /><Relationship Type="http://schemas.openxmlformats.org/officeDocument/2006/relationships/notesMaster" Target="/ppt/notesMasters/notesMaster1.xml" Id="R7bbc278a222546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c1270563f04e91" /><Relationship Type="http://schemas.openxmlformats.org/officeDocument/2006/relationships/notesMaster" Target="/ppt/notesMasters/notesMaster1.xml" Id="Rc786b061b2544b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13f380a6954568" /><Relationship Type="http://schemas.openxmlformats.org/officeDocument/2006/relationships/notesMaster" Target="/ppt/notesMasters/notesMaster1.xml" Id="Rfb7a6b2b39794a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187463ac784eea" /><Relationship Type="http://schemas.openxmlformats.org/officeDocument/2006/relationships/notesMaster" Target="/ppt/notesMasters/notesMaster1.xml" Id="Rb0f656e6000949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fde911d0394f6a" /><Relationship Type="http://schemas.openxmlformats.org/officeDocument/2006/relationships/notesMaster" Target="/ppt/notesMasters/notesMaster1.xml" Id="R42d4bc654b7b4d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7262deb9cb4d03" /><Relationship Type="http://schemas.openxmlformats.org/officeDocument/2006/relationships/notesMaster" Target="/ppt/notesMasters/notesMaster1.xml" Id="Re367857a813b4d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423d6ed53649fa" /><Relationship Type="http://schemas.openxmlformats.org/officeDocument/2006/relationships/notesMaster" Target="/ppt/notesMasters/notesMaster1.xml" Id="R216ac72195ae4c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700d71e9744137" /><Relationship Type="http://schemas.openxmlformats.org/officeDocument/2006/relationships/notesMaster" Target="/ppt/notesMasters/notesMaster1.xml" Id="R36d9f7291a0a42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4f4ab707fb4ec2" /><Relationship Type="http://schemas.openxmlformats.org/officeDocument/2006/relationships/notesMaster" Target="/ppt/notesMasters/notesMaster1.xml" Id="Rb5b8f4551a2548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b2829326944d68" /><Relationship Type="http://schemas.openxmlformats.org/officeDocument/2006/relationships/notesMaster" Target="/ppt/notesMasters/notesMaster1.xml" Id="Re7b9b949a57841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95df4af87344a3" /><Relationship Type="http://schemas.openxmlformats.org/officeDocument/2006/relationships/notesMaster" Target="/ppt/notesMasters/notesMaster1.xml" Id="R26bc5ec233f64d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30905343d84bb3" /><Relationship Type="http://schemas.openxmlformats.org/officeDocument/2006/relationships/notesMaster" Target="/ppt/notesMasters/notesMaster1.xml" Id="Rc9e630f5af74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and frame this as a second attempt, not a penalty. Today strengthens the Week 3 ideas before new material. Ask students to keep a prediction record throughout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students to assume the user enters 20. First attempt: students answer without Google, ChatGPT, or running the code. Answers: 1) input() returns a string, so minutes_text stores the text "20". 2) int() converts that text to the integer 20, so the code prints 25. 3) Python cannot add a string and an integer. During the class trace, follow the entered text through conversion before calculating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4) Pass. 5) == checks equality. 6) total becomes 4, then 11, then 19. 7) A while loop fits retrying until input becomes valid. During the trace, ask what score and total mean on each iteration.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8) The argument is 6. 9) The parameter is score. 10) The function returns 8. return sends a value back to the caller so later code can use it. print() displays information. After this slide, allow five minutes for partner comparison, then return to slides 2 through 4 for a seven-minute class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outcomes aloud. Ask students to identify which outcome feels least comfortable. Return to that response in the exit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notebook opens in a browser. Local setup will not be the focus today. Preserve both breaks even if the opening review runs long.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link: https://colab.research.google.com/github/lhernandez-sudo/project-syncere-cs-2027/blob/main/week-04-foundations-cloud/exercises/foundations-review.ipynb</a:t>
            </a:r>
          </a:p>
          <a:p xmlns:a="http://schemas.openxmlformats.org/drawingml/2006/main">
            <a:r>
              <a:t>Students need a Google account to execute and save in Colab. If GitHub loading fails, download the ipynb and use File &gt; Upload notebook. Source: https://research.google.com/colaboratory/intl/en-GB/faq.html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a written or spoken prediction before every run. Treat incorrect predictions as data about the mental model, not as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predict 30. Remove int() and run the error. Ask what operation Python attempted and why the types matter. Then complete Repair 1 in the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each test in order. Discuss &gt;= versus &gt; at a boundary. Students complete Repair 2 and test 6.9, 7, and 7.1.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the full ten-minute break. Leave this slide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the right side and let students supply each total. Ask what score and total mean on each iteration. Students then complete Repair 3 without sum().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justify the loop choice, not merely name it. Reinforce that a while loop needs a condition that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6 into score, the calculation into improved, and 8 back to final_score. Students complete Repair 4. Ask why printing inside the function does not let later code calculate with the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work in exercises/foundations-review.ipynb. Check the class after each repair. Early finishers explain a repair without taking another student's keyboard.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the full ten-minute break. Prepare the Raspberry Pi during the break if using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where the Python process runs and what the browser contributes. Clarify that the runtime is temporary. A notebook saved in Drive persists separately from temporary runtime files. Source: https://research.google.com/colaboratory/intl/en-GB/faq.html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every term to today's experience. Hyperscaler examples include AWS, Microsoft Azure, and Google Cloud. Avoid implying that cloud computing is literally a cloud. For a formal cloud definition, see NIST SP 800-145: https://csrc.nist.gov/pubs/sp/800/145/final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Pi's processor, memory, storage, power, and network connection. Optional demonstration: run python -m http.server 8000 in a folder with index.html, then open the page from a second device on the same trusted network. Use a hotspot if the school network blocks device-to-device traffic.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project section of the notebook. The local equivalent is assignment/output_tracker_rebuild.py. Require one cited source or recorded AI prompt, the student's change, and a line-by-line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exercises/peer-check.md. Keep partners focused on observable behavior. The developer should make the repair. The reviewer reruns the test that exposed the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answers before students leave. Compare the final confidence response with the opening check. Remind students to download the notebook file even if they saved a Drive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fa08429943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564e188954c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c71a5820648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8aa609fe94b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baab7864343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f4d61d704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86C44E-E505-4CF9-899F-D2451B975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CE3950-4FAC-44B2-A215-B0781865F3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50D54A-08EF-47DD-A594-1F99AB8C7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7BF780-F772-4B88-8B16-AC33DD977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B5D353-3893-43D7-BACF-37BD3C388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297691-B0EF-48AD-A511-1148042B6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99645C-F04B-42F3-BD45-9029632B3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0C1A8D-69EC-46F5-A520-9F92DED883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C358F-F651-4E90-A677-0CBF9C540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146C9A-C3F2-48C2-9C56-5BCE55EE1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3f01bd6464368" /><Relationship Type="http://schemas.openxmlformats.org/officeDocument/2006/relationships/slideLayout" Target="/ppt/slideLayouts/slideLayout1.xml" Id="R9c09ad627f934ba8" /><Relationship Type="http://schemas.openxmlformats.org/officeDocument/2006/relationships/slideLayout" Target="/ppt/slideLayouts/slideLayout2.xml" Id="R966c6bd9c7574fef" /><Relationship Type="http://schemas.openxmlformats.org/officeDocument/2006/relationships/slideLayout" Target="/ppt/slideLayouts/slideLayout3.xml" Id="R5bdd9ed8e2f64a80" /><Relationship Type="http://schemas.openxmlformats.org/officeDocument/2006/relationships/slideLayout" Target="/ppt/slideLayouts/slideLayout4.xml" Id="Rbd4c03b4cca34163" /><Relationship Type="http://schemas.openxmlformats.org/officeDocument/2006/relationships/slideLayout" Target="/ppt/slideLayouts/slideLayout5.xml" Id="R68dade642c7e4aa2" /><Relationship Type="http://schemas.openxmlformats.org/officeDocument/2006/relationships/slideLayout" Target="/ppt/slideLayouts/slideLayout6.xml" Id="R20024e5c874e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9ad627f934ba8"/>
    <p:sldLayoutId xmlns:r="http://schemas.openxmlformats.org/officeDocument/2006/relationships" id="2147483650" r:id="R966c6bd9c7574fef"/>
    <p:sldLayoutId xmlns:r="http://schemas.openxmlformats.org/officeDocument/2006/relationships" id="2147483651" r:id="R5bdd9ed8e2f64a80"/>
    <p:sldLayoutId xmlns:r="http://schemas.openxmlformats.org/officeDocument/2006/relationships" id="2147483652" r:id="Rbd4c03b4cca34163"/>
    <p:sldLayoutId xmlns:r="http://schemas.openxmlformats.org/officeDocument/2006/relationships" id="2147483653" r:id="R68dade642c7e4aa2"/>
    <p:sldLayoutId xmlns:r="http://schemas.openxmlformats.org/officeDocument/2006/relationships" id="2147483654" r:id="R20024e5c874e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ac7cee11e4680" /><Relationship Type="http://schemas.openxmlformats.org/officeDocument/2006/relationships/notesSlide" Target="/ppt/notesSlides/notesSlide1.xml" Id="R770765d4de61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2982212742c6" /><Relationship Type="http://schemas.openxmlformats.org/officeDocument/2006/relationships/notesSlide" Target="/ppt/notesSlides/notesSlide2.xml" Id="R99e6823ff89c4a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f70406270424f" /><Relationship Type="http://schemas.openxmlformats.org/officeDocument/2006/relationships/notesSlide" Target="/ppt/notesSlides/notesSlide3.xml" Id="R0c546fc9b33e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df85b67ce471d" /><Relationship Type="http://schemas.openxmlformats.org/officeDocument/2006/relationships/notesSlide" Target="/ppt/notesSlides/notesSlide4.xml" Id="R299807ddb2444c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de6d6a62a4f1f" /><Relationship Type="http://schemas.openxmlformats.org/officeDocument/2006/relationships/notesSlide" Target="/ppt/notesSlides/notesSlide5.xml" Id="Rd9e62c938bd4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ebd257e1f4462" /><Relationship Type="http://schemas.openxmlformats.org/officeDocument/2006/relationships/notesSlide" Target="/ppt/notesSlides/notesSlide6.xml" Id="Rf3fea053c843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5f85b88ee44de" /><Relationship Type="http://schemas.openxmlformats.org/officeDocument/2006/relationships/notesSlide" Target="/ppt/notesSlides/notesSlide7.xml" Id="R6b620166c4ed40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348898df84512" /><Relationship Type="http://schemas.openxmlformats.org/officeDocument/2006/relationships/notesSlide" Target="/ppt/notesSlides/notesSlide8.xml" Id="R19f110dc76574b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a7d3aa84c4f94" /><Relationship Type="http://schemas.openxmlformats.org/officeDocument/2006/relationships/notesSlide" Target="/ppt/notesSlides/notesSlide9.xml" Id="Rba8769d5881e42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0ad7239fe465a" /><Relationship Type="http://schemas.openxmlformats.org/officeDocument/2006/relationships/notesSlide" Target="/ppt/notesSlides/notesSlide10.xml" Id="R97adebb033154d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a02b4b3f24532" /><Relationship Type="http://schemas.openxmlformats.org/officeDocument/2006/relationships/notesSlide" Target="/ppt/notesSlides/notesSlide11.xml" Id="Rd41d26d8c21849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438dd91924ea9" /><Relationship Type="http://schemas.openxmlformats.org/officeDocument/2006/relationships/notesSlide" Target="/ppt/notesSlides/notesSlide12.xml" Id="Rf5f910abb03542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832fc27b54936" /><Relationship Type="http://schemas.openxmlformats.org/officeDocument/2006/relationships/notesSlide" Target="/ppt/notesSlides/notesSlide13.xml" Id="R626dfadef29548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91caaa7644dba" /><Relationship Type="http://schemas.openxmlformats.org/officeDocument/2006/relationships/notesSlide" Target="/ppt/notesSlides/notesSlide14.xml" Id="R81fe824c775748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c3df27b1e4f57" /><Relationship Type="http://schemas.openxmlformats.org/officeDocument/2006/relationships/notesSlide" Target="/ppt/notesSlides/notesSlide15.xml" Id="Rf799298ab7ae49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821ad98364b44" /><Relationship Type="http://schemas.openxmlformats.org/officeDocument/2006/relationships/notesSlide" Target="/ppt/notesSlides/notesSlide16.xml" Id="R1d8071048efd47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33aa6e57943eb" /><Relationship Type="http://schemas.openxmlformats.org/officeDocument/2006/relationships/notesSlide" Target="/ppt/notesSlides/notesSlide17.xml" Id="R817a9d6c7e9a45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1d06773a34a5c" /><Relationship Type="http://schemas.openxmlformats.org/officeDocument/2006/relationships/notesSlide" Target="/ppt/notesSlides/notesSlide18.xml" Id="R77ce8139343f40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351f6fd544de1" /><Relationship Type="http://schemas.openxmlformats.org/officeDocument/2006/relationships/notesSlide" Target="/ppt/notesSlides/notesSlide19.xml" Id="Rfa5b83de82214e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3ad9643f6435e" /><Relationship Type="http://schemas.openxmlformats.org/officeDocument/2006/relationships/notesSlide" Target="/ppt/notesSlides/notesSlide20.xml" Id="R9993c35d81834d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501394fc34f56" /><Relationship Type="http://schemas.openxmlformats.org/officeDocument/2006/relationships/notesSlide" Target="/ppt/notesSlides/notesSlide21.xml" Id="R24504bced7a84c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8616a186f46e1" /><Relationship Type="http://schemas.openxmlformats.org/officeDocument/2006/relationships/notesSlide" Target="/ppt/notesSlides/notesSlide22.xml" Id="Ra68431e90a8d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7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60A9E-370D-424D-848B-4D2419C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A90CC-F646-44F4-959B-396312B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8D8DB"/>
                </a:solidFill>
              </a:defRPr>
            </a:defPPr>
            <a:lvl1pPr>
              <a:defRPr sz="1275" b="1">
                <a:solidFill>
                  <a:srgbClr val="A8D8DB"/>
                </a:solidFill>
              </a:defRPr>
            </a:lvl1pPr>
            <a:lvl2pPr>
              <a:defRPr sz="1275" b="1">
                <a:solidFill>
                  <a:srgbClr val="A8D8DB"/>
                </a:solidFill>
              </a:defRPr>
            </a:lvl2pPr>
            <a:lvl3pPr>
              <a:defRPr sz="1275" b="1">
                <a:solidFill>
                  <a:srgbClr val="A8D8DB"/>
                </a:solidFill>
              </a:defRPr>
            </a:lvl3pPr>
            <a:lvl4pPr>
              <a:defRPr sz="1275" b="1">
                <a:solidFill>
                  <a:srgbClr val="A8D8DB"/>
                </a:solidFill>
              </a:defRPr>
            </a:lvl4pPr>
            <a:lvl5pPr>
              <a:defRPr sz="1275" b="1">
                <a:solidFill>
                  <a:srgbClr val="A8D8DB"/>
                </a:solidFill>
              </a:defRPr>
            </a:lvl5pPr>
            <a:lvl6pPr>
              <a:defRPr sz="1275" b="1">
                <a:solidFill>
                  <a:srgbClr val="A8D8DB"/>
                </a:solidFill>
              </a:defRPr>
            </a:lvl6pPr>
            <a:lvl7pPr>
              <a:defRPr sz="1275" b="1">
                <a:solidFill>
                  <a:srgbClr val="A8D8DB"/>
                </a:solidFill>
              </a:defRPr>
            </a:lvl7pPr>
            <a:lvl8pPr>
              <a:defRPr sz="1275" b="1">
                <a:solidFill>
                  <a:srgbClr val="A8D8DB"/>
                </a:solidFill>
              </a:defRPr>
            </a:lvl8pPr>
            <a:lvl9pPr>
              <a:defRPr sz="1275" b="1">
                <a:solidFill>
                  <a:srgbClr val="A8D8D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8D8DB"/>
                </a:solidFill>
              </a:defRPr>
            </a:pPr>
            <a:r>
              <a:rPr sz="1275" b="1">
                <a:solidFill>
                  <a:srgbClr val="A8D8DB"/>
                </a:solidFill>
              </a:rPr>
              <a:t>FOUNDATIONS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E4CAB-D51F-476D-8CBF-4B0DF72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Trace the code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then explain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368A-8BBF-442B-B066-12BE7A56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2B0AA"/>
                </a:solidFill>
              </a:defRPr>
            </a:defPPr>
            <a:lvl1pPr>
              <a:defRPr sz="1425" b="1">
                <a:solidFill>
                  <a:srgbClr val="F2B0AA"/>
                </a:solidFill>
              </a:defRPr>
            </a:lvl1pPr>
            <a:lvl2pPr>
              <a:defRPr sz="1425" b="1">
                <a:solidFill>
                  <a:srgbClr val="F2B0AA"/>
                </a:solidFill>
              </a:defRPr>
            </a:lvl2pPr>
            <a:lvl3pPr>
              <a:defRPr sz="1425" b="1">
                <a:solidFill>
                  <a:srgbClr val="F2B0AA"/>
                </a:solidFill>
              </a:defRPr>
            </a:lvl3pPr>
            <a:lvl4pPr>
              <a:defRPr sz="1425" b="1">
                <a:solidFill>
                  <a:srgbClr val="F2B0AA"/>
                </a:solidFill>
              </a:defRPr>
            </a:lvl4pPr>
            <a:lvl5pPr>
              <a:defRPr sz="1425" b="1">
                <a:solidFill>
                  <a:srgbClr val="F2B0AA"/>
                </a:solidFill>
              </a:defRPr>
            </a:lvl5pPr>
            <a:lvl6pPr>
              <a:defRPr sz="1425" b="1">
                <a:solidFill>
                  <a:srgbClr val="F2B0AA"/>
                </a:solidFill>
              </a:defRPr>
            </a:lvl6pPr>
            <a:lvl7pPr>
              <a:defRPr sz="1425" b="1">
                <a:solidFill>
                  <a:srgbClr val="F2B0AA"/>
                </a:solidFill>
              </a:defRPr>
            </a:lvl7pPr>
            <a:lvl8pPr>
              <a:defRPr sz="1425" b="1">
                <a:solidFill>
                  <a:srgbClr val="F2B0AA"/>
                </a:solidFill>
              </a:defRPr>
            </a:lvl8pPr>
            <a:lvl9pPr>
              <a:defRPr sz="1425" b="1">
                <a:solidFill>
                  <a:srgbClr val="F2B0A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2B0AA"/>
                </a:solidFill>
              </a:defRPr>
            </a:pPr>
            <a:r>
              <a:rPr sz="1425" b="1">
                <a:solidFill>
                  <a:srgbClr val="F2B0AA"/>
                </a:solidFill>
              </a:rPr>
              <a:t>WEEK 4  •  PYTHON FOUNDATIONS AND CLOUD COMPUTING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7269E-7F4D-4B21-B3FE-978779CB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3E91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F9057-8818-47AD-AD49-9964346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764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  <a:lvl1pPr algn="ctr">
              <a:defRPr sz="2550" b="1">
                <a:solidFill>
                  <a:srgbClr val="FFFFFF"/>
                </a:solidFill>
              </a:defRPr>
            </a:lvl1pPr>
            <a:lvl2pPr algn="ctr">
              <a:defRPr sz="2550" b="1">
                <a:solidFill>
                  <a:srgbClr val="FFFFFF"/>
                </a:solidFill>
              </a:defRPr>
            </a:lvl2pPr>
            <a:lvl3pPr algn="ctr">
              <a:defRPr sz="2550" b="1">
                <a:solidFill>
                  <a:srgbClr val="FFFFFF"/>
                </a:solidFill>
              </a:defRPr>
            </a:lvl3pPr>
            <a:lvl4pPr algn="ctr">
              <a:defRPr sz="2550" b="1">
                <a:solidFill>
                  <a:srgbClr val="FFFFFF"/>
                </a:solidFill>
              </a:defRPr>
            </a:lvl4pPr>
            <a:lvl5pPr algn="ctr">
              <a:defRPr sz="2550" b="1">
                <a:solidFill>
                  <a:srgbClr val="FFFFFF"/>
                </a:solidFill>
              </a:defRPr>
            </a:lvl5pPr>
            <a:lvl6pPr algn="ctr">
              <a:defRPr sz="2550" b="1">
                <a:solidFill>
                  <a:srgbClr val="FFFFFF"/>
                </a:solidFill>
              </a:defRPr>
            </a:lvl6pPr>
            <a:lvl7pPr algn="ctr">
              <a:defRPr sz="2550" b="1">
                <a:solidFill>
                  <a:srgbClr val="FFFFFF"/>
                </a:solidFill>
              </a:defRPr>
            </a:lvl7pPr>
            <a:lvl8pPr algn="ctr">
              <a:defRPr sz="2550" b="1">
                <a:solidFill>
                  <a:srgbClr val="FFFFFF"/>
                </a:solidFill>
              </a:defRPr>
            </a:lvl8pPr>
            <a:lvl9pPr algn="ctr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DFBE6-53F8-4FB6-B4BF-86A5220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0">
                <a:solidFill>
                  <a:srgbClr val="FFFFFF"/>
                </a:solidFill>
              </a:defRPr>
            </a:defPPr>
            <a:lvl1pPr algn="ctr">
              <a:defRPr sz="1500" b="0">
                <a:solidFill>
                  <a:srgbClr val="FFFFFF"/>
                </a:solidFill>
              </a:defRPr>
            </a:lvl1pPr>
            <a:lvl2pPr algn="ctr">
              <a:defRPr sz="1500" b="0">
                <a:solidFill>
                  <a:srgbClr val="FFFFFF"/>
                </a:solidFill>
              </a:defRPr>
            </a:lvl2pPr>
            <a:lvl3pPr algn="ctr">
              <a:defRPr sz="1500" b="0">
                <a:solidFill>
                  <a:srgbClr val="FFFFFF"/>
                </a:solidFill>
              </a:defRPr>
            </a:lvl3pPr>
            <a:lvl4pPr algn="ctr">
              <a:defRPr sz="1500" b="0">
                <a:solidFill>
                  <a:srgbClr val="FFFFFF"/>
                </a:solidFill>
              </a:defRPr>
            </a:lvl4pPr>
            <a:lvl5pPr algn="ctr">
              <a:defRPr sz="1500" b="0">
                <a:solidFill>
                  <a:srgbClr val="FFFFFF"/>
                </a:solidFill>
              </a:defRPr>
            </a:lvl5pPr>
            <a:lvl6pPr algn="ctr">
              <a:defRPr sz="1500" b="0">
                <a:solidFill>
                  <a:srgbClr val="FFFFFF"/>
                </a:solidFill>
              </a:defRPr>
            </a:lvl6pPr>
            <a:lvl7pPr algn="ctr">
              <a:defRPr sz="1500" b="0">
                <a:solidFill>
                  <a:srgbClr val="FFFFFF"/>
                </a:solidFill>
              </a:defRPr>
            </a:lvl7pPr>
            <a:lvl8pPr algn="ctr">
              <a:defRPr sz="1500" b="0">
                <a:solidFill>
                  <a:srgbClr val="FFFFFF"/>
                </a:solidFill>
              </a:defRPr>
            </a:lvl8pPr>
            <a:lvl9pPr algn="ctr"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runs somewhere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9B8F0-D0AF-4F6E-AAF2-95C33D7F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ED0DE"/>
                </a:solidFill>
              </a:defRPr>
            </a:defPPr>
            <a:lvl1pPr>
              <a:defRPr sz="1125" b="0">
                <a:solidFill>
                  <a:srgbClr val="BED0DE"/>
                </a:solidFill>
              </a:defRPr>
            </a:lvl1pPr>
            <a:lvl2pPr>
              <a:defRPr sz="1125" b="0">
                <a:solidFill>
                  <a:srgbClr val="BED0DE"/>
                </a:solidFill>
              </a:defRPr>
            </a:lvl2pPr>
            <a:lvl3pPr>
              <a:defRPr sz="1125" b="0">
                <a:solidFill>
                  <a:srgbClr val="BED0DE"/>
                </a:solidFill>
              </a:defRPr>
            </a:lvl3pPr>
            <a:lvl4pPr>
              <a:defRPr sz="1125" b="0">
                <a:solidFill>
                  <a:srgbClr val="BED0DE"/>
                </a:solidFill>
              </a:defRPr>
            </a:lvl4pPr>
            <a:lvl5pPr>
              <a:defRPr sz="1125" b="0">
                <a:solidFill>
                  <a:srgbClr val="BED0DE"/>
                </a:solidFill>
              </a:defRPr>
            </a:lvl5pPr>
            <a:lvl6pPr>
              <a:defRPr sz="1125" b="0">
                <a:solidFill>
                  <a:srgbClr val="BED0DE"/>
                </a:solidFill>
              </a:defRPr>
            </a:lvl6pPr>
            <a:lvl7pPr>
              <a:defRPr sz="1125" b="0">
                <a:solidFill>
                  <a:srgbClr val="BED0DE"/>
                </a:solidFill>
              </a:defRPr>
            </a:lvl7pPr>
            <a:lvl8pPr>
              <a:defRPr sz="1125" b="0">
                <a:solidFill>
                  <a:srgbClr val="BED0DE"/>
                </a:solidFill>
              </a:defRPr>
            </a:lvl8pPr>
            <a:lvl9pPr>
              <a:defRPr sz="1125" b="0">
                <a:solidFill>
                  <a:srgbClr val="BED0DE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ED0DE"/>
                </a:solidFill>
              </a:defRPr>
            </a:pPr>
            <a:r>
              <a:rPr sz="1125" b="0">
                <a:solidFill>
                  <a:srgbClr val="BED0DE"/>
                </a:solidFill>
              </a:rPr>
              <a:t>9:00 AM to 1:00 PM</a:t>
            </a:r>
          </a:p>
        </p:txBody>
      </p:sp>
    </p:spTree>
    <p:extLst>
      <p:ext uri="{BB962C8B-B14F-4D97-AF65-F5344CB8AC3E}">
        <p14:creationId xmlns:p14="http://schemas.microsoft.com/office/powerpoint/2010/main" val="1919317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ED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FF7A1-E7F7-4C65-AF7B-05D36B7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Review 1: values and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BE4D3-14C6-4068-B44B-1ECDEE4E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Assume the user enters 20. Answer on paper before running the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05E95-7DBD-48BC-9E1F-0D5F2A3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334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72338-289B-4B0D-BAA9-2DC9C8A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4876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DF4E4"/>
                </a:solidFill>
              </a:defRPr>
            </a:defPPr>
            <a:lvl1pPr>
              <a:defRPr sz="1575" b="0">
                <a:solidFill>
                  <a:srgbClr val="DDF4E4"/>
                </a:solidFill>
              </a:defRPr>
            </a:lvl1pPr>
            <a:lvl2pPr>
              <a:defRPr sz="1575" b="0">
                <a:solidFill>
                  <a:srgbClr val="DDF4E4"/>
                </a:solidFill>
              </a:defRPr>
            </a:lvl2pPr>
            <a:lvl3pPr>
              <a:defRPr sz="1575" b="0">
                <a:solidFill>
                  <a:srgbClr val="DDF4E4"/>
                </a:solidFill>
              </a:defRPr>
            </a:lvl3pPr>
            <a:lvl4pPr>
              <a:defRPr sz="1575" b="0">
                <a:solidFill>
                  <a:srgbClr val="DDF4E4"/>
                </a:solidFill>
              </a:defRPr>
            </a:lvl4pPr>
            <a:lvl5pPr>
              <a:defRPr sz="1575" b="0">
                <a:solidFill>
                  <a:srgbClr val="DDF4E4"/>
                </a:solidFill>
              </a:defRPr>
            </a:lvl5pPr>
            <a:lvl6pPr>
              <a:defRPr sz="1575" b="0">
                <a:solidFill>
                  <a:srgbClr val="DDF4E4"/>
                </a:solidFill>
              </a:defRPr>
            </a:lvl6pPr>
            <a:lvl7pPr>
              <a:defRPr sz="1575" b="0">
                <a:solidFill>
                  <a:srgbClr val="DDF4E4"/>
                </a:solidFill>
              </a:defRPr>
            </a:lvl7pPr>
            <a:lvl8pPr>
              <a:defRPr sz="1575" b="0">
                <a:solidFill>
                  <a:srgbClr val="DDF4E4"/>
                </a:solidFill>
              </a:defRPr>
            </a:lvl8pPr>
            <a:lvl9pPr>
              <a:defRPr sz="1575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minutes_text = input("Minutes: ")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minutes = int(minutes_text)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score = minutes + 5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print(score)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5ED3-D3AD-4F74-8F34-6EB858E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DF6665"/>
                </a:solidFill>
              </a:defRPr>
            </a:defPPr>
            <a:lvl1pPr>
              <a:defRPr sz="1650" b="1">
                <a:solidFill>
                  <a:srgbClr val="DF6665"/>
                </a:solidFill>
              </a:defRPr>
            </a:lvl1pPr>
            <a:lvl2pPr>
              <a:defRPr sz="1650" b="1">
                <a:solidFill>
                  <a:srgbClr val="DF6665"/>
                </a:solidFill>
              </a:defRPr>
            </a:lvl2pPr>
            <a:lvl3pPr>
              <a:defRPr sz="1650" b="1">
                <a:solidFill>
                  <a:srgbClr val="DF6665"/>
                </a:solidFill>
              </a:defRPr>
            </a:lvl3pPr>
            <a:lvl4pPr>
              <a:defRPr sz="1650" b="1">
                <a:solidFill>
                  <a:srgbClr val="DF6665"/>
                </a:solidFill>
              </a:defRPr>
            </a:lvl4pPr>
            <a:lvl5pPr>
              <a:defRPr sz="1650" b="1">
                <a:solidFill>
                  <a:srgbClr val="DF6665"/>
                </a:solidFill>
              </a:defRPr>
            </a:lvl5pPr>
            <a:lvl6pPr>
              <a:defRPr sz="1650" b="1">
                <a:solidFill>
                  <a:srgbClr val="DF6665"/>
                </a:solidFill>
              </a:defRPr>
            </a:lvl6pPr>
            <a:lvl7pPr>
              <a:defRPr sz="1650" b="1">
                <a:solidFill>
                  <a:srgbClr val="DF6665"/>
                </a:solidFill>
              </a:defRPr>
            </a:lvl7pPr>
            <a:lvl8pPr>
              <a:defRPr sz="1650" b="1">
                <a:solidFill>
                  <a:srgbClr val="DF6665"/>
                </a:solidFill>
              </a:defRPr>
            </a:lvl8pPr>
            <a:lvl9pPr>
              <a:defRPr sz="165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DF6665"/>
                </a:solidFill>
              </a:defRPr>
            </a:pPr>
            <a:r>
              <a:rPr sz="1650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6D46-5F9C-4A22-AABB-5957AC7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66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What type does input() return?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CA382-D2C6-44ED-A523-7D78FDE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AA446"/>
                </a:solidFill>
              </a:defRPr>
            </a:defPPr>
            <a:lvl1pPr>
              <a:defRPr sz="1650" b="1">
                <a:solidFill>
                  <a:srgbClr val="5AA446"/>
                </a:solidFill>
              </a:defRPr>
            </a:lvl1pPr>
            <a:lvl2pPr>
              <a:defRPr sz="1650" b="1">
                <a:solidFill>
                  <a:srgbClr val="5AA446"/>
                </a:solidFill>
              </a:defRPr>
            </a:lvl2pPr>
            <a:lvl3pPr>
              <a:defRPr sz="1650" b="1">
                <a:solidFill>
                  <a:srgbClr val="5AA446"/>
                </a:solidFill>
              </a:defRPr>
            </a:lvl3pPr>
            <a:lvl4pPr>
              <a:defRPr sz="1650" b="1">
                <a:solidFill>
                  <a:srgbClr val="5AA446"/>
                </a:solidFill>
              </a:defRPr>
            </a:lvl4pPr>
            <a:lvl5pPr>
              <a:defRPr sz="1650" b="1">
                <a:solidFill>
                  <a:srgbClr val="5AA446"/>
                </a:solidFill>
              </a:defRPr>
            </a:lvl5pPr>
            <a:lvl6pPr>
              <a:defRPr sz="1650" b="1">
                <a:solidFill>
                  <a:srgbClr val="5AA446"/>
                </a:solidFill>
              </a:defRPr>
            </a:lvl6pPr>
            <a:lvl7pPr>
              <a:defRPr sz="1650" b="1">
                <a:solidFill>
                  <a:srgbClr val="5AA446"/>
                </a:solidFill>
              </a:defRPr>
            </a:lvl7pPr>
            <a:lvl8pPr>
              <a:defRPr sz="1650" b="1">
                <a:solidFill>
                  <a:srgbClr val="5AA446"/>
                </a:solidFill>
              </a:defRPr>
            </a:lvl8pPr>
            <a:lvl9pPr>
              <a:defRPr sz="165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AA446"/>
                </a:solidFill>
              </a:defRPr>
            </a:pPr>
            <a:r>
              <a:rPr sz="1650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8CEE4-54F6-4FA5-8869-0D53CF3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What does the code print?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E547B-D957-4699-BA7C-894F16E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67D96"/>
                </a:solidFill>
              </a:defRPr>
            </a:defPPr>
            <a:lvl1pPr>
              <a:defRPr sz="1650" b="1">
                <a:solidFill>
                  <a:srgbClr val="367D96"/>
                </a:solidFill>
              </a:defRPr>
            </a:lvl1pPr>
            <a:lvl2pPr>
              <a:defRPr sz="1650" b="1">
                <a:solidFill>
                  <a:srgbClr val="367D96"/>
                </a:solidFill>
              </a:defRPr>
            </a:lvl2pPr>
            <a:lvl3pPr>
              <a:defRPr sz="1650" b="1">
                <a:solidFill>
                  <a:srgbClr val="367D96"/>
                </a:solidFill>
              </a:defRPr>
            </a:lvl3pPr>
            <a:lvl4pPr>
              <a:defRPr sz="1650" b="1">
                <a:solidFill>
                  <a:srgbClr val="367D96"/>
                </a:solidFill>
              </a:defRPr>
            </a:lvl4pPr>
            <a:lvl5pPr>
              <a:defRPr sz="1650" b="1">
                <a:solidFill>
                  <a:srgbClr val="367D96"/>
                </a:solidFill>
              </a:defRPr>
            </a:lvl5pPr>
            <a:lvl6pPr>
              <a:defRPr sz="1650" b="1">
                <a:solidFill>
                  <a:srgbClr val="367D96"/>
                </a:solidFill>
              </a:defRPr>
            </a:lvl6pPr>
            <a:lvl7pPr>
              <a:defRPr sz="1650" b="1">
                <a:solidFill>
                  <a:srgbClr val="367D96"/>
                </a:solidFill>
              </a:defRPr>
            </a:lvl7pPr>
            <a:lvl8pPr>
              <a:defRPr sz="1650" b="1">
                <a:solidFill>
                  <a:srgbClr val="367D96"/>
                </a:solidFill>
              </a:defRPr>
            </a:lvl8pPr>
            <a:lvl9pPr>
              <a:defRPr sz="165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67D96"/>
                </a:solidFill>
              </a:defRPr>
            </a:pPr>
            <a:r>
              <a:rPr sz="1650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D01AF-C121-49D4-8E04-B6BDA54C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Why would "20" + 5 cause an error?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9EE46-8161-4470-A304-B6FE4C1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F6665"/>
                </a:solidFill>
              </a:defRPr>
            </a:defPPr>
            <a:lvl1pPr algn="ctr">
              <a:defRPr sz="1875" b="1">
                <a:solidFill>
                  <a:srgbClr val="DF6665"/>
                </a:solidFill>
              </a:defRPr>
            </a:lvl1pPr>
            <a:lvl2pPr algn="ctr">
              <a:defRPr sz="1875" b="1">
                <a:solidFill>
                  <a:srgbClr val="DF6665"/>
                </a:solidFill>
              </a:defRPr>
            </a:lvl2pPr>
            <a:lvl3pPr algn="ctr">
              <a:defRPr sz="1875" b="1">
                <a:solidFill>
                  <a:srgbClr val="DF6665"/>
                </a:solidFill>
              </a:defRPr>
            </a:lvl3pPr>
            <a:lvl4pPr algn="ctr">
              <a:defRPr sz="1875" b="1">
                <a:solidFill>
                  <a:srgbClr val="DF6665"/>
                </a:solidFill>
              </a:defRPr>
            </a:lvl4pPr>
            <a:lvl5pPr algn="ctr">
              <a:defRPr sz="1875" b="1">
                <a:solidFill>
                  <a:srgbClr val="DF6665"/>
                </a:solidFill>
              </a:defRPr>
            </a:lvl5pPr>
            <a:lvl6pPr algn="ctr">
              <a:defRPr sz="1875" b="1">
                <a:solidFill>
                  <a:srgbClr val="DF6665"/>
                </a:solidFill>
              </a:defRPr>
            </a:lvl6pPr>
            <a:lvl7pPr algn="ctr">
              <a:defRPr sz="1875" b="1">
                <a:solidFill>
                  <a:srgbClr val="DF6665"/>
                </a:solidFill>
              </a:defRPr>
            </a:lvl7pPr>
            <a:lvl8pPr algn="ctr">
              <a:defRPr sz="1875" b="1">
                <a:solidFill>
                  <a:srgbClr val="DF6665"/>
                </a:solidFill>
              </a:defRPr>
            </a:lvl8pPr>
            <a:lvl9pPr algn="ctr">
              <a:defRPr sz="187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F6665"/>
                </a:solidFill>
              </a:defRPr>
            </a:pPr>
            <a:r>
              <a:rPr sz="1875" b="1">
                <a:solidFill>
                  <a:srgbClr val="DF6665"/>
                </a:solidFill>
              </a:rPr>
              <a:t>Mark any answer you are unsure about.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FBDFD-E3C7-44BD-8848-F9B95B3D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9:00–9:03 | Direct concept review</a:t>
            </a:r>
          </a:p>
        </p:txBody>
      </p:sp>
    </p:spTree>
    <p:extLst>
      <p:ext uri="{BB962C8B-B14F-4D97-AF65-F5344CB8AC3E}">
        <p14:creationId xmlns:p14="http://schemas.microsoft.com/office/powerpoint/2010/main" val="141744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84513-2A45-4287-BE10-A94A98EA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Review 2: decisions and loops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B6DF2-A3D5-4379-A44C-CEA039E6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Predict the branch and trace the accumulator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8A0B9-99EF-4AAB-A0E2-17673056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4762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D8CDD-973E-48E3-91F5-19D4A2D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95450"/>
            <a:ext cx="43053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DF4E4"/>
                </a:solidFill>
              </a:defRPr>
            </a:defPPr>
            <a:lvl1pPr>
              <a:defRPr sz="1500" b="0">
                <a:solidFill>
                  <a:srgbClr val="DDF4E4"/>
                </a:solidFill>
              </a:defRPr>
            </a:lvl1pPr>
            <a:lvl2pPr>
              <a:defRPr sz="1500" b="0">
                <a:solidFill>
                  <a:srgbClr val="DDF4E4"/>
                </a:solidFill>
              </a:defRPr>
            </a:lvl2pPr>
            <a:lvl3pPr>
              <a:defRPr sz="1500" b="0">
                <a:solidFill>
                  <a:srgbClr val="DDF4E4"/>
                </a:solidFill>
              </a:defRPr>
            </a:lvl3pPr>
            <a:lvl4pPr>
              <a:defRPr sz="1500" b="0">
                <a:solidFill>
                  <a:srgbClr val="DDF4E4"/>
                </a:solidFill>
              </a:defRPr>
            </a:lvl4pPr>
            <a:lvl5pPr>
              <a:defRPr sz="1500" b="0">
                <a:solidFill>
                  <a:srgbClr val="DDF4E4"/>
                </a:solidFill>
              </a:defRPr>
            </a:lvl5pPr>
            <a:lvl6pPr>
              <a:defRPr sz="1500" b="0">
                <a:solidFill>
                  <a:srgbClr val="DDF4E4"/>
                </a:solidFill>
              </a:defRPr>
            </a:lvl6pPr>
            <a:lvl7pPr>
              <a:defRPr sz="1500" b="0">
                <a:solidFill>
                  <a:srgbClr val="DDF4E4"/>
                </a:solidFill>
              </a:defRPr>
            </a:lvl7pPr>
            <a:lvl8pPr>
              <a:defRPr sz="1500" b="0">
                <a:solidFill>
                  <a:srgbClr val="DDF4E4"/>
                </a:solidFill>
              </a:defRPr>
            </a:lvl8pPr>
            <a:lvl9pPr>
              <a:defRPr sz="150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score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if score &gt;= 7:</a:t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    print("Pass")</a:t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else:</a:t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    print("Try again")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01E88-6AC1-4532-BF98-33539B48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24000"/>
            <a:ext cx="4762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F71C4-4013-475C-B55D-B4D77214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695450"/>
            <a:ext cx="43053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DF4E4"/>
                </a:solidFill>
              </a:defRPr>
            </a:defPPr>
            <a:lvl1pPr>
              <a:defRPr sz="1500" b="0">
                <a:solidFill>
                  <a:srgbClr val="DDF4E4"/>
                </a:solidFill>
              </a:defRPr>
            </a:lvl1pPr>
            <a:lvl2pPr>
              <a:defRPr sz="1500" b="0">
                <a:solidFill>
                  <a:srgbClr val="DDF4E4"/>
                </a:solidFill>
              </a:defRPr>
            </a:lvl2pPr>
            <a:lvl3pPr>
              <a:defRPr sz="1500" b="0">
                <a:solidFill>
                  <a:srgbClr val="DDF4E4"/>
                </a:solidFill>
              </a:defRPr>
            </a:lvl3pPr>
            <a:lvl4pPr>
              <a:defRPr sz="1500" b="0">
                <a:solidFill>
                  <a:srgbClr val="DDF4E4"/>
                </a:solidFill>
              </a:defRPr>
            </a:lvl4pPr>
            <a:lvl5pPr>
              <a:defRPr sz="1500" b="0">
                <a:solidFill>
                  <a:srgbClr val="DDF4E4"/>
                </a:solidFill>
              </a:defRPr>
            </a:lvl5pPr>
            <a:lvl6pPr>
              <a:defRPr sz="1500" b="0">
                <a:solidFill>
                  <a:srgbClr val="DDF4E4"/>
                </a:solidFill>
              </a:defRPr>
            </a:lvl6pPr>
            <a:lvl7pPr>
              <a:defRPr sz="1500" b="0">
                <a:solidFill>
                  <a:srgbClr val="DDF4E4"/>
                </a:solidFill>
              </a:defRPr>
            </a:lvl7pPr>
            <a:lvl8pPr>
              <a:defRPr sz="1500" b="0">
                <a:solidFill>
                  <a:srgbClr val="DDF4E4"/>
                </a:solidFill>
              </a:defRPr>
            </a:lvl8pPr>
            <a:lvl9pPr>
              <a:defRPr sz="150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scores = [4, 7, 8]</a:t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for score in scores:</a:t>
            </a:r>
          </a:p>
          <a:p xmlns:a="http://schemas.openxmlformats.org/drawingml/2006/main">
            <a:pPr>
              <a:defRPr sz="1500" b="0">
                <a:solidFill>
                  <a:srgbClr val="DDF4E4"/>
                </a:solidFill>
              </a:defRPr>
            </a:pPr>
            <a:r>
              <a:rPr sz="1500" b="0">
                <a:solidFill>
                  <a:srgbClr val="DDF4E4"/>
                </a:solidFill>
              </a:rPr>
              <a:t>    total = total +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9F08A-A593-46A4-A054-8ED547E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F6665"/>
                </a:solidFill>
              </a:defRPr>
            </a:defPPr>
            <a:lvl1pPr>
              <a:defRPr sz="1725" b="1">
                <a:solidFill>
                  <a:srgbClr val="DF6665"/>
                </a:solidFill>
              </a:defRPr>
            </a:lvl1pPr>
            <a:lvl2pPr>
              <a:defRPr sz="1725" b="1">
                <a:solidFill>
                  <a:srgbClr val="DF6665"/>
                </a:solidFill>
              </a:defRPr>
            </a:lvl2pPr>
            <a:lvl3pPr>
              <a:defRPr sz="1725" b="1">
                <a:solidFill>
                  <a:srgbClr val="DF6665"/>
                </a:solidFill>
              </a:defRPr>
            </a:lvl3pPr>
            <a:lvl4pPr>
              <a:defRPr sz="1725" b="1">
                <a:solidFill>
                  <a:srgbClr val="DF6665"/>
                </a:solidFill>
              </a:defRPr>
            </a:lvl4pPr>
            <a:lvl5pPr>
              <a:defRPr sz="1725" b="1">
                <a:solidFill>
                  <a:srgbClr val="DF6665"/>
                </a:solidFill>
              </a:defRPr>
            </a:lvl5pPr>
            <a:lvl6pPr>
              <a:defRPr sz="1725" b="1">
                <a:solidFill>
                  <a:srgbClr val="DF6665"/>
                </a:solidFill>
              </a:defRPr>
            </a:lvl6pPr>
            <a:lvl7pPr>
              <a:defRPr sz="1725" b="1">
                <a:solidFill>
                  <a:srgbClr val="DF6665"/>
                </a:solidFill>
              </a:defRPr>
            </a:lvl7pPr>
            <a:lvl8pPr>
              <a:defRPr sz="1725" b="1">
                <a:solidFill>
                  <a:srgbClr val="DF6665"/>
                </a:solidFill>
              </a:defRPr>
            </a:lvl8pPr>
            <a:lvl9pPr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4. What does the conditional print?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099EA-B555-496A-8831-43562EF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AA446"/>
                </a:solidFill>
              </a:defRPr>
            </a:defPPr>
            <a:lvl1pPr>
              <a:defRPr sz="1725" b="1">
                <a:solidFill>
                  <a:srgbClr val="5AA446"/>
                </a:solidFill>
              </a:defRPr>
            </a:lvl1pPr>
            <a:lvl2pPr>
              <a:defRPr sz="1725" b="1">
                <a:solidFill>
                  <a:srgbClr val="5AA446"/>
                </a:solidFill>
              </a:defRPr>
            </a:lvl2pPr>
            <a:lvl3pPr>
              <a:defRPr sz="1725" b="1">
                <a:solidFill>
                  <a:srgbClr val="5AA446"/>
                </a:solidFill>
              </a:defRPr>
            </a:lvl3pPr>
            <a:lvl4pPr>
              <a:defRPr sz="1725" b="1">
                <a:solidFill>
                  <a:srgbClr val="5AA446"/>
                </a:solidFill>
              </a:defRPr>
            </a:lvl4pPr>
            <a:lvl5pPr>
              <a:defRPr sz="1725" b="1">
                <a:solidFill>
                  <a:srgbClr val="5AA446"/>
                </a:solidFill>
              </a:defRPr>
            </a:lvl5pPr>
            <a:lvl6pPr>
              <a:defRPr sz="1725" b="1">
                <a:solidFill>
                  <a:srgbClr val="5AA446"/>
                </a:solidFill>
              </a:defRPr>
            </a:lvl6pPr>
            <a:lvl7pPr>
              <a:defRPr sz="1725" b="1">
                <a:solidFill>
                  <a:srgbClr val="5AA446"/>
                </a:solidFill>
              </a:defRPr>
            </a:lvl7pPr>
            <a:lvl8pPr>
              <a:defRPr sz="1725" b="1">
                <a:solidFill>
                  <a:srgbClr val="5AA446"/>
                </a:solidFill>
              </a:defRPr>
            </a:lvl8pPr>
            <a:lvl9pPr>
              <a:defRPr sz="17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AA446"/>
                </a:solidFill>
              </a:defRPr>
            </a:pPr>
            <a:r>
              <a:rPr sz="1725" b="1">
                <a:solidFill>
                  <a:srgbClr val="5AA446"/>
                </a:solidFill>
              </a:rPr>
              <a:t>5. Which operator checks equality: = or ==?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3E746-0EBC-4988-A729-6B5FA333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67D96"/>
                </a:solidFill>
              </a:defRPr>
            </a:defPPr>
            <a:lvl1pPr>
              <a:defRPr sz="1725" b="1">
                <a:solidFill>
                  <a:srgbClr val="367D96"/>
                </a:solidFill>
              </a:defRPr>
            </a:lvl1pPr>
            <a:lvl2pPr>
              <a:defRPr sz="1725" b="1">
                <a:solidFill>
                  <a:srgbClr val="367D96"/>
                </a:solidFill>
              </a:defRPr>
            </a:lvl2pPr>
            <a:lvl3pPr>
              <a:defRPr sz="1725" b="1">
                <a:solidFill>
                  <a:srgbClr val="367D96"/>
                </a:solidFill>
              </a:defRPr>
            </a:lvl3pPr>
            <a:lvl4pPr>
              <a:defRPr sz="1725" b="1">
                <a:solidFill>
                  <a:srgbClr val="367D96"/>
                </a:solidFill>
              </a:defRPr>
            </a:lvl4pPr>
            <a:lvl5pPr>
              <a:defRPr sz="1725" b="1">
                <a:solidFill>
                  <a:srgbClr val="367D96"/>
                </a:solidFill>
              </a:defRPr>
            </a:lvl5pPr>
            <a:lvl6pPr>
              <a:defRPr sz="1725" b="1">
                <a:solidFill>
                  <a:srgbClr val="367D96"/>
                </a:solidFill>
              </a:defRPr>
            </a:lvl6pPr>
            <a:lvl7pPr>
              <a:defRPr sz="1725" b="1">
                <a:solidFill>
                  <a:srgbClr val="367D96"/>
                </a:solidFill>
              </a:defRPr>
            </a:lvl7pPr>
            <a:lvl8pPr>
              <a:defRPr sz="1725" b="1">
                <a:solidFill>
                  <a:srgbClr val="367D96"/>
                </a:solidFill>
              </a:defRPr>
            </a:lvl8pPr>
            <a:lvl9pPr>
              <a:defRPr sz="17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67D96"/>
                </a:solidFill>
              </a:defRPr>
            </a:pPr>
            <a:r>
              <a:rPr sz="1725" b="1">
                <a:solidFill>
                  <a:srgbClr val="367D96"/>
                </a:solidFill>
              </a:rPr>
              <a:t>6. What is total after each iteration?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3DC06-4FB0-4543-937D-69F98DC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E9197"/>
                </a:solidFill>
              </a:defRPr>
            </a:defPPr>
            <a:lvl1pPr>
              <a:defRPr sz="1725" b="1">
                <a:solidFill>
                  <a:srgbClr val="3E9197"/>
                </a:solidFill>
              </a:defRPr>
            </a:lvl1pPr>
            <a:lvl2pPr>
              <a:defRPr sz="1725" b="1">
                <a:solidFill>
                  <a:srgbClr val="3E9197"/>
                </a:solidFill>
              </a:defRPr>
            </a:lvl2pPr>
            <a:lvl3pPr>
              <a:defRPr sz="1725" b="1">
                <a:solidFill>
                  <a:srgbClr val="3E9197"/>
                </a:solidFill>
              </a:defRPr>
            </a:lvl3pPr>
            <a:lvl4pPr>
              <a:defRPr sz="1725" b="1">
                <a:solidFill>
                  <a:srgbClr val="3E9197"/>
                </a:solidFill>
              </a:defRPr>
            </a:lvl4pPr>
            <a:lvl5pPr>
              <a:defRPr sz="1725" b="1">
                <a:solidFill>
                  <a:srgbClr val="3E9197"/>
                </a:solidFill>
              </a:defRPr>
            </a:lvl5pPr>
            <a:lvl6pPr>
              <a:defRPr sz="1725" b="1">
                <a:solidFill>
                  <a:srgbClr val="3E9197"/>
                </a:solidFill>
              </a:defRPr>
            </a:lvl6pPr>
            <a:lvl7pPr>
              <a:defRPr sz="1725" b="1">
                <a:solidFill>
                  <a:srgbClr val="3E9197"/>
                </a:solidFill>
              </a:defRPr>
            </a:lvl7pPr>
            <a:lvl8pPr>
              <a:defRPr sz="1725" b="1">
                <a:solidFill>
                  <a:srgbClr val="3E9197"/>
                </a:solidFill>
              </a:defRPr>
            </a:lvl8pPr>
            <a:lvl9pPr>
              <a:defRPr sz="17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E9197"/>
                </a:solidFill>
              </a:defRPr>
            </a:pPr>
            <a:r>
              <a:rPr sz="1725" b="1">
                <a:solidFill>
                  <a:srgbClr val="3E9197"/>
                </a:solidFill>
              </a:rPr>
              <a:t>7. Which loop fits retrying invalid input?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FEF62-155A-4C1E-A313-B5DAE53E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9:03–9:06 | Direct concept review</a:t>
            </a:r>
          </a:p>
        </p:txBody>
      </p:sp>
    </p:spTree>
    <p:extLst>
      <p:ext uri="{BB962C8B-B14F-4D97-AF65-F5344CB8AC3E}">
        <p14:creationId xmlns:p14="http://schemas.microsoft.com/office/powerpoint/2010/main" val="1733003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C2B9F-F4B9-4507-A135-44780BC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Review 3: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56F97-48E7-4D29-8F2C-202ED20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Trace the argument, parameter, and return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113C8-528E-477C-8A9D-A677B0D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429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E1F2F-5323-48F4-807F-161F18B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49720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DF4E4"/>
                </a:solidFill>
              </a:defRPr>
            </a:defPPr>
            <a:lvl1pPr>
              <a:defRPr sz="1650" b="0">
                <a:solidFill>
                  <a:srgbClr val="DDF4E4"/>
                </a:solidFill>
              </a:defRPr>
            </a:lvl1pPr>
            <a:lvl2pPr>
              <a:defRPr sz="1650" b="0">
                <a:solidFill>
                  <a:srgbClr val="DDF4E4"/>
                </a:solidFill>
              </a:defRPr>
            </a:lvl2pPr>
            <a:lvl3pPr>
              <a:defRPr sz="1650" b="0">
                <a:solidFill>
                  <a:srgbClr val="DDF4E4"/>
                </a:solidFill>
              </a:defRPr>
            </a:lvl3pPr>
            <a:lvl4pPr>
              <a:defRPr sz="1650" b="0">
                <a:solidFill>
                  <a:srgbClr val="DDF4E4"/>
                </a:solidFill>
              </a:defRPr>
            </a:lvl4pPr>
            <a:lvl5pPr>
              <a:defRPr sz="1650" b="0">
                <a:solidFill>
                  <a:srgbClr val="DDF4E4"/>
                </a:solidFill>
              </a:defRPr>
            </a:lvl5pPr>
            <a:lvl6pPr>
              <a:defRPr sz="1650" b="0">
                <a:solidFill>
                  <a:srgbClr val="DDF4E4"/>
                </a:solidFill>
              </a:defRPr>
            </a:lvl6pPr>
            <a:lvl7pPr>
              <a:defRPr sz="1650" b="0">
                <a:solidFill>
                  <a:srgbClr val="DDF4E4"/>
                </a:solidFill>
              </a:defRPr>
            </a:lvl7pPr>
            <a:lvl8pPr>
              <a:defRPr sz="1650" b="0">
                <a:solidFill>
                  <a:srgbClr val="DDF4E4"/>
                </a:solidFill>
              </a:defRPr>
            </a:lvl8pPr>
            <a:lvl9pPr>
              <a:defRPr sz="165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def add_bonus(score):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return score + 2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result = add_bonus(6)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print(result)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227D5-C748-4348-9231-31E07306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8. What is the argument?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A2278-D524-4026-882E-8E91970A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81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9. What is the parameter?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D9248-E63D-4A69-95B0-049669C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10. What value does the function return?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F8B98-7F3A-43F0-8152-3C18B1CD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F6665"/>
                </a:solidFill>
              </a:defRPr>
            </a:defPPr>
            <a:lvl1pPr>
              <a:defRPr sz="1800" b="1">
                <a:solidFill>
                  <a:srgbClr val="DF6665"/>
                </a:solidFill>
              </a:defRPr>
            </a:lvl1pPr>
            <a:lvl2pPr>
              <a:defRPr sz="1800" b="1">
                <a:solidFill>
                  <a:srgbClr val="DF6665"/>
                </a:solidFill>
              </a:defRPr>
            </a:lvl2pPr>
            <a:lvl3pPr>
              <a:defRPr sz="1800" b="1">
                <a:solidFill>
                  <a:srgbClr val="DF6665"/>
                </a:solidFill>
              </a:defRPr>
            </a:lvl3pPr>
            <a:lvl4pPr>
              <a:defRPr sz="1800" b="1">
                <a:solidFill>
                  <a:srgbClr val="DF6665"/>
                </a:solidFill>
              </a:defRPr>
            </a:lvl4pPr>
            <a:lvl5pPr>
              <a:defRPr sz="1800" b="1">
                <a:solidFill>
                  <a:srgbClr val="DF6665"/>
                </a:solidFill>
              </a:defRPr>
            </a:lvl5pPr>
            <a:lvl6pPr>
              <a:defRPr sz="1800" b="1">
                <a:solidFill>
                  <a:srgbClr val="DF6665"/>
                </a:solidFill>
              </a:defRPr>
            </a:lvl6pPr>
            <a:lvl7pPr>
              <a:defRPr sz="1800" b="1">
                <a:solidFill>
                  <a:srgbClr val="DF6665"/>
                </a:solidFill>
              </a:defRPr>
            </a:lvl7pPr>
            <a:lvl8pPr>
              <a:defRPr sz="1800" b="1">
                <a:solidFill>
                  <a:srgbClr val="DF6665"/>
                </a:solidFill>
              </a:defRPr>
            </a:lvl8pPr>
            <a:lvl9pPr>
              <a:defRPr sz="18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F6665"/>
                </a:solidFill>
              </a:defRPr>
            </a:pPr>
            <a:r>
              <a:rPr sz="1800" b="1">
                <a:solidFill>
                  <a:srgbClr val="DF6665"/>
                </a:solidFill>
              </a:rPr>
              <a:t>How is return different from print()?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AFA1C-4291-4BA0-BA93-492A44C9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153752"/>
                </a:solidFill>
              </a:defRPr>
            </a:defPPr>
            <a:lvl1pPr algn="ctr">
              <a:defRPr sz="1875" b="1">
                <a:solidFill>
                  <a:srgbClr val="153752"/>
                </a:solidFill>
              </a:defRPr>
            </a:lvl1pPr>
            <a:lvl2pPr algn="ctr">
              <a:defRPr sz="1875" b="1">
                <a:solidFill>
                  <a:srgbClr val="153752"/>
                </a:solidFill>
              </a:defRPr>
            </a:lvl2pPr>
            <a:lvl3pPr algn="ctr">
              <a:defRPr sz="1875" b="1">
                <a:solidFill>
                  <a:srgbClr val="153752"/>
                </a:solidFill>
              </a:defRPr>
            </a:lvl3pPr>
            <a:lvl4pPr algn="ctr">
              <a:defRPr sz="1875" b="1">
                <a:solidFill>
                  <a:srgbClr val="153752"/>
                </a:solidFill>
              </a:defRPr>
            </a:lvl4pPr>
            <a:lvl5pPr algn="ctr">
              <a:defRPr sz="1875" b="1">
                <a:solidFill>
                  <a:srgbClr val="153752"/>
                </a:solidFill>
              </a:defRPr>
            </a:lvl5pPr>
            <a:lvl6pPr algn="ctr">
              <a:defRPr sz="1875" b="1">
                <a:solidFill>
                  <a:srgbClr val="153752"/>
                </a:solidFill>
              </a:defRPr>
            </a:lvl6pPr>
            <a:lvl7pPr algn="ctr">
              <a:defRPr sz="1875" b="1">
                <a:solidFill>
                  <a:srgbClr val="153752"/>
                </a:solidFill>
              </a:defRPr>
            </a:lvl7pPr>
            <a:lvl8pPr algn="ctr">
              <a:defRPr sz="1875" b="1">
                <a:solidFill>
                  <a:srgbClr val="153752"/>
                </a:solidFill>
              </a:defRPr>
            </a:lvl8pPr>
            <a:lvl9pPr algn="ctr">
              <a:defRPr sz="1875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752"/>
                </a:solidFill>
              </a:defRPr>
            </a:pPr>
            <a:r>
              <a:rPr sz="1875" b="1">
                <a:solidFill>
                  <a:srgbClr val="153752"/>
                </a:solidFill>
              </a:rPr>
              <a:t>Which needs the most review: types, decisions, loops, or functions?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B319-09BE-4A6F-AC8D-322C695A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9:06–9:08 | Direct concept review</a:t>
            </a:r>
          </a:p>
        </p:txBody>
      </p:sp>
    </p:spTree>
    <p:extLst>
      <p:ext uri="{BB962C8B-B14F-4D97-AF65-F5344CB8AC3E}">
        <p14:creationId xmlns:p14="http://schemas.microsoft.com/office/powerpoint/2010/main" val="716560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6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129DF-757D-47AE-A551-D97909CC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By 1:00 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8D543-B98F-43E4-AD47-35210CB7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F6665"/>
                </a:solidFill>
              </a:defRPr>
            </a:defPPr>
            <a:lvl1pPr>
              <a:defRPr sz="1725" b="1">
                <a:solidFill>
                  <a:srgbClr val="DF6665"/>
                </a:solidFill>
              </a:defRPr>
            </a:lvl1pPr>
            <a:lvl2pPr>
              <a:defRPr sz="1725" b="1">
                <a:solidFill>
                  <a:srgbClr val="DF6665"/>
                </a:solidFill>
              </a:defRPr>
            </a:lvl2pPr>
            <a:lvl3pPr>
              <a:defRPr sz="1725" b="1">
                <a:solidFill>
                  <a:srgbClr val="DF6665"/>
                </a:solidFill>
              </a:defRPr>
            </a:lvl3pPr>
            <a:lvl4pPr>
              <a:defRPr sz="1725" b="1">
                <a:solidFill>
                  <a:srgbClr val="DF6665"/>
                </a:solidFill>
              </a:defRPr>
            </a:lvl4pPr>
            <a:lvl5pPr>
              <a:defRPr sz="1725" b="1">
                <a:solidFill>
                  <a:srgbClr val="DF6665"/>
                </a:solidFill>
              </a:defRPr>
            </a:lvl5pPr>
            <a:lvl6pPr>
              <a:defRPr sz="1725" b="1">
                <a:solidFill>
                  <a:srgbClr val="DF6665"/>
                </a:solidFill>
              </a:defRPr>
            </a:lvl6pPr>
            <a:lvl7pPr>
              <a:defRPr sz="1725" b="1">
                <a:solidFill>
                  <a:srgbClr val="DF6665"/>
                </a:solidFill>
              </a:defRPr>
            </a:lvl7pPr>
            <a:lvl8pPr>
              <a:defRPr sz="1725" b="1">
                <a:solidFill>
                  <a:srgbClr val="DF6665"/>
                </a:solidFill>
              </a:defRPr>
            </a:lvl8pPr>
            <a:lvl9pPr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BF31E-F099-4C1E-9952-2B290966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57162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Trace values and predict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D5271-BBD9-45E6-9A4B-166AE548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AA446"/>
                </a:solidFill>
              </a:defRPr>
            </a:defPPr>
            <a:lvl1pPr>
              <a:defRPr sz="1725" b="1">
                <a:solidFill>
                  <a:srgbClr val="5AA446"/>
                </a:solidFill>
              </a:defRPr>
            </a:lvl1pPr>
            <a:lvl2pPr>
              <a:defRPr sz="1725" b="1">
                <a:solidFill>
                  <a:srgbClr val="5AA446"/>
                </a:solidFill>
              </a:defRPr>
            </a:lvl2pPr>
            <a:lvl3pPr>
              <a:defRPr sz="1725" b="1">
                <a:solidFill>
                  <a:srgbClr val="5AA446"/>
                </a:solidFill>
              </a:defRPr>
            </a:lvl3pPr>
            <a:lvl4pPr>
              <a:defRPr sz="1725" b="1">
                <a:solidFill>
                  <a:srgbClr val="5AA446"/>
                </a:solidFill>
              </a:defRPr>
            </a:lvl4pPr>
            <a:lvl5pPr>
              <a:defRPr sz="1725" b="1">
                <a:solidFill>
                  <a:srgbClr val="5AA446"/>
                </a:solidFill>
              </a:defRPr>
            </a:lvl5pPr>
            <a:lvl6pPr>
              <a:defRPr sz="1725" b="1">
                <a:solidFill>
                  <a:srgbClr val="5AA446"/>
                </a:solidFill>
              </a:defRPr>
            </a:lvl6pPr>
            <a:lvl7pPr>
              <a:defRPr sz="1725" b="1">
                <a:solidFill>
                  <a:srgbClr val="5AA446"/>
                </a:solidFill>
              </a:defRPr>
            </a:lvl7pPr>
            <a:lvl8pPr>
              <a:defRPr sz="1725" b="1">
                <a:solidFill>
                  <a:srgbClr val="5AA446"/>
                </a:solidFill>
              </a:defRPr>
            </a:lvl8pPr>
            <a:lvl9pPr>
              <a:defRPr sz="17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AA446"/>
                </a:solidFill>
              </a:defRPr>
            </a:pPr>
            <a:r>
              <a:rPr sz="1725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85E24-CD24-4A91-9FEC-BA7B12D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1457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Repair types, decisions, loops, and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6A7C3-2A6A-4C1A-85AA-4E2E6F5C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67D96"/>
                </a:solidFill>
              </a:defRPr>
            </a:defPPr>
            <a:lvl1pPr>
              <a:defRPr sz="1725" b="1">
                <a:solidFill>
                  <a:srgbClr val="367D96"/>
                </a:solidFill>
              </a:defRPr>
            </a:lvl1pPr>
            <a:lvl2pPr>
              <a:defRPr sz="1725" b="1">
                <a:solidFill>
                  <a:srgbClr val="367D96"/>
                </a:solidFill>
              </a:defRPr>
            </a:lvl2pPr>
            <a:lvl3pPr>
              <a:defRPr sz="1725" b="1">
                <a:solidFill>
                  <a:srgbClr val="367D96"/>
                </a:solidFill>
              </a:defRPr>
            </a:lvl3pPr>
            <a:lvl4pPr>
              <a:defRPr sz="1725" b="1">
                <a:solidFill>
                  <a:srgbClr val="367D96"/>
                </a:solidFill>
              </a:defRPr>
            </a:lvl4pPr>
            <a:lvl5pPr>
              <a:defRPr sz="1725" b="1">
                <a:solidFill>
                  <a:srgbClr val="367D96"/>
                </a:solidFill>
              </a:defRPr>
            </a:lvl5pPr>
            <a:lvl6pPr>
              <a:defRPr sz="1725" b="1">
                <a:solidFill>
                  <a:srgbClr val="367D96"/>
                </a:solidFill>
              </a:defRPr>
            </a:lvl6pPr>
            <a:lvl7pPr>
              <a:defRPr sz="1725" b="1">
                <a:solidFill>
                  <a:srgbClr val="367D96"/>
                </a:solidFill>
              </a:defRPr>
            </a:lvl7pPr>
            <a:lvl8pPr>
              <a:defRPr sz="1725" b="1">
                <a:solidFill>
                  <a:srgbClr val="367D96"/>
                </a:solidFill>
              </a:defRPr>
            </a:lvl8pPr>
            <a:lvl9pPr>
              <a:defRPr sz="17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67D96"/>
                </a:solidFill>
              </a:defRPr>
            </a:pPr>
            <a:r>
              <a:rPr sz="1725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AE250-6104-48C3-9B3F-47CFC0D8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5752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Build a working tracker from the same 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2ADA1-ACAE-4399-AD95-A096F5B4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E9197"/>
                </a:solidFill>
              </a:defRPr>
            </a:defPPr>
            <a:lvl1pPr>
              <a:defRPr sz="1725" b="1">
                <a:solidFill>
                  <a:srgbClr val="3E9197"/>
                </a:solidFill>
              </a:defRPr>
            </a:lvl1pPr>
            <a:lvl2pPr>
              <a:defRPr sz="1725" b="1">
                <a:solidFill>
                  <a:srgbClr val="3E9197"/>
                </a:solidFill>
              </a:defRPr>
            </a:lvl2pPr>
            <a:lvl3pPr>
              <a:defRPr sz="1725" b="1">
                <a:solidFill>
                  <a:srgbClr val="3E9197"/>
                </a:solidFill>
              </a:defRPr>
            </a:lvl3pPr>
            <a:lvl4pPr>
              <a:defRPr sz="1725" b="1">
                <a:solidFill>
                  <a:srgbClr val="3E9197"/>
                </a:solidFill>
              </a:defRPr>
            </a:lvl4pPr>
            <a:lvl5pPr>
              <a:defRPr sz="1725" b="1">
                <a:solidFill>
                  <a:srgbClr val="3E9197"/>
                </a:solidFill>
              </a:defRPr>
            </a:lvl5pPr>
            <a:lvl6pPr>
              <a:defRPr sz="1725" b="1">
                <a:solidFill>
                  <a:srgbClr val="3E9197"/>
                </a:solidFill>
              </a:defRPr>
            </a:lvl6pPr>
            <a:lvl7pPr>
              <a:defRPr sz="1725" b="1">
                <a:solidFill>
                  <a:srgbClr val="3E9197"/>
                </a:solidFill>
              </a:defRPr>
            </a:lvl7pPr>
            <a:lvl8pPr>
              <a:defRPr sz="1725" b="1">
                <a:solidFill>
                  <a:srgbClr val="3E9197"/>
                </a:solidFill>
              </a:defRPr>
            </a:lvl8pPr>
            <a:lvl9pPr>
              <a:defRPr sz="17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E9197"/>
                </a:solidFill>
              </a:defRPr>
            </a:pPr>
            <a:r>
              <a:rPr sz="1725" b="1">
                <a:solidFill>
                  <a:srgbClr val="3E9197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A5C31-BD52-458F-8C0D-85287E66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80047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Explain where notebook code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A3EF5-6ACA-40F8-88D7-214B8DF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43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F6665"/>
                </a:solidFill>
              </a:defRPr>
            </a:defPPr>
            <a:lvl1pPr>
              <a:defRPr sz="1725" b="1">
                <a:solidFill>
                  <a:srgbClr val="DF6665"/>
                </a:solidFill>
              </a:defRPr>
            </a:lvl1pPr>
            <a:lvl2pPr>
              <a:defRPr sz="1725" b="1">
                <a:solidFill>
                  <a:srgbClr val="DF6665"/>
                </a:solidFill>
              </a:defRPr>
            </a:lvl2pPr>
            <a:lvl3pPr>
              <a:defRPr sz="1725" b="1">
                <a:solidFill>
                  <a:srgbClr val="DF6665"/>
                </a:solidFill>
              </a:defRPr>
            </a:lvl3pPr>
            <a:lvl4pPr>
              <a:defRPr sz="1725" b="1">
                <a:solidFill>
                  <a:srgbClr val="DF6665"/>
                </a:solidFill>
              </a:defRPr>
            </a:lvl4pPr>
            <a:lvl5pPr>
              <a:defRPr sz="1725" b="1">
                <a:solidFill>
                  <a:srgbClr val="DF6665"/>
                </a:solidFill>
              </a:defRPr>
            </a:lvl5pPr>
            <a:lvl6pPr>
              <a:defRPr sz="1725" b="1">
                <a:solidFill>
                  <a:srgbClr val="DF6665"/>
                </a:solidFill>
              </a:defRPr>
            </a:lvl6pPr>
            <a:lvl7pPr>
              <a:defRPr sz="1725" b="1">
                <a:solidFill>
                  <a:srgbClr val="DF6665"/>
                </a:solidFill>
              </a:defRPr>
            </a:lvl7pPr>
            <a:lvl8pPr>
              <a:defRPr sz="1725" b="1">
                <a:solidFill>
                  <a:srgbClr val="DF6665"/>
                </a:solidFill>
              </a:defRPr>
            </a:lvl8pPr>
            <a:lvl9pPr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4924-CCA4-41AE-9D2C-FDAF3319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54342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Identify compute, storage, and networking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6C334-6085-4CD8-B9F8-DBF45A7B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9:30–9:35 | Objectives</a:t>
            </a:r>
          </a:p>
        </p:txBody>
      </p:sp>
    </p:spTree>
    <p:extLst>
      <p:ext uri="{BB962C8B-B14F-4D97-AF65-F5344CB8AC3E}">
        <p14:creationId xmlns:p14="http://schemas.microsoft.com/office/powerpoint/2010/main" val="826078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ECFD5-0DCD-4450-A872-EC7A6C6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Today’s schedule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0FDAA-66BC-445E-823A-FDF85D77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Saturday, 9:00 AM to 1:00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C5794-60BC-4972-98AE-78544B7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F6665"/>
                </a:solidFill>
              </a:defRPr>
            </a:defPPr>
            <a:lvl1pPr>
              <a:defRPr sz="1425" b="1">
                <a:solidFill>
                  <a:srgbClr val="DF6665"/>
                </a:solidFill>
              </a:defRPr>
            </a:lvl1pPr>
            <a:lvl2pPr>
              <a:defRPr sz="1425" b="1">
                <a:solidFill>
                  <a:srgbClr val="DF6665"/>
                </a:solidFill>
              </a:defRPr>
            </a:lvl2pPr>
            <a:lvl3pPr>
              <a:defRPr sz="1425" b="1">
                <a:solidFill>
                  <a:srgbClr val="DF6665"/>
                </a:solidFill>
              </a:defRPr>
            </a:lvl3pPr>
            <a:lvl4pPr>
              <a:defRPr sz="1425" b="1">
                <a:solidFill>
                  <a:srgbClr val="DF6665"/>
                </a:solidFill>
              </a:defRPr>
            </a:lvl4pPr>
            <a:lvl5pPr>
              <a:defRPr sz="1425" b="1">
                <a:solidFill>
                  <a:srgbClr val="DF6665"/>
                </a:solidFill>
              </a:defRPr>
            </a:lvl5pPr>
            <a:lvl6pPr>
              <a:defRPr sz="1425" b="1">
                <a:solidFill>
                  <a:srgbClr val="DF6665"/>
                </a:solidFill>
              </a:defRPr>
            </a:lvl6pPr>
            <a:lvl7pPr>
              <a:defRPr sz="1425" b="1">
                <a:solidFill>
                  <a:srgbClr val="DF6665"/>
                </a:solidFill>
              </a:defRPr>
            </a:lvl7pPr>
            <a:lvl8pPr>
              <a:defRPr sz="1425" b="1">
                <a:solidFill>
                  <a:srgbClr val="DF6665"/>
                </a:solidFill>
              </a:defRPr>
            </a:lvl8pPr>
            <a:lvl9pPr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9:00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04B25-E7BE-40E6-A394-A336FBB2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525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Direct Week 3 concept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EFDFE-31D1-476B-9BDA-26DE119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AA446"/>
                </a:solidFill>
              </a:defRPr>
            </a:defPPr>
            <a:lvl1pPr>
              <a:defRPr sz="1425" b="1">
                <a:solidFill>
                  <a:srgbClr val="5AA446"/>
                </a:solidFill>
              </a:defRPr>
            </a:lvl1pPr>
            <a:lvl2pPr>
              <a:defRPr sz="1425" b="1">
                <a:solidFill>
                  <a:srgbClr val="5AA446"/>
                </a:solidFill>
              </a:defRPr>
            </a:lvl2pPr>
            <a:lvl3pPr>
              <a:defRPr sz="1425" b="1">
                <a:solidFill>
                  <a:srgbClr val="5AA446"/>
                </a:solidFill>
              </a:defRPr>
            </a:lvl3pPr>
            <a:lvl4pPr>
              <a:defRPr sz="1425" b="1">
                <a:solidFill>
                  <a:srgbClr val="5AA446"/>
                </a:solidFill>
              </a:defRPr>
            </a:lvl4pPr>
            <a:lvl5pPr>
              <a:defRPr sz="1425" b="1">
                <a:solidFill>
                  <a:srgbClr val="5AA446"/>
                </a:solidFill>
              </a:defRPr>
            </a:lvl5pPr>
            <a:lvl6pPr>
              <a:defRPr sz="1425" b="1">
                <a:solidFill>
                  <a:srgbClr val="5AA446"/>
                </a:solidFill>
              </a:defRPr>
            </a:lvl6pPr>
            <a:lvl7pPr>
              <a:defRPr sz="1425" b="1">
                <a:solidFill>
                  <a:srgbClr val="5AA446"/>
                </a:solidFill>
              </a:defRPr>
            </a:lvl7pPr>
            <a:lvl8pPr>
              <a:defRPr sz="1425" b="1">
                <a:solidFill>
                  <a:srgbClr val="5AA446"/>
                </a:solidFill>
              </a:defRPr>
            </a:lvl8pPr>
            <a:lvl9pPr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9:20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B5A0F-AE86-4EB8-A06D-4B9BE9AD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Review results, objectives, and notebook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709B3-5141-47ED-ABB5-328958BC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67D96"/>
                </a:solidFill>
              </a:defRPr>
            </a:defPPr>
            <a:lvl1pPr>
              <a:defRPr sz="1425" b="1">
                <a:solidFill>
                  <a:srgbClr val="367D96"/>
                </a:solidFill>
              </a:defRPr>
            </a:lvl1pPr>
            <a:lvl2pPr>
              <a:defRPr sz="1425" b="1">
                <a:solidFill>
                  <a:srgbClr val="367D96"/>
                </a:solidFill>
              </a:defRPr>
            </a:lvl2pPr>
            <a:lvl3pPr>
              <a:defRPr sz="1425" b="1">
                <a:solidFill>
                  <a:srgbClr val="367D96"/>
                </a:solidFill>
              </a:defRPr>
            </a:lvl3pPr>
            <a:lvl4pPr>
              <a:defRPr sz="1425" b="1">
                <a:solidFill>
                  <a:srgbClr val="367D96"/>
                </a:solidFill>
              </a:defRPr>
            </a:lvl4pPr>
            <a:lvl5pPr>
              <a:defRPr sz="1425" b="1">
                <a:solidFill>
                  <a:srgbClr val="367D96"/>
                </a:solidFill>
              </a:defRPr>
            </a:lvl5pPr>
            <a:lvl6pPr>
              <a:defRPr sz="1425" b="1">
                <a:solidFill>
                  <a:srgbClr val="367D96"/>
                </a:solidFill>
              </a:defRPr>
            </a:lvl6pPr>
            <a:lvl7pPr>
              <a:defRPr sz="1425" b="1">
                <a:solidFill>
                  <a:srgbClr val="367D96"/>
                </a:solidFill>
              </a:defRPr>
            </a:lvl7pPr>
            <a:lvl8pPr>
              <a:defRPr sz="1425" b="1">
                <a:solidFill>
                  <a:srgbClr val="367D96"/>
                </a:solidFill>
              </a:defRPr>
            </a:lvl8pPr>
            <a:lvl9pPr>
              <a:defRPr sz="14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67D96"/>
                </a:solidFill>
              </a:defRPr>
            </a:pPr>
            <a:r>
              <a:rPr sz="1425" b="1">
                <a:solidFill>
                  <a:srgbClr val="367D96"/>
                </a:solidFill>
              </a:rPr>
              <a:t>9:40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C1678-8722-4DFF-9FDF-9D22D918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Predict and trace relay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2740E-DC95-4727-BF3E-EB9C098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E9197"/>
                </a:solidFill>
              </a:defRPr>
            </a:defPPr>
            <a:lvl1pPr>
              <a:defRPr sz="1425" b="1">
                <a:solidFill>
                  <a:srgbClr val="3E9197"/>
                </a:solidFill>
              </a:defRPr>
            </a:lvl1pPr>
            <a:lvl2pPr>
              <a:defRPr sz="1425" b="1">
                <a:solidFill>
                  <a:srgbClr val="3E9197"/>
                </a:solidFill>
              </a:defRPr>
            </a:lvl2pPr>
            <a:lvl3pPr>
              <a:defRPr sz="1425" b="1">
                <a:solidFill>
                  <a:srgbClr val="3E9197"/>
                </a:solidFill>
              </a:defRPr>
            </a:lvl3pPr>
            <a:lvl4pPr>
              <a:defRPr sz="1425" b="1">
                <a:solidFill>
                  <a:srgbClr val="3E9197"/>
                </a:solidFill>
              </a:defRPr>
            </a:lvl4pPr>
            <a:lvl5pPr>
              <a:defRPr sz="1425" b="1">
                <a:solidFill>
                  <a:srgbClr val="3E9197"/>
                </a:solidFill>
              </a:defRPr>
            </a:lvl5pPr>
            <a:lvl6pPr>
              <a:defRPr sz="1425" b="1">
                <a:solidFill>
                  <a:srgbClr val="3E9197"/>
                </a:solidFill>
              </a:defRPr>
            </a:lvl6pPr>
            <a:lvl7pPr>
              <a:defRPr sz="1425" b="1">
                <a:solidFill>
                  <a:srgbClr val="3E9197"/>
                </a:solidFill>
              </a:defRPr>
            </a:lvl7pPr>
            <a:lvl8pPr>
              <a:defRPr sz="1425" b="1">
                <a:solidFill>
                  <a:srgbClr val="3E9197"/>
                </a:solidFill>
              </a:defRPr>
            </a:lvl8pPr>
            <a:lvl9pPr>
              <a:defRPr sz="14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E9197"/>
                </a:solidFill>
              </a:defRPr>
            </a:pPr>
            <a:r>
              <a:rPr sz="1425" b="1">
                <a:solidFill>
                  <a:srgbClr val="3E9197"/>
                </a:solidFill>
              </a:rPr>
              <a:t>10:25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69847-9822-4DC2-B4AB-5F8E1905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Break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801E4-3B4A-4C5F-88FA-7EAA4596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F6665"/>
                </a:solidFill>
              </a:defRPr>
            </a:defPPr>
            <a:lvl1pPr>
              <a:defRPr sz="1425" b="1">
                <a:solidFill>
                  <a:srgbClr val="DF6665"/>
                </a:solidFill>
              </a:defRPr>
            </a:lvl1pPr>
            <a:lvl2pPr>
              <a:defRPr sz="1425" b="1">
                <a:solidFill>
                  <a:srgbClr val="DF6665"/>
                </a:solidFill>
              </a:defRPr>
            </a:lvl2pPr>
            <a:lvl3pPr>
              <a:defRPr sz="1425" b="1">
                <a:solidFill>
                  <a:srgbClr val="DF6665"/>
                </a:solidFill>
              </a:defRPr>
            </a:lvl3pPr>
            <a:lvl4pPr>
              <a:defRPr sz="1425" b="1">
                <a:solidFill>
                  <a:srgbClr val="DF6665"/>
                </a:solidFill>
              </a:defRPr>
            </a:lvl4pPr>
            <a:lvl5pPr>
              <a:defRPr sz="1425" b="1">
                <a:solidFill>
                  <a:srgbClr val="DF6665"/>
                </a:solidFill>
              </a:defRPr>
            </a:lvl5pPr>
            <a:lvl6pPr>
              <a:defRPr sz="1425" b="1">
                <a:solidFill>
                  <a:srgbClr val="DF6665"/>
                </a:solidFill>
              </a:defRPr>
            </a:lvl6pPr>
            <a:lvl7pPr>
              <a:defRPr sz="1425" b="1">
                <a:solidFill>
                  <a:srgbClr val="DF6665"/>
                </a:solidFill>
              </a:defRPr>
            </a:lvl7pPr>
            <a:lvl8pPr>
              <a:defRPr sz="1425" b="1">
                <a:solidFill>
                  <a:srgbClr val="DF6665"/>
                </a:solidFill>
              </a:defRPr>
            </a:lvl8pPr>
            <a:lvl9pPr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10:35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625E2-87E3-45F4-BE67-1A6A56BD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813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Guided repair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5C4F7-0086-433C-B758-0B3F9D0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AA446"/>
                </a:solidFill>
              </a:defRPr>
            </a:defPPr>
            <a:lvl1pPr>
              <a:defRPr sz="1425" b="1">
                <a:solidFill>
                  <a:srgbClr val="5AA446"/>
                </a:solidFill>
              </a:defRPr>
            </a:lvl1pPr>
            <a:lvl2pPr>
              <a:defRPr sz="1425" b="1">
                <a:solidFill>
                  <a:srgbClr val="5AA446"/>
                </a:solidFill>
              </a:defRPr>
            </a:lvl2pPr>
            <a:lvl3pPr>
              <a:defRPr sz="1425" b="1">
                <a:solidFill>
                  <a:srgbClr val="5AA446"/>
                </a:solidFill>
              </a:defRPr>
            </a:lvl3pPr>
            <a:lvl4pPr>
              <a:defRPr sz="1425" b="1">
                <a:solidFill>
                  <a:srgbClr val="5AA446"/>
                </a:solidFill>
              </a:defRPr>
            </a:lvl4pPr>
            <a:lvl5pPr>
              <a:defRPr sz="1425" b="1">
                <a:solidFill>
                  <a:srgbClr val="5AA446"/>
                </a:solidFill>
              </a:defRPr>
            </a:lvl5pPr>
            <a:lvl6pPr>
              <a:defRPr sz="1425" b="1">
                <a:solidFill>
                  <a:srgbClr val="5AA446"/>
                </a:solidFill>
              </a:defRPr>
            </a:lvl6pPr>
            <a:lvl7pPr>
              <a:defRPr sz="1425" b="1">
                <a:solidFill>
                  <a:srgbClr val="5AA446"/>
                </a:solidFill>
              </a:defRPr>
            </a:lvl7pPr>
            <a:lvl8pPr>
              <a:defRPr sz="1425" b="1">
                <a:solidFill>
                  <a:srgbClr val="5AA446"/>
                </a:solidFill>
              </a:defRPr>
            </a:lvl8pPr>
            <a:lvl9pPr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11:20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8EC0B-5380-4521-AEB9-61AB08E8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FC121-1B2F-494C-B2F1-8068211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67D96"/>
                </a:solidFill>
              </a:defRPr>
            </a:defPPr>
            <a:lvl1pPr>
              <a:defRPr sz="1425" b="1">
                <a:solidFill>
                  <a:srgbClr val="367D96"/>
                </a:solidFill>
              </a:defRPr>
            </a:lvl1pPr>
            <a:lvl2pPr>
              <a:defRPr sz="1425" b="1">
                <a:solidFill>
                  <a:srgbClr val="367D96"/>
                </a:solidFill>
              </a:defRPr>
            </a:lvl2pPr>
            <a:lvl3pPr>
              <a:defRPr sz="1425" b="1">
                <a:solidFill>
                  <a:srgbClr val="367D96"/>
                </a:solidFill>
              </a:defRPr>
            </a:lvl3pPr>
            <a:lvl4pPr>
              <a:defRPr sz="1425" b="1">
                <a:solidFill>
                  <a:srgbClr val="367D96"/>
                </a:solidFill>
              </a:defRPr>
            </a:lvl4pPr>
            <a:lvl5pPr>
              <a:defRPr sz="1425" b="1">
                <a:solidFill>
                  <a:srgbClr val="367D96"/>
                </a:solidFill>
              </a:defRPr>
            </a:lvl5pPr>
            <a:lvl6pPr>
              <a:defRPr sz="1425" b="1">
                <a:solidFill>
                  <a:srgbClr val="367D96"/>
                </a:solidFill>
              </a:defRPr>
            </a:lvl6pPr>
            <a:lvl7pPr>
              <a:defRPr sz="1425" b="1">
                <a:solidFill>
                  <a:srgbClr val="367D96"/>
                </a:solidFill>
              </a:defRPr>
            </a:lvl7pPr>
            <a:lvl8pPr>
              <a:defRPr sz="1425" b="1">
                <a:solidFill>
                  <a:srgbClr val="367D96"/>
                </a:solidFill>
              </a:defRPr>
            </a:lvl8pPr>
            <a:lvl9pPr>
              <a:defRPr sz="14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67D96"/>
                </a:solidFill>
              </a:defRPr>
            </a:pPr>
            <a:r>
              <a:rPr sz="1425" b="1">
                <a:solidFill>
                  <a:srgbClr val="367D96"/>
                </a:solidFill>
              </a:rPr>
              <a:t>11:30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7FAEA-0686-4575-B7E2-BF434C7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Cloud and Raspberry 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B508D-8725-4ABB-BE0B-3220159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E9197"/>
                </a:solidFill>
              </a:defRPr>
            </a:defPPr>
            <a:lvl1pPr>
              <a:defRPr sz="1425" b="1">
                <a:solidFill>
                  <a:srgbClr val="3E9197"/>
                </a:solidFill>
              </a:defRPr>
            </a:lvl1pPr>
            <a:lvl2pPr>
              <a:defRPr sz="1425" b="1">
                <a:solidFill>
                  <a:srgbClr val="3E9197"/>
                </a:solidFill>
              </a:defRPr>
            </a:lvl2pPr>
            <a:lvl3pPr>
              <a:defRPr sz="1425" b="1">
                <a:solidFill>
                  <a:srgbClr val="3E9197"/>
                </a:solidFill>
              </a:defRPr>
            </a:lvl3pPr>
            <a:lvl4pPr>
              <a:defRPr sz="1425" b="1">
                <a:solidFill>
                  <a:srgbClr val="3E9197"/>
                </a:solidFill>
              </a:defRPr>
            </a:lvl4pPr>
            <a:lvl5pPr>
              <a:defRPr sz="1425" b="1">
                <a:solidFill>
                  <a:srgbClr val="3E9197"/>
                </a:solidFill>
              </a:defRPr>
            </a:lvl5pPr>
            <a:lvl6pPr>
              <a:defRPr sz="1425" b="1">
                <a:solidFill>
                  <a:srgbClr val="3E9197"/>
                </a:solidFill>
              </a:defRPr>
            </a:lvl6pPr>
            <a:lvl7pPr>
              <a:defRPr sz="1425" b="1">
                <a:solidFill>
                  <a:srgbClr val="3E9197"/>
                </a:solidFill>
              </a:defRPr>
            </a:lvl7pPr>
            <a:lvl8pPr>
              <a:defRPr sz="1425" b="1">
                <a:solidFill>
                  <a:srgbClr val="3E9197"/>
                </a:solidFill>
              </a:defRPr>
            </a:lvl8pPr>
            <a:lvl9pPr>
              <a:defRPr sz="14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E9197"/>
                </a:solidFill>
              </a:defRPr>
            </a:pPr>
            <a:r>
              <a:rPr sz="1425" b="1">
                <a:solidFill>
                  <a:srgbClr val="3E9197"/>
                </a:solidFill>
              </a:rPr>
              <a:t>11:50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824EA-99D2-4975-8872-38A47F0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Tracker rebuild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7C815-47F6-4B8B-944D-A98E180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F6665"/>
                </a:solidFill>
              </a:defRPr>
            </a:defPPr>
            <a:lvl1pPr>
              <a:defRPr sz="1425" b="1">
                <a:solidFill>
                  <a:srgbClr val="DF6665"/>
                </a:solidFill>
              </a:defRPr>
            </a:lvl1pPr>
            <a:lvl2pPr>
              <a:defRPr sz="1425" b="1">
                <a:solidFill>
                  <a:srgbClr val="DF6665"/>
                </a:solidFill>
              </a:defRPr>
            </a:lvl2pPr>
            <a:lvl3pPr>
              <a:defRPr sz="1425" b="1">
                <a:solidFill>
                  <a:srgbClr val="DF6665"/>
                </a:solidFill>
              </a:defRPr>
            </a:lvl3pPr>
            <a:lvl4pPr>
              <a:defRPr sz="1425" b="1">
                <a:solidFill>
                  <a:srgbClr val="DF6665"/>
                </a:solidFill>
              </a:defRPr>
            </a:lvl4pPr>
            <a:lvl5pPr>
              <a:defRPr sz="1425" b="1">
                <a:solidFill>
                  <a:srgbClr val="DF6665"/>
                </a:solidFill>
              </a:defRPr>
            </a:lvl5pPr>
            <a:lvl6pPr>
              <a:defRPr sz="1425" b="1">
                <a:solidFill>
                  <a:srgbClr val="DF6665"/>
                </a:solidFill>
              </a:defRPr>
            </a:lvl6pPr>
            <a:lvl7pPr>
              <a:defRPr sz="1425" b="1">
                <a:solidFill>
                  <a:srgbClr val="DF6665"/>
                </a:solidFill>
              </a:defRPr>
            </a:lvl7pPr>
            <a:lvl8pPr>
              <a:defRPr sz="1425" b="1">
                <a:solidFill>
                  <a:srgbClr val="DF6665"/>
                </a:solidFill>
              </a:defRPr>
            </a:lvl8pPr>
            <a:lvl9pPr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12:25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9B9E2-70A9-436C-A640-FF37D7C6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Peer test and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E1853-C043-44A5-A4F2-37227D29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AA446"/>
                </a:solidFill>
              </a:defRPr>
            </a:defPPr>
            <a:lvl1pPr>
              <a:defRPr sz="1425" b="1">
                <a:solidFill>
                  <a:srgbClr val="5AA446"/>
                </a:solidFill>
              </a:defRPr>
            </a:lvl1pPr>
            <a:lvl2pPr>
              <a:defRPr sz="1425" b="1">
                <a:solidFill>
                  <a:srgbClr val="5AA446"/>
                </a:solidFill>
              </a:defRPr>
            </a:lvl2pPr>
            <a:lvl3pPr>
              <a:defRPr sz="1425" b="1">
                <a:solidFill>
                  <a:srgbClr val="5AA446"/>
                </a:solidFill>
              </a:defRPr>
            </a:lvl3pPr>
            <a:lvl4pPr>
              <a:defRPr sz="1425" b="1">
                <a:solidFill>
                  <a:srgbClr val="5AA446"/>
                </a:solidFill>
              </a:defRPr>
            </a:lvl4pPr>
            <a:lvl5pPr>
              <a:defRPr sz="1425" b="1">
                <a:solidFill>
                  <a:srgbClr val="5AA446"/>
                </a:solidFill>
              </a:defRPr>
            </a:lvl5pPr>
            <a:lvl6pPr>
              <a:defRPr sz="1425" b="1">
                <a:solidFill>
                  <a:srgbClr val="5AA446"/>
                </a:solidFill>
              </a:defRPr>
            </a:lvl6pPr>
            <a:lvl7pPr>
              <a:defRPr sz="1425" b="1">
                <a:solidFill>
                  <a:srgbClr val="5AA446"/>
                </a:solidFill>
              </a:defRPr>
            </a:lvl7pPr>
            <a:lvl8pPr>
              <a:defRPr sz="1425" b="1">
                <a:solidFill>
                  <a:srgbClr val="5AA446"/>
                </a:solidFill>
              </a:defRPr>
            </a:lvl8pPr>
            <a:lvl9pPr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12:45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BF5E3-23F1-451D-A241-3525FA8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24D"/>
                </a:solidFill>
              </a:defRPr>
            </a:defPPr>
            <a:lvl1pPr>
              <a:defRPr sz="1575" b="0">
                <a:solidFill>
                  <a:srgbClr val="17324D"/>
                </a:solidFill>
              </a:defRPr>
            </a:lvl1pPr>
            <a:lvl2pPr>
              <a:defRPr sz="1575" b="0">
                <a:solidFill>
                  <a:srgbClr val="17324D"/>
                </a:solidFill>
              </a:defRPr>
            </a:lvl2pPr>
            <a:lvl3pPr>
              <a:defRPr sz="1575" b="0">
                <a:solidFill>
                  <a:srgbClr val="17324D"/>
                </a:solidFill>
              </a:defRPr>
            </a:lvl3pPr>
            <a:lvl4pPr>
              <a:defRPr sz="1575" b="0">
                <a:solidFill>
                  <a:srgbClr val="17324D"/>
                </a:solidFill>
              </a:defRPr>
            </a:lvl4pPr>
            <a:lvl5pPr>
              <a:defRPr sz="1575" b="0">
                <a:solidFill>
                  <a:srgbClr val="17324D"/>
                </a:solidFill>
              </a:defRPr>
            </a:lvl5pPr>
            <a:lvl6pPr>
              <a:defRPr sz="1575" b="0">
                <a:solidFill>
                  <a:srgbClr val="17324D"/>
                </a:solidFill>
              </a:defRPr>
            </a:lvl6pPr>
            <a:lvl7pPr>
              <a:defRPr sz="1575" b="0">
                <a:solidFill>
                  <a:srgbClr val="17324D"/>
                </a:solidFill>
              </a:defRPr>
            </a:lvl7pPr>
            <a:lvl8pPr>
              <a:defRPr sz="1575" b="0">
                <a:solidFill>
                  <a:srgbClr val="17324D"/>
                </a:solidFill>
              </a:defRPr>
            </a:lvl8pPr>
            <a:lvl9pPr>
              <a:defRPr sz="15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Exit ticket and download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11362-2906-4AEA-90A9-A7F2041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9:35–9:40 | Schedule</a:t>
            </a:r>
          </a:p>
        </p:txBody>
      </p:sp>
    </p:spTree>
    <p:extLst>
      <p:ext uri="{BB962C8B-B14F-4D97-AF65-F5344CB8AC3E}">
        <p14:creationId xmlns:p14="http://schemas.microsoft.com/office/powerpoint/2010/main" val="2082211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4979B-88F5-4506-A16A-D0790D5F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Notebook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085F6-940E-4737-9859-115BE10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Open the link, make a copy, then run the first 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26ED7-BC7D-4110-A6D9-EB06023E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9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F6665"/>
                </a:solidFill>
              </a:defRPr>
            </a:defPPr>
            <a:lvl1pPr>
              <a:defRPr sz="1800" b="1">
                <a:solidFill>
                  <a:srgbClr val="DF6665"/>
                </a:solidFill>
              </a:defRPr>
            </a:lvl1pPr>
            <a:lvl2pPr>
              <a:defRPr sz="1800" b="1">
                <a:solidFill>
                  <a:srgbClr val="DF6665"/>
                </a:solidFill>
              </a:defRPr>
            </a:lvl2pPr>
            <a:lvl3pPr>
              <a:defRPr sz="1800" b="1">
                <a:solidFill>
                  <a:srgbClr val="DF6665"/>
                </a:solidFill>
              </a:defRPr>
            </a:lvl3pPr>
            <a:lvl4pPr>
              <a:defRPr sz="1800" b="1">
                <a:solidFill>
                  <a:srgbClr val="DF6665"/>
                </a:solidFill>
              </a:defRPr>
            </a:lvl4pPr>
            <a:lvl5pPr>
              <a:defRPr sz="1800" b="1">
                <a:solidFill>
                  <a:srgbClr val="DF6665"/>
                </a:solidFill>
              </a:defRPr>
            </a:lvl5pPr>
            <a:lvl6pPr>
              <a:defRPr sz="1800" b="1">
                <a:solidFill>
                  <a:srgbClr val="DF6665"/>
                </a:solidFill>
              </a:defRPr>
            </a:lvl6pPr>
            <a:lvl7pPr>
              <a:defRPr sz="1800" b="1">
                <a:solidFill>
                  <a:srgbClr val="DF6665"/>
                </a:solidFill>
              </a:defRPr>
            </a:lvl7pPr>
            <a:lvl8pPr>
              <a:defRPr sz="1800" b="1">
                <a:solidFill>
                  <a:srgbClr val="DF6665"/>
                </a:solidFill>
              </a:defRPr>
            </a:lvl8pPr>
            <a:lvl9pPr>
              <a:defRPr sz="18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F6665"/>
                </a:solidFill>
              </a:defRPr>
            </a:pPr>
            <a:r>
              <a:rPr sz="1800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2C7FB-DAE4-4B86-A766-1B67233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19250"/>
            <a:ext cx="645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Open the Week 4 Colab 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DFE50-1C89-4201-916D-AFB4F99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0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AA446"/>
                </a:solidFill>
              </a:defRPr>
            </a:defPPr>
            <a:lvl1pPr>
              <a:defRPr sz="1800" b="1">
                <a:solidFill>
                  <a:srgbClr val="5AA446"/>
                </a:solidFill>
              </a:defRPr>
            </a:lvl1pPr>
            <a:lvl2pPr>
              <a:defRPr sz="1800" b="1">
                <a:solidFill>
                  <a:srgbClr val="5AA446"/>
                </a:solidFill>
              </a:defRPr>
            </a:lvl2pPr>
            <a:lvl3pPr>
              <a:defRPr sz="1800" b="1">
                <a:solidFill>
                  <a:srgbClr val="5AA446"/>
                </a:solidFill>
              </a:defRPr>
            </a:lvl3pPr>
            <a:lvl4pPr>
              <a:defRPr sz="1800" b="1">
                <a:solidFill>
                  <a:srgbClr val="5AA446"/>
                </a:solidFill>
              </a:defRPr>
            </a:lvl4pPr>
            <a:lvl5pPr>
              <a:defRPr sz="1800" b="1">
                <a:solidFill>
                  <a:srgbClr val="5AA446"/>
                </a:solidFill>
              </a:defRPr>
            </a:lvl5pPr>
            <a:lvl6pPr>
              <a:defRPr sz="1800" b="1">
                <a:solidFill>
                  <a:srgbClr val="5AA446"/>
                </a:solidFill>
              </a:defRPr>
            </a:lvl6pPr>
            <a:lvl7pPr>
              <a:defRPr sz="1800" b="1">
                <a:solidFill>
                  <a:srgbClr val="5AA446"/>
                </a:solidFill>
              </a:defRPr>
            </a:lvl7pPr>
            <a:lvl8pPr>
              <a:defRPr sz="1800" b="1">
                <a:solidFill>
                  <a:srgbClr val="5AA446"/>
                </a:solidFill>
              </a:defRPr>
            </a:lvl8pPr>
            <a:lvl9pPr>
              <a:defRPr sz="180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5AA446"/>
                </a:solidFill>
              </a:defRPr>
            </a:pPr>
            <a:r>
              <a:rPr sz="1800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7F356-C00E-44AE-940E-6F906D0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0300"/>
            <a:ext cx="645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Choose File &gt; Save a copy in 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7B870-55E3-457A-9A2A-D99964DC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67D96"/>
                </a:solidFill>
              </a:defRPr>
            </a:defPPr>
            <a:lvl1pPr>
              <a:defRPr sz="1800" b="1">
                <a:solidFill>
                  <a:srgbClr val="367D96"/>
                </a:solidFill>
              </a:defRPr>
            </a:lvl1pPr>
            <a:lvl2pPr>
              <a:defRPr sz="1800" b="1">
                <a:solidFill>
                  <a:srgbClr val="367D96"/>
                </a:solidFill>
              </a:defRPr>
            </a:lvl2pPr>
            <a:lvl3pPr>
              <a:defRPr sz="1800" b="1">
                <a:solidFill>
                  <a:srgbClr val="367D96"/>
                </a:solidFill>
              </a:defRPr>
            </a:lvl3pPr>
            <a:lvl4pPr>
              <a:defRPr sz="1800" b="1">
                <a:solidFill>
                  <a:srgbClr val="367D96"/>
                </a:solidFill>
              </a:defRPr>
            </a:lvl4pPr>
            <a:lvl5pPr>
              <a:defRPr sz="1800" b="1">
                <a:solidFill>
                  <a:srgbClr val="367D96"/>
                </a:solidFill>
              </a:defRPr>
            </a:lvl5pPr>
            <a:lvl6pPr>
              <a:defRPr sz="1800" b="1">
                <a:solidFill>
                  <a:srgbClr val="367D96"/>
                </a:solidFill>
              </a:defRPr>
            </a:lvl6pPr>
            <a:lvl7pPr>
              <a:defRPr sz="1800" b="1">
                <a:solidFill>
                  <a:srgbClr val="367D96"/>
                </a:solidFill>
              </a:defRPr>
            </a:lvl7pPr>
            <a:lvl8pPr>
              <a:defRPr sz="1800" b="1">
                <a:solidFill>
                  <a:srgbClr val="367D96"/>
                </a:solidFill>
              </a:defRPr>
            </a:lvl8pPr>
            <a:lvl9pPr>
              <a:defRPr sz="180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67D96"/>
                </a:solidFill>
              </a:defRPr>
            </a:pPr>
            <a:r>
              <a:rPr sz="1800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2E0A0-A94E-4CD0-B784-855BB571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81350"/>
            <a:ext cx="645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Run the Runtime check 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61919-255C-4F3B-94A0-58B0920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62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E9197"/>
                </a:solidFill>
              </a:defRPr>
            </a:defPPr>
            <a:lvl1pPr>
              <a:defRPr sz="1800" b="1">
                <a:solidFill>
                  <a:srgbClr val="3E9197"/>
                </a:solidFill>
              </a:defRPr>
            </a:lvl1pPr>
            <a:lvl2pPr>
              <a:defRPr sz="1800" b="1">
                <a:solidFill>
                  <a:srgbClr val="3E9197"/>
                </a:solidFill>
              </a:defRPr>
            </a:lvl2pPr>
            <a:lvl3pPr>
              <a:defRPr sz="1800" b="1">
                <a:solidFill>
                  <a:srgbClr val="3E9197"/>
                </a:solidFill>
              </a:defRPr>
            </a:lvl3pPr>
            <a:lvl4pPr>
              <a:defRPr sz="1800" b="1">
                <a:solidFill>
                  <a:srgbClr val="3E9197"/>
                </a:solidFill>
              </a:defRPr>
            </a:lvl4pPr>
            <a:lvl5pPr>
              <a:defRPr sz="1800" b="1">
                <a:solidFill>
                  <a:srgbClr val="3E9197"/>
                </a:solidFill>
              </a:defRPr>
            </a:lvl5pPr>
            <a:lvl6pPr>
              <a:defRPr sz="1800" b="1">
                <a:solidFill>
                  <a:srgbClr val="3E9197"/>
                </a:solidFill>
              </a:defRPr>
            </a:lvl6pPr>
            <a:lvl7pPr>
              <a:defRPr sz="1800" b="1">
                <a:solidFill>
                  <a:srgbClr val="3E9197"/>
                </a:solidFill>
              </a:defRPr>
            </a:lvl7pPr>
            <a:lvl8pPr>
              <a:defRPr sz="1800" b="1">
                <a:solidFill>
                  <a:srgbClr val="3E9197"/>
                </a:solidFill>
              </a:defRPr>
            </a:lvl8pPr>
            <a:lvl9pPr>
              <a:defRPr sz="1800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E9197"/>
                </a:solidFill>
              </a:defRPr>
            </a:pPr>
            <a:r>
              <a:rPr sz="1800" b="1">
                <a:solidFill>
                  <a:srgbClr val="3E9197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8F50D-F0FE-4E46-9B1F-60A6B47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62400"/>
            <a:ext cx="645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Rename your copy with your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404A6-6BAE-40B0-A37B-6738790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714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53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467EE-4F8B-4003-AA0F-5224A43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7170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  <a:lvl1pPr algn="ctr">
              <a:defRPr sz="2550" b="1">
                <a:solidFill>
                  <a:srgbClr val="FFFFFF"/>
                </a:solidFill>
              </a:defRPr>
            </a:lvl1pPr>
            <a:lvl2pPr algn="ctr">
              <a:defRPr sz="2550" b="1">
                <a:solidFill>
                  <a:srgbClr val="FFFFFF"/>
                </a:solidFill>
              </a:defRPr>
            </a:lvl2pPr>
            <a:lvl3pPr algn="ctr">
              <a:defRPr sz="2550" b="1">
                <a:solidFill>
                  <a:srgbClr val="FFFFFF"/>
                </a:solidFill>
              </a:defRPr>
            </a:lvl3pPr>
            <a:lvl4pPr algn="ctr">
              <a:defRPr sz="2550" b="1">
                <a:solidFill>
                  <a:srgbClr val="FFFFFF"/>
                </a:solidFill>
              </a:defRPr>
            </a:lvl4pPr>
            <a:lvl5pPr algn="ctr">
              <a:defRPr sz="2550" b="1">
                <a:solidFill>
                  <a:srgbClr val="FFFFFF"/>
                </a:solidFill>
              </a:defRPr>
            </a:lvl5pPr>
            <a:lvl6pPr algn="ctr">
              <a:defRPr sz="2550" b="1">
                <a:solidFill>
                  <a:srgbClr val="FFFFFF"/>
                </a:solidFill>
              </a:defRPr>
            </a:lvl6pPr>
            <a:lvl7pPr algn="ctr">
              <a:defRPr sz="2550" b="1">
                <a:solidFill>
                  <a:srgbClr val="FFFFFF"/>
                </a:solidFill>
              </a:defRPr>
            </a:lvl7pPr>
            <a:lvl8pPr algn="ctr">
              <a:defRPr sz="2550" b="1">
                <a:solidFill>
                  <a:srgbClr val="FFFFFF"/>
                </a:solidFill>
              </a:defRPr>
            </a:lvl8pPr>
            <a:lvl9pPr algn="ctr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LOCAL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INSTALL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E9E26-9188-4660-85C9-314D64C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0">
                <a:solidFill>
                  <a:srgbClr val="B9D7E2"/>
                </a:solidFill>
              </a:defRPr>
            </a:defPPr>
            <a:lvl1pPr algn="ctr">
              <a:defRPr sz="1350" b="0">
                <a:solidFill>
                  <a:srgbClr val="B9D7E2"/>
                </a:solidFill>
              </a:defRPr>
            </a:lvl1pPr>
            <a:lvl2pPr algn="ctr">
              <a:defRPr sz="1350" b="0">
                <a:solidFill>
                  <a:srgbClr val="B9D7E2"/>
                </a:solidFill>
              </a:defRPr>
            </a:lvl2pPr>
            <a:lvl3pPr algn="ctr">
              <a:defRPr sz="1350" b="0">
                <a:solidFill>
                  <a:srgbClr val="B9D7E2"/>
                </a:solidFill>
              </a:defRPr>
            </a:lvl3pPr>
            <a:lvl4pPr algn="ctr">
              <a:defRPr sz="1350" b="0">
                <a:solidFill>
                  <a:srgbClr val="B9D7E2"/>
                </a:solidFill>
              </a:defRPr>
            </a:lvl4pPr>
            <a:lvl5pPr algn="ctr">
              <a:defRPr sz="1350" b="0">
                <a:solidFill>
                  <a:srgbClr val="B9D7E2"/>
                </a:solidFill>
              </a:defRPr>
            </a:lvl5pPr>
            <a:lvl6pPr algn="ctr">
              <a:defRPr sz="1350" b="0">
                <a:solidFill>
                  <a:srgbClr val="B9D7E2"/>
                </a:solidFill>
              </a:defRPr>
            </a:lvl6pPr>
            <a:lvl7pPr algn="ctr">
              <a:defRPr sz="1350" b="0">
                <a:solidFill>
                  <a:srgbClr val="B9D7E2"/>
                </a:solidFill>
              </a:defRPr>
            </a:lvl7pPr>
            <a:lvl8pPr algn="ctr">
              <a:defRPr sz="1350" b="0">
                <a:solidFill>
                  <a:srgbClr val="B9D7E2"/>
                </a:solidFill>
              </a:defRPr>
            </a:lvl8pPr>
            <a:lvl9pPr algn="ctr">
              <a:defRPr sz="1350" b="0">
                <a:solidFill>
                  <a:srgbClr val="B9D7E2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B9D7E2"/>
                </a:solidFill>
              </a:defRPr>
            </a:pPr>
            <a:r>
              <a:rPr sz="1350" b="0">
                <a:solidFill>
                  <a:srgbClr val="B9D7E2"/>
                </a:solidFill>
              </a:rPr>
              <a:t>Browser + remote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8E38D-89F5-4AF6-BDF3-269C906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DF6665"/>
                </a:solidFill>
              </a:defRPr>
            </a:defPPr>
            <a:lvl1pPr algn="ctr">
              <a:defRPr sz="1725" b="1">
                <a:solidFill>
                  <a:srgbClr val="DF6665"/>
                </a:solidFill>
              </a:defRPr>
            </a:lvl1pPr>
            <a:lvl2pPr algn="ctr">
              <a:defRPr sz="1725" b="1">
                <a:solidFill>
                  <a:srgbClr val="DF6665"/>
                </a:solidFill>
              </a:defRPr>
            </a:lvl2pPr>
            <a:lvl3pPr algn="ctr">
              <a:defRPr sz="1725" b="1">
                <a:solidFill>
                  <a:srgbClr val="DF6665"/>
                </a:solidFill>
              </a:defRPr>
            </a:lvl3pPr>
            <a:lvl4pPr algn="ctr">
              <a:defRPr sz="1725" b="1">
                <a:solidFill>
                  <a:srgbClr val="DF6665"/>
                </a:solidFill>
              </a:defRPr>
            </a:lvl4pPr>
            <a:lvl5pPr algn="ctr">
              <a:defRPr sz="1725" b="1">
                <a:solidFill>
                  <a:srgbClr val="DF6665"/>
                </a:solidFill>
              </a:defRPr>
            </a:lvl5pPr>
            <a:lvl6pPr algn="ctr">
              <a:defRPr sz="1725" b="1">
                <a:solidFill>
                  <a:srgbClr val="DF6665"/>
                </a:solidFill>
              </a:defRPr>
            </a:lvl6pPr>
            <a:lvl7pPr algn="ctr">
              <a:defRPr sz="1725" b="1">
                <a:solidFill>
                  <a:srgbClr val="DF6665"/>
                </a:solidFill>
              </a:defRPr>
            </a:lvl7pPr>
            <a:lvl8pPr algn="ctr">
              <a:defRPr sz="1725" b="1">
                <a:solidFill>
                  <a:srgbClr val="DF6665"/>
                </a:solidFill>
              </a:defRPr>
            </a:lvl8pPr>
            <a:lvl9pPr algn="ctr"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At the end: File &gt; Download &gt; Download .ipynb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9E081-B679-45A5-B1AD-1DCBF344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9:35–9:40 | Colab launch</a:t>
            </a:r>
          </a:p>
        </p:txBody>
      </p:sp>
    </p:spTree>
    <p:extLst>
      <p:ext uri="{BB962C8B-B14F-4D97-AF65-F5344CB8AC3E}">
        <p14:creationId xmlns:p14="http://schemas.microsoft.com/office/powerpoint/2010/main" val="1562497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7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51FE8-1AEA-425A-B66A-7A2B6AF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ED4D7"/>
                </a:solidFill>
              </a:defRPr>
            </a:defPPr>
            <a:lvl1pPr>
              <a:defRPr sz="1275" b="1">
                <a:solidFill>
                  <a:srgbClr val="9ED4D7"/>
                </a:solidFill>
              </a:defRPr>
            </a:lvl1pPr>
            <a:lvl2pPr>
              <a:defRPr sz="1275" b="1">
                <a:solidFill>
                  <a:srgbClr val="9ED4D7"/>
                </a:solidFill>
              </a:defRPr>
            </a:lvl2pPr>
            <a:lvl3pPr>
              <a:defRPr sz="1275" b="1">
                <a:solidFill>
                  <a:srgbClr val="9ED4D7"/>
                </a:solidFill>
              </a:defRPr>
            </a:lvl3pPr>
            <a:lvl4pPr>
              <a:defRPr sz="1275" b="1">
                <a:solidFill>
                  <a:srgbClr val="9ED4D7"/>
                </a:solidFill>
              </a:defRPr>
            </a:lvl4pPr>
            <a:lvl5pPr>
              <a:defRPr sz="1275" b="1">
                <a:solidFill>
                  <a:srgbClr val="9ED4D7"/>
                </a:solidFill>
              </a:defRPr>
            </a:lvl5pPr>
            <a:lvl6pPr>
              <a:defRPr sz="1275" b="1">
                <a:solidFill>
                  <a:srgbClr val="9ED4D7"/>
                </a:solidFill>
              </a:defRPr>
            </a:lvl6pPr>
            <a:lvl7pPr>
              <a:defRPr sz="1275" b="1">
                <a:solidFill>
                  <a:srgbClr val="9ED4D7"/>
                </a:solidFill>
              </a:defRPr>
            </a:lvl7pPr>
            <a:lvl8pPr>
              <a:defRPr sz="1275" b="1">
                <a:solidFill>
                  <a:srgbClr val="9ED4D7"/>
                </a:solidFill>
              </a:defRPr>
            </a:lvl8pPr>
            <a:lvl9pPr>
              <a:defRPr sz="1275" b="1">
                <a:solidFill>
                  <a:srgbClr val="9ED4D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9ED4D7"/>
                </a:solidFill>
              </a:defRPr>
            </a:pPr>
            <a:r>
              <a:rPr sz="1275" b="1">
                <a:solidFill>
                  <a:srgbClr val="9ED4D7"/>
                </a:solidFill>
              </a:rPr>
              <a:t>THE REVIEW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1A43F-1906-4B11-BA01-5401EC0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</a:defRPr>
            </a:defPPr>
            <a:lvl1pPr>
              <a:defRPr sz="3675" b="1">
                <a:solidFill>
                  <a:srgbClr val="FFFFFF"/>
                </a:solidFill>
              </a:defRPr>
            </a:lvl1pPr>
            <a:lvl2pPr>
              <a:defRPr sz="3675" b="1">
                <a:solidFill>
                  <a:srgbClr val="FFFFFF"/>
                </a:solidFill>
              </a:defRPr>
            </a:lvl2pPr>
            <a:lvl3pPr>
              <a:defRPr sz="3675" b="1">
                <a:solidFill>
                  <a:srgbClr val="FFFFFF"/>
                </a:solidFill>
              </a:defRPr>
            </a:lvl3pPr>
            <a:lvl4pPr>
              <a:defRPr sz="3675" b="1">
                <a:solidFill>
                  <a:srgbClr val="FFFFFF"/>
                </a:solidFill>
              </a:defRPr>
            </a:lvl4pPr>
            <a:lvl5pPr>
              <a:defRPr sz="3675" b="1">
                <a:solidFill>
                  <a:srgbClr val="FFFFFF"/>
                </a:solidFill>
              </a:defRPr>
            </a:lvl5pPr>
            <a:lvl6pPr>
              <a:defRPr sz="3675" b="1">
                <a:solidFill>
                  <a:srgbClr val="FFFFFF"/>
                </a:solidFill>
              </a:defRPr>
            </a:lvl6pPr>
            <a:lvl7pPr>
              <a:defRPr sz="3675" b="1">
                <a:solidFill>
                  <a:srgbClr val="FFFFFF"/>
                </a:solidFill>
              </a:defRPr>
            </a:lvl7pPr>
            <a:lvl8pPr>
              <a:defRPr sz="3675" b="1">
                <a:solidFill>
                  <a:srgbClr val="FFFFFF"/>
                </a:solidFill>
              </a:defRPr>
            </a:lvl8pPr>
            <a:lvl9pPr>
              <a:defRPr sz="3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Read  Predict  Run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Change 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E5B95-C780-4164-AB8F-F68467D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4B1AC"/>
                </a:solidFill>
              </a:defRPr>
            </a:defPPr>
            <a:lvl1pPr>
              <a:defRPr sz="1950" b="0">
                <a:solidFill>
                  <a:srgbClr val="F4B1AC"/>
                </a:solidFill>
              </a:defRPr>
            </a:lvl1pPr>
            <a:lvl2pPr>
              <a:defRPr sz="1950" b="0">
                <a:solidFill>
                  <a:srgbClr val="F4B1AC"/>
                </a:solidFill>
              </a:defRPr>
            </a:lvl2pPr>
            <a:lvl3pPr>
              <a:defRPr sz="1950" b="0">
                <a:solidFill>
                  <a:srgbClr val="F4B1AC"/>
                </a:solidFill>
              </a:defRPr>
            </a:lvl3pPr>
            <a:lvl4pPr>
              <a:defRPr sz="1950" b="0">
                <a:solidFill>
                  <a:srgbClr val="F4B1AC"/>
                </a:solidFill>
              </a:defRPr>
            </a:lvl4pPr>
            <a:lvl5pPr>
              <a:defRPr sz="1950" b="0">
                <a:solidFill>
                  <a:srgbClr val="F4B1AC"/>
                </a:solidFill>
              </a:defRPr>
            </a:lvl5pPr>
            <a:lvl6pPr>
              <a:defRPr sz="1950" b="0">
                <a:solidFill>
                  <a:srgbClr val="F4B1AC"/>
                </a:solidFill>
              </a:defRPr>
            </a:lvl6pPr>
            <a:lvl7pPr>
              <a:defRPr sz="1950" b="0">
                <a:solidFill>
                  <a:srgbClr val="F4B1AC"/>
                </a:solidFill>
              </a:defRPr>
            </a:lvl7pPr>
            <a:lvl8pPr>
              <a:defRPr sz="1950" b="0">
                <a:solidFill>
                  <a:srgbClr val="F4B1AC"/>
                </a:solidFill>
              </a:defRPr>
            </a:lvl8pPr>
            <a:lvl9pPr>
              <a:defRPr sz="1950" b="0">
                <a:solidFill>
                  <a:srgbClr val="F4B1AC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B1AC"/>
                </a:solidFill>
              </a:defRPr>
            </a:pPr>
            <a:r>
              <a:rPr sz="1950" b="0">
                <a:solidFill>
                  <a:srgbClr val="F4B1AC"/>
                </a:solidFill>
              </a:rPr>
              <a:t>A prediction turns running code into an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3D65-4B26-4512-B90D-3E22A103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7D9E4"/>
                </a:solidFill>
              </a:defRPr>
            </a:defPPr>
            <a:lvl1pPr>
              <a:defRPr sz="1725" b="0">
                <a:solidFill>
                  <a:srgbClr val="C7D9E4"/>
                </a:solidFill>
              </a:defRPr>
            </a:lvl1pPr>
            <a:lvl2pPr>
              <a:defRPr sz="1725" b="0">
                <a:solidFill>
                  <a:srgbClr val="C7D9E4"/>
                </a:solidFill>
              </a:defRPr>
            </a:lvl2pPr>
            <a:lvl3pPr>
              <a:defRPr sz="1725" b="0">
                <a:solidFill>
                  <a:srgbClr val="C7D9E4"/>
                </a:solidFill>
              </a:defRPr>
            </a:lvl3pPr>
            <a:lvl4pPr>
              <a:defRPr sz="1725" b="0">
                <a:solidFill>
                  <a:srgbClr val="C7D9E4"/>
                </a:solidFill>
              </a:defRPr>
            </a:lvl4pPr>
            <a:lvl5pPr>
              <a:defRPr sz="1725" b="0">
                <a:solidFill>
                  <a:srgbClr val="C7D9E4"/>
                </a:solidFill>
              </a:defRPr>
            </a:lvl5pPr>
            <a:lvl6pPr>
              <a:defRPr sz="1725" b="0">
                <a:solidFill>
                  <a:srgbClr val="C7D9E4"/>
                </a:solidFill>
              </a:defRPr>
            </a:lvl6pPr>
            <a:lvl7pPr>
              <a:defRPr sz="1725" b="0">
                <a:solidFill>
                  <a:srgbClr val="C7D9E4"/>
                </a:solidFill>
              </a:defRPr>
            </a:lvl7pPr>
            <a:lvl8pPr>
              <a:defRPr sz="1725" b="0">
                <a:solidFill>
                  <a:srgbClr val="C7D9E4"/>
                </a:solidFill>
              </a:defRPr>
            </a:lvl8pPr>
            <a:lvl9pPr>
              <a:defRPr sz="1725" b="0">
                <a:solidFill>
                  <a:srgbClr val="C7D9E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9E4"/>
                </a:solidFill>
              </a:defRPr>
            </a:pPr>
            <a:r>
              <a:rPr sz="1725" b="0">
                <a:solidFill>
                  <a:srgbClr val="C7D9E4"/>
                </a:solidFill>
              </a:rPr>
              <a:t>Wrong predictions give us useful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EB26D-A8AF-4B0A-9036-475D094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9:40–9:45 | Review routine</a:t>
            </a:r>
          </a:p>
        </p:txBody>
      </p:sp>
    </p:spTree>
    <p:extLst>
      <p:ext uri="{BB962C8B-B14F-4D97-AF65-F5344CB8AC3E}">
        <p14:creationId xmlns:p14="http://schemas.microsoft.com/office/powerpoint/2010/main" val="2054555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68A4F-201B-4887-AAD6-EF92568E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Text and numbers behave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90D40-924D-457B-A731-BFA98AF5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Predict before running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F9AB9-C9E0-4139-9754-74013A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715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99C4-FDED-4F21-86F3-C17D8DBA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38325"/>
            <a:ext cx="52578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DF4E4"/>
                </a:solidFill>
              </a:defRPr>
            </a:defPPr>
            <a:lvl1pPr>
              <a:defRPr sz="1650" b="0">
                <a:solidFill>
                  <a:srgbClr val="DDF4E4"/>
                </a:solidFill>
              </a:defRPr>
            </a:lvl1pPr>
            <a:lvl2pPr>
              <a:defRPr sz="1650" b="0">
                <a:solidFill>
                  <a:srgbClr val="DDF4E4"/>
                </a:solidFill>
              </a:defRPr>
            </a:lvl2pPr>
            <a:lvl3pPr>
              <a:defRPr sz="1650" b="0">
                <a:solidFill>
                  <a:srgbClr val="DDF4E4"/>
                </a:solidFill>
              </a:defRPr>
            </a:lvl3pPr>
            <a:lvl4pPr>
              <a:defRPr sz="1650" b="0">
                <a:solidFill>
                  <a:srgbClr val="DDF4E4"/>
                </a:solidFill>
              </a:defRPr>
            </a:lvl4pPr>
            <a:lvl5pPr>
              <a:defRPr sz="1650" b="0">
                <a:solidFill>
                  <a:srgbClr val="DDF4E4"/>
                </a:solidFill>
              </a:defRPr>
            </a:lvl5pPr>
            <a:lvl6pPr>
              <a:defRPr sz="1650" b="0">
                <a:solidFill>
                  <a:srgbClr val="DDF4E4"/>
                </a:solidFill>
              </a:defRPr>
            </a:lvl6pPr>
            <a:lvl7pPr>
              <a:defRPr sz="1650" b="0">
                <a:solidFill>
                  <a:srgbClr val="DDF4E4"/>
                </a:solidFill>
              </a:defRPr>
            </a:lvl7pPr>
            <a:lvl8pPr>
              <a:defRPr sz="1650" b="0">
                <a:solidFill>
                  <a:srgbClr val="DDF4E4"/>
                </a:solidFill>
              </a:defRPr>
            </a:lvl8pPr>
            <a:lvl9pPr>
              <a:defRPr sz="165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minutes_text = "25"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bonus = 5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minutes = int(minutes_text)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score = minutes + bonus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print(score)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9F358-3054-4AB1-B0B8-A947C7D7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F6665"/>
                </a:solidFill>
              </a:defRPr>
            </a:defPPr>
            <a:lvl1pPr>
              <a:defRPr sz="2025" b="1">
                <a:solidFill>
                  <a:srgbClr val="DF6665"/>
                </a:solidFill>
              </a:defRPr>
            </a:lvl1pPr>
            <a:lvl2pPr>
              <a:defRPr sz="2025" b="1">
                <a:solidFill>
                  <a:srgbClr val="DF6665"/>
                </a:solidFill>
              </a:defRPr>
            </a:lvl2pPr>
            <a:lvl3pPr>
              <a:defRPr sz="2025" b="1">
                <a:solidFill>
                  <a:srgbClr val="DF6665"/>
                </a:solidFill>
              </a:defRPr>
            </a:lvl3pPr>
            <a:lvl4pPr>
              <a:defRPr sz="2025" b="1">
                <a:solidFill>
                  <a:srgbClr val="DF6665"/>
                </a:solidFill>
              </a:defRPr>
            </a:lvl4pPr>
            <a:lvl5pPr>
              <a:defRPr sz="2025" b="1">
                <a:solidFill>
                  <a:srgbClr val="DF6665"/>
                </a:solidFill>
              </a:defRPr>
            </a:lvl5pPr>
            <a:lvl6pPr>
              <a:defRPr sz="2025" b="1">
                <a:solidFill>
                  <a:srgbClr val="DF6665"/>
                </a:solidFill>
              </a:defRPr>
            </a:lvl6pPr>
            <a:lvl7pPr>
              <a:defRPr sz="2025" b="1">
                <a:solidFill>
                  <a:srgbClr val="DF6665"/>
                </a:solidFill>
              </a:defRPr>
            </a:lvl7pPr>
            <a:lvl8pPr>
              <a:defRPr sz="2025" b="1">
                <a:solidFill>
                  <a:srgbClr val="DF6665"/>
                </a:solidFill>
              </a:defRPr>
            </a:lvl8pPr>
            <a:lvl9pPr>
              <a:defRPr sz="20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F6665"/>
                </a:solidFill>
              </a:defRPr>
            </a:pPr>
            <a:r>
              <a:rPr sz="2025" b="1">
                <a:solidFill>
                  <a:srgbClr val="DF6665"/>
                </a:solidFill>
              </a:rPr>
              <a:t>str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0E9BD-BF19-41B3-B4DF-B1A1AA8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text such as "25"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ABC05-8791-4AA9-B458-2D8DE113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AA446"/>
                </a:solidFill>
              </a:defRPr>
            </a:defPPr>
            <a:lvl1pPr>
              <a:defRPr sz="2025" b="1">
                <a:solidFill>
                  <a:srgbClr val="5AA446"/>
                </a:solidFill>
              </a:defRPr>
            </a:lvl1pPr>
            <a:lvl2pPr>
              <a:defRPr sz="2025" b="1">
                <a:solidFill>
                  <a:srgbClr val="5AA446"/>
                </a:solidFill>
              </a:defRPr>
            </a:lvl2pPr>
            <a:lvl3pPr>
              <a:defRPr sz="2025" b="1">
                <a:solidFill>
                  <a:srgbClr val="5AA446"/>
                </a:solidFill>
              </a:defRPr>
            </a:lvl3pPr>
            <a:lvl4pPr>
              <a:defRPr sz="2025" b="1">
                <a:solidFill>
                  <a:srgbClr val="5AA446"/>
                </a:solidFill>
              </a:defRPr>
            </a:lvl4pPr>
            <a:lvl5pPr>
              <a:defRPr sz="2025" b="1">
                <a:solidFill>
                  <a:srgbClr val="5AA446"/>
                </a:solidFill>
              </a:defRPr>
            </a:lvl5pPr>
            <a:lvl6pPr>
              <a:defRPr sz="2025" b="1">
                <a:solidFill>
                  <a:srgbClr val="5AA446"/>
                </a:solidFill>
              </a:defRPr>
            </a:lvl6pPr>
            <a:lvl7pPr>
              <a:defRPr sz="2025" b="1">
                <a:solidFill>
                  <a:srgbClr val="5AA446"/>
                </a:solidFill>
              </a:defRPr>
            </a:lvl7pPr>
            <a:lvl8pPr>
              <a:defRPr sz="2025" b="1">
                <a:solidFill>
                  <a:srgbClr val="5AA446"/>
                </a:solidFill>
              </a:defRPr>
            </a:lvl8pPr>
            <a:lvl9pPr>
              <a:defRPr sz="20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AA446"/>
                </a:solidFill>
              </a:defRPr>
            </a:pPr>
            <a:r>
              <a:rPr sz="2025" b="1">
                <a:solidFill>
                  <a:srgbClr val="5AA446"/>
                </a:solidFill>
              </a:rPr>
              <a:t>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9F009-5A4E-425E-90FA-80A8DA7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whole number such as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144EB-E855-4EB3-BDE1-A29E5F6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F6665"/>
                </a:solidFill>
              </a:defRPr>
            </a:defPPr>
            <a:lvl1pPr>
              <a:defRPr sz="1875" b="1">
                <a:solidFill>
                  <a:srgbClr val="DF6665"/>
                </a:solidFill>
              </a:defRPr>
            </a:lvl1pPr>
            <a:lvl2pPr>
              <a:defRPr sz="1875" b="1">
                <a:solidFill>
                  <a:srgbClr val="DF6665"/>
                </a:solidFill>
              </a:defRPr>
            </a:lvl2pPr>
            <a:lvl3pPr>
              <a:defRPr sz="1875" b="1">
                <a:solidFill>
                  <a:srgbClr val="DF6665"/>
                </a:solidFill>
              </a:defRPr>
            </a:lvl3pPr>
            <a:lvl4pPr>
              <a:defRPr sz="1875" b="1">
                <a:solidFill>
                  <a:srgbClr val="DF6665"/>
                </a:solidFill>
              </a:defRPr>
            </a:lvl4pPr>
            <a:lvl5pPr>
              <a:defRPr sz="1875" b="1">
                <a:solidFill>
                  <a:srgbClr val="DF6665"/>
                </a:solidFill>
              </a:defRPr>
            </a:lvl5pPr>
            <a:lvl6pPr>
              <a:defRPr sz="1875" b="1">
                <a:solidFill>
                  <a:srgbClr val="DF6665"/>
                </a:solidFill>
              </a:defRPr>
            </a:lvl6pPr>
            <a:lvl7pPr>
              <a:defRPr sz="1875" b="1">
                <a:solidFill>
                  <a:srgbClr val="DF6665"/>
                </a:solidFill>
              </a:defRPr>
            </a:lvl7pPr>
            <a:lvl8pPr>
              <a:defRPr sz="1875" b="1">
                <a:solidFill>
                  <a:srgbClr val="DF6665"/>
                </a:solidFill>
              </a:defRPr>
            </a:lvl8pPr>
            <a:lvl9pPr>
              <a:defRPr sz="187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F6665"/>
                </a:solidFill>
              </a:defRPr>
            </a:pPr>
            <a:r>
              <a:rPr sz="1875" b="1">
                <a:solidFill>
                  <a:srgbClr val="DF6665"/>
                </a:solidFill>
              </a:rPr>
              <a:t>What breaks if int() disappears?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F7D69-04DB-4583-8B85-A0DD5746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9:45–9:55 | Variables, types, and conversion</a:t>
            </a:r>
          </a:p>
        </p:txBody>
      </p:sp>
    </p:spTree>
    <p:extLst>
      <p:ext uri="{BB962C8B-B14F-4D97-AF65-F5344CB8AC3E}">
        <p14:creationId xmlns:p14="http://schemas.microsoft.com/office/powerpoint/2010/main" val="877832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7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BCB9-29D5-4867-B356-4A1BBFB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Conditionals choose one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5E285-9B89-45F4-B4DE-178247ED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D7E2"/>
                </a:solidFill>
              </a:defRPr>
            </a:defPPr>
            <a:lvl1pPr>
              <a:defRPr sz="1350" b="0">
                <a:solidFill>
                  <a:srgbClr val="B9D7E2"/>
                </a:solidFill>
              </a:defRPr>
            </a:lvl1pPr>
            <a:lvl2pPr>
              <a:defRPr sz="1350" b="0">
                <a:solidFill>
                  <a:srgbClr val="B9D7E2"/>
                </a:solidFill>
              </a:defRPr>
            </a:lvl2pPr>
            <a:lvl3pPr>
              <a:defRPr sz="1350" b="0">
                <a:solidFill>
                  <a:srgbClr val="B9D7E2"/>
                </a:solidFill>
              </a:defRPr>
            </a:lvl3pPr>
            <a:lvl4pPr>
              <a:defRPr sz="1350" b="0">
                <a:solidFill>
                  <a:srgbClr val="B9D7E2"/>
                </a:solidFill>
              </a:defRPr>
            </a:lvl4pPr>
            <a:lvl5pPr>
              <a:defRPr sz="1350" b="0">
                <a:solidFill>
                  <a:srgbClr val="B9D7E2"/>
                </a:solidFill>
              </a:defRPr>
            </a:lvl5pPr>
            <a:lvl6pPr>
              <a:defRPr sz="1350" b="0">
                <a:solidFill>
                  <a:srgbClr val="B9D7E2"/>
                </a:solidFill>
              </a:defRPr>
            </a:lvl6pPr>
            <a:lvl7pPr>
              <a:defRPr sz="1350" b="0">
                <a:solidFill>
                  <a:srgbClr val="B9D7E2"/>
                </a:solidFill>
              </a:defRPr>
            </a:lvl7pPr>
            <a:lvl8pPr>
              <a:defRPr sz="1350" b="0">
                <a:solidFill>
                  <a:srgbClr val="B9D7E2"/>
                </a:solidFill>
              </a:defRPr>
            </a:lvl8pPr>
            <a:lvl9pPr>
              <a:defRPr sz="1350" b="0">
                <a:solidFill>
                  <a:srgbClr val="B9D7E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9D7E2"/>
                </a:solidFill>
              </a:defRPr>
            </a:pPr>
            <a:r>
              <a:rPr sz="1350" b="0">
                <a:solidFill>
                  <a:srgbClr val="B9D7E2"/>
                </a:solidFill>
              </a:rPr>
              <a:t>Predict the result for 8, 7.9, and 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D9DB5-3B25-46DF-8D0F-34ABF66E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191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19458-14D2-4D75-B109-43BF7A6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57340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DF4E4"/>
                </a:solidFill>
              </a:defRPr>
            </a:defPPr>
            <a:lvl1pPr>
              <a:defRPr sz="1650" b="0">
                <a:solidFill>
                  <a:srgbClr val="DDF4E4"/>
                </a:solidFill>
              </a:defRPr>
            </a:lvl1pPr>
            <a:lvl2pPr>
              <a:defRPr sz="1650" b="0">
                <a:solidFill>
                  <a:srgbClr val="DDF4E4"/>
                </a:solidFill>
              </a:defRPr>
            </a:lvl2pPr>
            <a:lvl3pPr>
              <a:defRPr sz="1650" b="0">
                <a:solidFill>
                  <a:srgbClr val="DDF4E4"/>
                </a:solidFill>
              </a:defRPr>
            </a:lvl3pPr>
            <a:lvl4pPr>
              <a:defRPr sz="1650" b="0">
                <a:solidFill>
                  <a:srgbClr val="DDF4E4"/>
                </a:solidFill>
              </a:defRPr>
            </a:lvl4pPr>
            <a:lvl5pPr>
              <a:defRPr sz="1650" b="0">
                <a:solidFill>
                  <a:srgbClr val="DDF4E4"/>
                </a:solidFill>
              </a:defRPr>
            </a:lvl5pPr>
            <a:lvl6pPr>
              <a:defRPr sz="1650" b="0">
                <a:solidFill>
                  <a:srgbClr val="DDF4E4"/>
                </a:solidFill>
              </a:defRPr>
            </a:lvl6pPr>
            <a:lvl7pPr>
              <a:defRPr sz="1650" b="0">
                <a:solidFill>
                  <a:srgbClr val="DDF4E4"/>
                </a:solidFill>
              </a:defRPr>
            </a:lvl7pPr>
            <a:lvl8pPr>
              <a:defRPr sz="1650" b="0">
                <a:solidFill>
                  <a:srgbClr val="DDF4E4"/>
                </a:solidFill>
              </a:defRPr>
            </a:lvl8pPr>
            <a:lvl9pPr>
              <a:defRPr sz="165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if average &gt;= 8: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print("Strong foundation")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elif average &gt;= 5: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print("Foundation growing")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else: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print("Practice again")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E523-82D8-410E-B005-ACC4979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ED4D7"/>
                </a:solidFill>
              </a:defRPr>
            </a:defPPr>
            <a:lvl1pPr>
              <a:defRPr sz="1875" b="1">
                <a:solidFill>
                  <a:srgbClr val="9ED4D7"/>
                </a:solidFill>
              </a:defRPr>
            </a:lvl1pPr>
            <a:lvl2pPr>
              <a:defRPr sz="1875" b="1">
                <a:solidFill>
                  <a:srgbClr val="9ED4D7"/>
                </a:solidFill>
              </a:defRPr>
            </a:lvl2pPr>
            <a:lvl3pPr>
              <a:defRPr sz="1875" b="1">
                <a:solidFill>
                  <a:srgbClr val="9ED4D7"/>
                </a:solidFill>
              </a:defRPr>
            </a:lvl3pPr>
            <a:lvl4pPr>
              <a:defRPr sz="1875" b="1">
                <a:solidFill>
                  <a:srgbClr val="9ED4D7"/>
                </a:solidFill>
              </a:defRPr>
            </a:lvl4pPr>
            <a:lvl5pPr>
              <a:defRPr sz="1875" b="1">
                <a:solidFill>
                  <a:srgbClr val="9ED4D7"/>
                </a:solidFill>
              </a:defRPr>
            </a:lvl5pPr>
            <a:lvl6pPr>
              <a:defRPr sz="1875" b="1">
                <a:solidFill>
                  <a:srgbClr val="9ED4D7"/>
                </a:solidFill>
              </a:defRPr>
            </a:lvl6pPr>
            <a:lvl7pPr>
              <a:defRPr sz="1875" b="1">
                <a:solidFill>
                  <a:srgbClr val="9ED4D7"/>
                </a:solidFill>
              </a:defRPr>
            </a:lvl7pPr>
            <a:lvl8pPr>
              <a:defRPr sz="1875" b="1">
                <a:solidFill>
                  <a:srgbClr val="9ED4D7"/>
                </a:solidFill>
              </a:defRPr>
            </a:lvl8pPr>
            <a:lvl9pPr>
              <a:defRPr sz="1875" b="1">
                <a:solidFill>
                  <a:srgbClr val="9ED4D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ED4D7"/>
                </a:solidFill>
              </a:defRPr>
            </a:pPr>
            <a:r>
              <a:rPr sz="1875" b="1">
                <a:solidFill>
                  <a:srgbClr val="9ED4D7"/>
                </a:solidFill>
              </a:rPr>
              <a:t>Python checks from top to bottom.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E23B6-571B-46D3-ACCD-7C4A9A19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It stops at the first condition that is true.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AE5FD-CF9D-46AF-8F7C-039E216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2A5A0"/>
                </a:solidFill>
              </a:defRPr>
            </a:defPPr>
            <a:lvl1pPr>
              <a:defRPr sz="1725" b="1">
                <a:solidFill>
                  <a:srgbClr val="F2A5A0"/>
                </a:solidFill>
              </a:defRPr>
            </a:lvl1pPr>
            <a:lvl2pPr>
              <a:defRPr sz="1725" b="1">
                <a:solidFill>
                  <a:srgbClr val="F2A5A0"/>
                </a:solidFill>
              </a:defRPr>
            </a:lvl2pPr>
            <a:lvl3pPr>
              <a:defRPr sz="1725" b="1">
                <a:solidFill>
                  <a:srgbClr val="F2A5A0"/>
                </a:solidFill>
              </a:defRPr>
            </a:lvl3pPr>
            <a:lvl4pPr>
              <a:defRPr sz="1725" b="1">
                <a:solidFill>
                  <a:srgbClr val="F2A5A0"/>
                </a:solidFill>
              </a:defRPr>
            </a:lvl4pPr>
            <a:lvl5pPr>
              <a:defRPr sz="1725" b="1">
                <a:solidFill>
                  <a:srgbClr val="F2A5A0"/>
                </a:solidFill>
              </a:defRPr>
            </a:lvl5pPr>
            <a:lvl6pPr>
              <a:defRPr sz="1725" b="1">
                <a:solidFill>
                  <a:srgbClr val="F2A5A0"/>
                </a:solidFill>
              </a:defRPr>
            </a:lvl6pPr>
            <a:lvl7pPr>
              <a:defRPr sz="1725" b="1">
                <a:solidFill>
                  <a:srgbClr val="F2A5A0"/>
                </a:solidFill>
              </a:defRPr>
            </a:lvl7pPr>
            <a:lvl8pPr>
              <a:defRPr sz="1725" b="1">
                <a:solidFill>
                  <a:srgbClr val="F2A5A0"/>
                </a:solidFill>
              </a:defRPr>
            </a:lvl8pPr>
            <a:lvl9pPr>
              <a:defRPr sz="1725" b="1">
                <a:solidFill>
                  <a:srgbClr val="F2A5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2A5A0"/>
                </a:solidFill>
              </a:defRPr>
            </a:pPr>
            <a:r>
              <a:rPr sz="1725" b="1">
                <a:solidFill>
                  <a:srgbClr val="F2A5A0"/>
                </a:solidFill>
              </a:rPr>
              <a:t>Boundary question: should exactly 7 pass?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00ED-A772-42A8-969B-02675D3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9:55–10:10 | Decisions and boundaries</a:t>
            </a:r>
          </a:p>
        </p:txBody>
      </p:sp>
    </p:spTree>
    <p:extLst>
      <p:ext uri="{BB962C8B-B14F-4D97-AF65-F5344CB8AC3E}">
        <p14:creationId xmlns:p14="http://schemas.microsoft.com/office/powerpoint/2010/main" val="148771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F66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A799-B294-48A1-9251-48E4456B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FFFFF"/>
                </a:solidFill>
              </a:defRPr>
            </a:defPPr>
            <a:lvl1pPr>
              <a:defRPr sz="3975" b="1">
                <a:solidFill>
                  <a:srgbClr val="FFFFFF"/>
                </a:solidFill>
              </a:defRPr>
            </a:lvl1pPr>
            <a:lvl2pPr>
              <a:defRPr sz="3975" b="1">
                <a:solidFill>
                  <a:srgbClr val="FFFFFF"/>
                </a:solidFill>
              </a:defRPr>
            </a:lvl2pPr>
            <a:lvl3pPr>
              <a:defRPr sz="3975" b="1">
                <a:solidFill>
                  <a:srgbClr val="FFFFFF"/>
                </a:solidFill>
              </a:defRPr>
            </a:lvl3pPr>
            <a:lvl4pPr>
              <a:defRPr sz="3975" b="1">
                <a:solidFill>
                  <a:srgbClr val="FFFFFF"/>
                </a:solidFill>
              </a:defRPr>
            </a:lvl4pPr>
            <a:lvl5pPr>
              <a:defRPr sz="3975" b="1">
                <a:solidFill>
                  <a:srgbClr val="FFFFFF"/>
                </a:solidFill>
              </a:defRPr>
            </a:lvl5pPr>
            <a:lvl6pPr>
              <a:defRPr sz="3975" b="1">
                <a:solidFill>
                  <a:srgbClr val="FFFFFF"/>
                </a:solidFill>
              </a:defRPr>
            </a:lvl6pPr>
            <a:lvl7pPr>
              <a:defRPr sz="3975" b="1">
                <a:solidFill>
                  <a:srgbClr val="FFFFFF"/>
                </a:solidFill>
              </a:defRPr>
            </a:lvl7pPr>
            <a:lvl8pPr>
              <a:defRPr sz="3975" b="1">
                <a:solidFill>
                  <a:srgbClr val="FFFFFF"/>
                </a:solidFill>
              </a:defRPr>
            </a:lvl8pPr>
            <a:lvl9pPr>
              <a:defRPr sz="3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362C-0A31-4889-BE45-7634A5F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Return at 10:35</a:t>
            </a:r>
          </a:p>
        </p:txBody>
      </p:sp>
    </p:spTree>
    <p:extLst>
      <p:ext uri="{BB962C8B-B14F-4D97-AF65-F5344CB8AC3E}">
        <p14:creationId xmlns:p14="http://schemas.microsoft.com/office/powerpoint/2010/main" val="53554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42327-8461-45BC-922B-74D264F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A loop updates the accumulator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FE6F-7756-41E2-A8F7-5F2684C3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Trace total after every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DE663-4B33-4BC1-90CF-8E3C992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905FF-F155-4381-A979-3E761E45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4876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DF4E4"/>
                </a:solidFill>
              </a:defRPr>
            </a:defPPr>
            <a:lvl1pPr>
              <a:defRPr sz="1575" b="0">
                <a:solidFill>
                  <a:srgbClr val="DDF4E4"/>
                </a:solidFill>
              </a:defRPr>
            </a:lvl1pPr>
            <a:lvl2pPr>
              <a:defRPr sz="1575" b="0">
                <a:solidFill>
                  <a:srgbClr val="DDF4E4"/>
                </a:solidFill>
              </a:defRPr>
            </a:lvl2pPr>
            <a:lvl3pPr>
              <a:defRPr sz="1575" b="0">
                <a:solidFill>
                  <a:srgbClr val="DDF4E4"/>
                </a:solidFill>
              </a:defRPr>
            </a:lvl3pPr>
            <a:lvl4pPr>
              <a:defRPr sz="1575" b="0">
                <a:solidFill>
                  <a:srgbClr val="DDF4E4"/>
                </a:solidFill>
              </a:defRPr>
            </a:lvl4pPr>
            <a:lvl5pPr>
              <a:defRPr sz="1575" b="0">
                <a:solidFill>
                  <a:srgbClr val="DDF4E4"/>
                </a:solidFill>
              </a:defRPr>
            </a:lvl5pPr>
            <a:lvl6pPr>
              <a:defRPr sz="1575" b="0">
                <a:solidFill>
                  <a:srgbClr val="DDF4E4"/>
                </a:solidFill>
              </a:defRPr>
            </a:lvl6pPr>
            <a:lvl7pPr>
              <a:defRPr sz="1575" b="0">
                <a:solidFill>
                  <a:srgbClr val="DDF4E4"/>
                </a:solidFill>
              </a:defRPr>
            </a:lvl7pPr>
            <a:lvl8pPr>
              <a:defRPr sz="1575" b="0">
                <a:solidFill>
                  <a:srgbClr val="DDF4E4"/>
                </a:solidFill>
              </a:defRPr>
            </a:lvl8pPr>
            <a:lvl9pPr>
              <a:defRPr sz="1575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scores = [4, 7, 8]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for score in scores: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    total = total + score</a:t>
            </a:r>
          </a:p>
          <a:p xmlns:a="http://schemas.openxmlformats.org/drawingml/2006/main">
            <a:pPr>
              <a:defRPr sz="1575" b="0">
                <a:solidFill>
                  <a:srgbClr val="DDF4E4"/>
                </a:solidFill>
              </a:defRPr>
            </a:pPr>
            <a:r>
              <a:rPr sz="1575" b="0">
                <a:solidFill>
                  <a:srgbClr val="DDF4E4"/>
                </a:solidFill>
              </a:rPr>
              <a:t>    print(score, total)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06D2-9D3D-40FF-8C8B-FE3235D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67D96"/>
                </a:solidFill>
              </a:defRPr>
            </a:defPPr>
            <a:lvl1pPr>
              <a:defRPr sz="1500" b="1">
                <a:solidFill>
                  <a:srgbClr val="367D96"/>
                </a:solidFill>
              </a:defRPr>
            </a:lvl1pPr>
            <a:lvl2pPr>
              <a:defRPr sz="1500" b="1">
                <a:solidFill>
                  <a:srgbClr val="367D96"/>
                </a:solidFill>
              </a:defRPr>
            </a:lvl2pPr>
            <a:lvl3pPr>
              <a:defRPr sz="1500" b="1">
                <a:solidFill>
                  <a:srgbClr val="367D96"/>
                </a:solidFill>
              </a:defRPr>
            </a:lvl3pPr>
            <a:lvl4pPr>
              <a:defRPr sz="1500" b="1">
                <a:solidFill>
                  <a:srgbClr val="367D96"/>
                </a:solidFill>
              </a:defRPr>
            </a:lvl4pPr>
            <a:lvl5pPr>
              <a:defRPr sz="1500" b="1">
                <a:solidFill>
                  <a:srgbClr val="367D96"/>
                </a:solidFill>
              </a:defRPr>
            </a:lvl5pPr>
            <a:lvl6pPr>
              <a:defRPr sz="1500" b="1">
                <a:solidFill>
                  <a:srgbClr val="367D96"/>
                </a:solidFill>
              </a:defRPr>
            </a:lvl6pPr>
            <a:lvl7pPr>
              <a:defRPr sz="1500" b="1">
                <a:solidFill>
                  <a:srgbClr val="367D96"/>
                </a:solidFill>
              </a:defRPr>
            </a:lvl7pPr>
            <a:lvl8pPr>
              <a:defRPr sz="1500" b="1">
                <a:solidFill>
                  <a:srgbClr val="367D96"/>
                </a:solidFill>
              </a:defRPr>
            </a:lvl8pPr>
            <a:lvl9pPr>
              <a:defRPr sz="150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67D96"/>
                </a:solidFill>
              </a:defRPr>
            </a:pPr>
            <a:r>
              <a:rPr sz="1500" b="1">
                <a:solidFill>
                  <a:srgbClr val="367D96"/>
                </a:solidFill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809D7-F907-4668-9997-0D2FEB7C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53752"/>
                </a:solidFill>
              </a:defRPr>
            </a:defPPr>
            <a:lvl1pPr algn="ctr">
              <a:defRPr sz="2250" b="1">
                <a:solidFill>
                  <a:srgbClr val="153752"/>
                </a:solidFill>
              </a:defRPr>
            </a:lvl1pPr>
            <a:lvl2pPr algn="ctr">
              <a:defRPr sz="2250" b="1">
                <a:solidFill>
                  <a:srgbClr val="153752"/>
                </a:solidFill>
              </a:defRPr>
            </a:lvl2pPr>
            <a:lvl3pPr algn="ctr">
              <a:defRPr sz="2250" b="1">
                <a:solidFill>
                  <a:srgbClr val="153752"/>
                </a:solidFill>
              </a:defRPr>
            </a:lvl3pPr>
            <a:lvl4pPr algn="ctr">
              <a:defRPr sz="2250" b="1">
                <a:solidFill>
                  <a:srgbClr val="153752"/>
                </a:solidFill>
              </a:defRPr>
            </a:lvl4pPr>
            <a:lvl5pPr algn="ctr">
              <a:defRPr sz="2250" b="1">
                <a:solidFill>
                  <a:srgbClr val="153752"/>
                </a:solidFill>
              </a:defRPr>
            </a:lvl5pPr>
            <a:lvl6pPr algn="ctr">
              <a:defRPr sz="2250" b="1">
                <a:solidFill>
                  <a:srgbClr val="153752"/>
                </a:solidFill>
              </a:defRPr>
            </a:lvl6pPr>
            <a:lvl7pPr algn="ctr">
              <a:defRPr sz="2250" b="1">
                <a:solidFill>
                  <a:srgbClr val="153752"/>
                </a:solidFill>
              </a:defRPr>
            </a:lvl7pPr>
            <a:lvl8pPr algn="ctr">
              <a:defRPr sz="2250" b="1">
                <a:solidFill>
                  <a:srgbClr val="153752"/>
                </a:solidFill>
              </a:defRPr>
            </a:lvl8pPr>
            <a:lvl9pPr algn="ctr">
              <a:defRPr sz="22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3752"/>
                </a:solidFill>
              </a:defRPr>
            </a:pPr>
            <a:r>
              <a:rPr sz="2250" b="1">
                <a:solidFill>
                  <a:srgbClr val="153752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825FC-1434-45CB-8C02-D445504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F6665"/>
                </a:solidFill>
              </a:defRPr>
            </a:defPPr>
            <a:lvl1pPr>
              <a:defRPr sz="1500" b="1">
                <a:solidFill>
                  <a:srgbClr val="DF6665"/>
                </a:solidFill>
              </a:defRPr>
            </a:lvl1pPr>
            <a:lvl2pPr>
              <a:defRPr sz="1500" b="1">
                <a:solidFill>
                  <a:srgbClr val="DF6665"/>
                </a:solidFill>
              </a:defRPr>
            </a:lvl2pPr>
            <a:lvl3pPr>
              <a:defRPr sz="1500" b="1">
                <a:solidFill>
                  <a:srgbClr val="DF6665"/>
                </a:solidFill>
              </a:defRPr>
            </a:lvl3pPr>
            <a:lvl4pPr>
              <a:defRPr sz="1500" b="1">
                <a:solidFill>
                  <a:srgbClr val="DF6665"/>
                </a:solidFill>
              </a:defRPr>
            </a:lvl4pPr>
            <a:lvl5pPr>
              <a:defRPr sz="1500" b="1">
                <a:solidFill>
                  <a:srgbClr val="DF6665"/>
                </a:solidFill>
              </a:defRPr>
            </a:lvl5pPr>
            <a:lvl6pPr>
              <a:defRPr sz="1500" b="1">
                <a:solidFill>
                  <a:srgbClr val="DF6665"/>
                </a:solidFill>
              </a:defRPr>
            </a:lvl6pPr>
            <a:lvl7pPr>
              <a:defRPr sz="1500" b="1">
                <a:solidFill>
                  <a:srgbClr val="DF6665"/>
                </a:solidFill>
              </a:defRPr>
            </a:lvl7pPr>
            <a:lvl8pPr>
              <a:defRPr sz="1500" b="1">
                <a:solidFill>
                  <a:srgbClr val="DF6665"/>
                </a:solidFill>
              </a:defRPr>
            </a:lvl8pPr>
            <a:lvl9pPr>
              <a:defRPr sz="15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DF6665"/>
                </a:solidFill>
              </a:defRPr>
            </a:pPr>
            <a:r>
              <a:rPr sz="1500" b="1">
                <a:solidFill>
                  <a:srgbClr val="DF6665"/>
                </a:solidFill>
              </a:rPr>
              <a:t>score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4D285-94AD-48A2-9585-849EABB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53752"/>
                </a:solidFill>
              </a:defRPr>
            </a:defPPr>
            <a:lvl1pPr algn="ctr">
              <a:defRPr sz="2250" b="1">
                <a:solidFill>
                  <a:srgbClr val="153752"/>
                </a:solidFill>
              </a:defRPr>
            </a:lvl1pPr>
            <a:lvl2pPr algn="ctr">
              <a:defRPr sz="2250" b="1">
                <a:solidFill>
                  <a:srgbClr val="153752"/>
                </a:solidFill>
              </a:defRPr>
            </a:lvl2pPr>
            <a:lvl3pPr algn="ctr">
              <a:defRPr sz="2250" b="1">
                <a:solidFill>
                  <a:srgbClr val="153752"/>
                </a:solidFill>
              </a:defRPr>
            </a:lvl3pPr>
            <a:lvl4pPr algn="ctr">
              <a:defRPr sz="2250" b="1">
                <a:solidFill>
                  <a:srgbClr val="153752"/>
                </a:solidFill>
              </a:defRPr>
            </a:lvl4pPr>
            <a:lvl5pPr algn="ctr">
              <a:defRPr sz="2250" b="1">
                <a:solidFill>
                  <a:srgbClr val="153752"/>
                </a:solidFill>
              </a:defRPr>
            </a:lvl5pPr>
            <a:lvl6pPr algn="ctr">
              <a:defRPr sz="2250" b="1">
                <a:solidFill>
                  <a:srgbClr val="153752"/>
                </a:solidFill>
              </a:defRPr>
            </a:lvl6pPr>
            <a:lvl7pPr algn="ctr">
              <a:defRPr sz="2250" b="1">
                <a:solidFill>
                  <a:srgbClr val="153752"/>
                </a:solidFill>
              </a:defRPr>
            </a:lvl7pPr>
            <a:lvl8pPr algn="ctr">
              <a:defRPr sz="2250" b="1">
                <a:solidFill>
                  <a:srgbClr val="153752"/>
                </a:solidFill>
              </a:defRPr>
            </a:lvl8pPr>
            <a:lvl9pPr algn="ctr">
              <a:defRPr sz="22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3752"/>
                </a:solidFill>
              </a:defRPr>
            </a:pPr>
            <a:r>
              <a:rPr sz="2250" b="1">
                <a:solidFill>
                  <a:srgbClr val="153752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2B7F-BC0C-4B4C-A7E3-72FD4F5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AA446"/>
                </a:solidFill>
              </a:defRPr>
            </a:defPPr>
            <a:lvl1pPr>
              <a:defRPr sz="1500" b="1">
                <a:solidFill>
                  <a:srgbClr val="5AA446"/>
                </a:solidFill>
              </a:defRPr>
            </a:lvl1pPr>
            <a:lvl2pPr>
              <a:defRPr sz="1500" b="1">
                <a:solidFill>
                  <a:srgbClr val="5AA446"/>
                </a:solidFill>
              </a:defRPr>
            </a:lvl2pPr>
            <a:lvl3pPr>
              <a:defRPr sz="1500" b="1">
                <a:solidFill>
                  <a:srgbClr val="5AA446"/>
                </a:solidFill>
              </a:defRPr>
            </a:lvl3pPr>
            <a:lvl4pPr>
              <a:defRPr sz="1500" b="1">
                <a:solidFill>
                  <a:srgbClr val="5AA446"/>
                </a:solidFill>
              </a:defRPr>
            </a:lvl4pPr>
            <a:lvl5pPr>
              <a:defRPr sz="1500" b="1">
                <a:solidFill>
                  <a:srgbClr val="5AA446"/>
                </a:solidFill>
              </a:defRPr>
            </a:lvl5pPr>
            <a:lvl6pPr>
              <a:defRPr sz="1500" b="1">
                <a:solidFill>
                  <a:srgbClr val="5AA446"/>
                </a:solidFill>
              </a:defRPr>
            </a:lvl6pPr>
            <a:lvl7pPr>
              <a:defRPr sz="1500" b="1">
                <a:solidFill>
                  <a:srgbClr val="5AA446"/>
                </a:solidFill>
              </a:defRPr>
            </a:lvl7pPr>
            <a:lvl8pPr>
              <a:defRPr sz="1500" b="1">
                <a:solidFill>
                  <a:srgbClr val="5AA446"/>
                </a:solidFill>
              </a:defRPr>
            </a:lvl8pPr>
            <a:lvl9pPr>
              <a:defRPr sz="150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AA446"/>
                </a:solidFill>
              </a:defRPr>
            </a:pPr>
            <a:r>
              <a:rPr sz="1500" b="1">
                <a:solidFill>
                  <a:srgbClr val="5AA446"/>
                </a:solidFill>
              </a:rPr>
              <a:t>score =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54FAE-DE6D-44FF-95F4-ABE66B5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53752"/>
                </a:solidFill>
              </a:defRPr>
            </a:defPPr>
            <a:lvl1pPr algn="ctr">
              <a:defRPr sz="2250" b="1">
                <a:solidFill>
                  <a:srgbClr val="153752"/>
                </a:solidFill>
              </a:defRPr>
            </a:lvl1pPr>
            <a:lvl2pPr algn="ctr">
              <a:defRPr sz="2250" b="1">
                <a:solidFill>
                  <a:srgbClr val="153752"/>
                </a:solidFill>
              </a:defRPr>
            </a:lvl2pPr>
            <a:lvl3pPr algn="ctr">
              <a:defRPr sz="2250" b="1">
                <a:solidFill>
                  <a:srgbClr val="153752"/>
                </a:solidFill>
              </a:defRPr>
            </a:lvl3pPr>
            <a:lvl4pPr algn="ctr">
              <a:defRPr sz="2250" b="1">
                <a:solidFill>
                  <a:srgbClr val="153752"/>
                </a:solidFill>
              </a:defRPr>
            </a:lvl4pPr>
            <a:lvl5pPr algn="ctr">
              <a:defRPr sz="2250" b="1">
                <a:solidFill>
                  <a:srgbClr val="153752"/>
                </a:solidFill>
              </a:defRPr>
            </a:lvl5pPr>
            <a:lvl6pPr algn="ctr">
              <a:defRPr sz="2250" b="1">
                <a:solidFill>
                  <a:srgbClr val="153752"/>
                </a:solidFill>
              </a:defRPr>
            </a:lvl6pPr>
            <a:lvl7pPr algn="ctr">
              <a:defRPr sz="2250" b="1">
                <a:solidFill>
                  <a:srgbClr val="153752"/>
                </a:solidFill>
              </a:defRPr>
            </a:lvl7pPr>
            <a:lvl8pPr algn="ctr">
              <a:defRPr sz="2250" b="1">
                <a:solidFill>
                  <a:srgbClr val="153752"/>
                </a:solidFill>
              </a:defRPr>
            </a:lvl8pPr>
            <a:lvl9pPr algn="ctr">
              <a:defRPr sz="22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3752"/>
                </a:solidFill>
              </a:defRPr>
            </a:pPr>
            <a:r>
              <a:rPr sz="2250" b="1">
                <a:solidFill>
                  <a:srgbClr val="153752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11AE2-E288-49E3-92B0-8D9502CC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E9197"/>
                </a:solidFill>
              </a:defRPr>
            </a:defPPr>
            <a:lvl1pPr>
              <a:defRPr sz="1500" b="1">
                <a:solidFill>
                  <a:srgbClr val="3E9197"/>
                </a:solidFill>
              </a:defRPr>
            </a:lvl1pPr>
            <a:lvl2pPr>
              <a:defRPr sz="1500" b="1">
                <a:solidFill>
                  <a:srgbClr val="3E9197"/>
                </a:solidFill>
              </a:defRPr>
            </a:lvl2pPr>
            <a:lvl3pPr>
              <a:defRPr sz="1500" b="1">
                <a:solidFill>
                  <a:srgbClr val="3E9197"/>
                </a:solidFill>
              </a:defRPr>
            </a:lvl3pPr>
            <a:lvl4pPr>
              <a:defRPr sz="1500" b="1">
                <a:solidFill>
                  <a:srgbClr val="3E9197"/>
                </a:solidFill>
              </a:defRPr>
            </a:lvl4pPr>
            <a:lvl5pPr>
              <a:defRPr sz="1500" b="1">
                <a:solidFill>
                  <a:srgbClr val="3E9197"/>
                </a:solidFill>
              </a:defRPr>
            </a:lvl5pPr>
            <a:lvl6pPr>
              <a:defRPr sz="1500" b="1">
                <a:solidFill>
                  <a:srgbClr val="3E9197"/>
                </a:solidFill>
              </a:defRPr>
            </a:lvl6pPr>
            <a:lvl7pPr>
              <a:defRPr sz="1500" b="1">
                <a:solidFill>
                  <a:srgbClr val="3E9197"/>
                </a:solidFill>
              </a:defRPr>
            </a:lvl7pPr>
            <a:lvl8pPr>
              <a:defRPr sz="1500" b="1">
                <a:solidFill>
                  <a:srgbClr val="3E9197"/>
                </a:solidFill>
              </a:defRPr>
            </a:lvl8pPr>
            <a:lvl9pPr>
              <a:defRPr sz="1500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E9197"/>
                </a:solidFill>
              </a:defRPr>
            </a:pPr>
            <a:r>
              <a:rPr sz="1500" b="1">
                <a:solidFill>
                  <a:srgbClr val="3E9197"/>
                </a:solidFill>
              </a:rPr>
              <a:t>score =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9B70C-F5D5-4C7F-B77E-0BFEA500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53752"/>
                </a:solidFill>
              </a:defRPr>
            </a:defPPr>
            <a:lvl1pPr algn="ctr">
              <a:defRPr sz="2250" b="1">
                <a:solidFill>
                  <a:srgbClr val="153752"/>
                </a:solidFill>
              </a:defRPr>
            </a:lvl1pPr>
            <a:lvl2pPr algn="ctr">
              <a:defRPr sz="2250" b="1">
                <a:solidFill>
                  <a:srgbClr val="153752"/>
                </a:solidFill>
              </a:defRPr>
            </a:lvl2pPr>
            <a:lvl3pPr algn="ctr">
              <a:defRPr sz="2250" b="1">
                <a:solidFill>
                  <a:srgbClr val="153752"/>
                </a:solidFill>
              </a:defRPr>
            </a:lvl3pPr>
            <a:lvl4pPr algn="ctr">
              <a:defRPr sz="2250" b="1">
                <a:solidFill>
                  <a:srgbClr val="153752"/>
                </a:solidFill>
              </a:defRPr>
            </a:lvl4pPr>
            <a:lvl5pPr algn="ctr">
              <a:defRPr sz="2250" b="1">
                <a:solidFill>
                  <a:srgbClr val="153752"/>
                </a:solidFill>
              </a:defRPr>
            </a:lvl5pPr>
            <a:lvl6pPr algn="ctr">
              <a:defRPr sz="2250" b="1">
                <a:solidFill>
                  <a:srgbClr val="153752"/>
                </a:solidFill>
              </a:defRPr>
            </a:lvl6pPr>
            <a:lvl7pPr algn="ctr">
              <a:defRPr sz="2250" b="1">
                <a:solidFill>
                  <a:srgbClr val="153752"/>
                </a:solidFill>
              </a:defRPr>
            </a:lvl7pPr>
            <a:lvl8pPr algn="ctr">
              <a:defRPr sz="2250" b="1">
                <a:solidFill>
                  <a:srgbClr val="153752"/>
                </a:solidFill>
              </a:defRPr>
            </a:lvl8pPr>
            <a:lvl9pPr algn="ctr">
              <a:defRPr sz="22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3752"/>
                </a:solidFill>
              </a:defRPr>
            </a:pPr>
            <a:r>
              <a:rPr sz="2250" b="1">
                <a:solidFill>
                  <a:srgbClr val="153752"/>
                </a:solidFill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7C841-3050-4E5F-8406-F7F9E525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DF6665"/>
                </a:solidFill>
              </a:defRPr>
            </a:defPPr>
            <a:lvl1pPr algn="ctr">
              <a:defRPr sz="1725" b="1">
                <a:solidFill>
                  <a:srgbClr val="DF6665"/>
                </a:solidFill>
              </a:defRPr>
            </a:lvl1pPr>
            <a:lvl2pPr algn="ctr">
              <a:defRPr sz="1725" b="1">
                <a:solidFill>
                  <a:srgbClr val="DF6665"/>
                </a:solidFill>
              </a:defRPr>
            </a:lvl2pPr>
            <a:lvl3pPr algn="ctr">
              <a:defRPr sz="1725" b="1">
                <a:solidFill>
                  <a:srgbClr val="DF6665"/>
                </a:solidFill>
              </a:defRPr>
            </a:lvl3pPr>
            <a:lvl4pPr algn="ctr">
              <a:defRPr sz="1725" b="1">
                <a:solidFill>
                  <a:srgbClr val="DF6665"/>
                </a:solidFill>
              </a:defRPr>
            </a:lvl4pPr>
            <a:lvl5pPr algn="ctr">
              <a:defRPr sz="1725" b="1">
                <a:solidFill>
                  <a:srgbClr val="DF6665"/>
                </a:solidFill>
              </a:defRPr>
            </a:lvl5pPr>
            <a:lvl6pPr algn="ctr">
              <a:defRPr sz="1725" b="1">
                <a:solidFill>
                  <a:srgbClr val="DF6665"/>
                </a:solidFill>
              </a:defRPr>
            </a:lvl6pPr>
            <a:lvl7pPr algn="ctr">
              <a:defRPr sz="1725" b="1">
                <a:solidFill>
                  <a:srgbClr val="DF6665"/>
                </a:solidFill>
              </a:defRPr>
            </a:lvl7pPr>
            <a:lvl8pPr algn="ctr">
              <a:defRPr sz="1725" b="1">
                <a:solidFill>
                  <a:srgbClr val="DF6665"/>
                </a:solidFill>
              </a:defRPr>
            </a:lvl8pPr>
            <a:lvl9pPr algn="ctr"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The accumulator changes once per iteration.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0F4B9-D960-40DC-B196-54584E71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10:35–10:50 | Lists, loops, and accumulators</a:t>
            </a:r>
          </a:p>
        </p:txBody>
      </p:sp>
    </p:spTree>
    <p:extLst>
      <p:ext uri="{BB962C8B-B14F-4D97-AF65-F5344CB8AC3E}">
        <p14:creationId xmlns:p14="http://schemas.microsoft.com/office/powerpoint/2010/main" val="12754653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6A555-5E58-47AD-8075-B7047D3A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Choosing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BEA58-9560-48D7-A914-BCE6FBE8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The source of repetition guides the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BB348-E515-4EA8-A74F-AF72B7C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225" b="1">
                <a:solidFill>
                  <a:srgbClr val="367D96"/>
                </a:solidFill>
              </a:defRPr>
            </a:defPPr>
            <a:lvl1pPr algn="ctr">
              <a:defRPr sz="3225" b="1">
                <a:solidFill>
                  <a:srgbClr val="367D96"/>
                </a:solidFill>
              </a:defRPr>
            </a:lvl1pPr>
            <a:lvl2pPr algn="ctr">
              <a:defRPr sz="3225" b="1">
                <a:solidFill>
                  <a:srgbClr val="367D96"/>
                </a:solidFill>
              </a:defRPr>
            </a:lvl2pPr>
            <a:lvl3pPr algn="ctr">
              <a:defRPr sz="3225" b="1">
                <a:solidFill>
                  <a:srgbClr val="367D96"/>
                </a:solidFill>
              </a:defRPr>
            </a:lvl3pPr>
            <a:lvl4pPr algn="ctr">
              <a:defRPr sz="3225" b="1">
                <a:solidFill>
                  <a:srgbClr val="367D96"/>
                </a:solidFill>
              </a:defRPr>
            </a:lvl4pPr>
            <a:lvl5pPr algn="ctr">
              <a:defRPr sz="3225" b="1">
                <a:solidFill>
                  <a:srgbClr val="367D96"/>
                </a:solidFill>
              </a:defRPr>
            </a:lvl5pPr>
            <a:lvl6pPr algn="ctr">
              <a:defRPr sz="3225" b="1">
                <a:solidFill>
                  <a:srgbClr val="367D96"/>
                </a:solidFill>
              </a:defRPr>
            </a:lvl6pPr>
            <a:lvl7pPr algn="ctr">
              <a:defRPr sz="3225" b="1">
                <a:solidFill>
                  <a:srgbClr val="367D96"/>
                </a:solidFill>
              </a:defRPr>
            </a:lvl7pPr>
            <a:lvl8pPr algn="ctr">
              <a:defRPr sz="3225" b="1">
                <a:solidFill>
                  <a:srgbClr val="367D96"/>
                </a:solidFill>
              </a:defRPr>
            </a:lvl8pPr>
            <a:lvl9pPr algn="ctr">
              <a:defRPr sz="32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67D96"/>
                </a:solidFill>
              </a:defRPr>
            </a:pPr>
            <a:r>
              <a:rPr sz="3225" b="1">
                <a:solidFill>
                  <a:srgbClr val="367D96"/>
                </a:solidFill>
              </a:rPr>
              <a:t>for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B125-123D-4FCA-8123-B2CB5F88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0">
                <a:solidFill>
                  <a:srgbClr val="17324D"/>
                </a:solidFill>
              </a:defRPr>
            </a:defPPr>
            <a:lvl1pPr algn="ctr">
              <a:defRPr sz="1875" b="0">
                <a:solidFill>
                  <a:srgbClr val="17324D"/>
                </a:solidFill>
              </a:defRPr>
            </a:lvl1pPr>
            <a:lvl2pPr algn="ctr">
              <a:defRPr sz="1875" b="0">
                <a:solidFill>
                  <a:srgbClr val="17324D"/>
                </a:solidFill>
              </a:defRPr>
            </a:lvl2pPr>
            <a:lvl3pPr algn="ctr">
              <a:defRPr sz="1875" b="0">
                <a:solidFill>
                  <a:srgbClr val="17324D"/>
                </a:solidFill>
              </a:defRPr>
            </a:lvl3pPr>
            <a:lvl4pPr algn="ctr">
              <a:defRPr sz="1875" b="0">
                <a:solidFill>
                  <a:srgbClr val="17324D"/>
                </a:solidFill>
              </a:defRPr>
            </a:lvl4pPr>
            <a:lvl5pPr algn="ctr">
              <a:defRPr sz="1875" b="0">
                <a:solidFill>
                  <a:srgbClr val="17324D"/>
                </a:solidFill>
              </a:defRPr>
            </a:lvl5pPr>
            <a:lvl6pPr algn="ctr">
              <a:defRPr sz="1875" b="0">
                <a:solidFill>
                  <a:srgbClr val="17324D"/>
                </a:solidFill>
              </a:defRPr>
            </a:lvl6pPr>
            <a:lvl7pPr algn="ctr">
              <a:defRPr sz="1875" b="0">
                <a:solidFill>
                  <a:srgbClr val="17324D"/>
                </a:solidFill>
              </a:defRPr>
            </a:lvl7pPr>
            <a:lvl8pPr algn="ctr">
              <a:defRPr sz="1875" b="0">
                <a:solidFill>
                  <a:srgbClr val="17324D"/>
                </a:solidFill>
              </a:defRPr>
            </a:lvl8pPr>
            <a:lvl9pPr algn="ctr">
              <a:defRPr sz="18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Process each item in a list</a:t>
            </a:r>
          </a:p>
          <a:p xmlns:a="http://schemas.openxmlformats.org/drawingml/2006/main">
            <a:pPr algn="ctr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Repeat a known number of times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44872-3959-4FD7-81DE-F11765FC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225" b="1">
                <a:solidFill>
                  <a:srgbClr val="3E9197"/>
                </a:solidFill>
              </a:defRPr>
            </a:defPPr>
            <a:lvl1pPr algn="ctr">
              <a:defRPr sz="3225" b="1">
                <a:solidFill>
                  <a:srgbClr val="3E9197"/>
                </a:solidFill>
              </a:defRPr>
            </a:lvl1pPr>
            <a:lvl2pPr algn="ctr">
              <a:defRPr sz="3225" b="1">
                <a:solidFill>
                  <a:srgbClr val="3E9197"/>
                </a:solidFill>
              </a:defRPr>
            </a:lvl2pPr>
            <a:lvl3pPr algn="ctr">
              <a:defRPr sz="3225" b="1">
                <a:solidFill>
                  <a:srgbClr val="3E9197"/>
                </a:solidFill>
              </a:defRPr>
            </a:lvl3pPr>
            <a:lvl4pPr algn="ctr">
              <a:defRPr sz="3225" b="1">
                <a:solidFill>
                  <a:srgbClr val="3E9197"/>
                </a:solidFill>
              </a:defRPr>
            </a:lvl4pPr>
            <a:lvl5pPr algn="ctr">
              <a:defRPr sz="3225" b="1">
                <a:solidFill>
                  <a:srgbClr val="3E9197"/>
                </a:solidFill>
              </a:defRPr>
            </a:lvl5pPr>
            <a:lvl6pPr algn="ctr">
              <a:defRPr sz="3225" b="1">
                <a:solidFill>
                  <a:srgbClr val="3E9197"/>
                </a:solidFill>
              </a:defRPr>
            </a:lvl6pPr>
            <a:lvl7pPr algn="ctr">
              <a:defRPr sz="3225" b="1">
                <a:solidFill>
                  <a:srgbClr val="3E9197"/>
                </a:solidFill>
              </a:defRPr>
            </a:lvl7pPr>
            <a:lvl8pPr algn="ctr">
              <a:defRPr sz="3225" b="1">
                <a:solidFill>
                  <a:srgbClr val="3E9197"/>
                </a:solidFill>
              </a:defRPr>
            </a:lvl8pPr>
            <a:lvl9pPr algn="ctr">
              <a:defRPr sz="32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E9197"/>
                </a:solidFill>
              </a:defRPr>
            </a:pPr>
            <a:r>
              <a:rPr sz="3225" b="1">
                <a:solidFill>
                  <a:srgbClr val="3E9197"/>
                </a:solidFill>
              </a:rPr>
              <a:t>while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20CAD-E437-4A3A-BB5E-529838D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0">
                <a:solidFill>
                  <a:srgbClr val="17324D"/>
                </a:solidFill>
              </a:defRPr>
            </a:defPPr>
            <a:lvl1pPr algn="ctr">
              <a:defRPr sz="1875" b="0">
                <a:solidFill>
                  <a:srgbClr val="17324D"/>
                </a:solidFill>
              </a:defRPr>
            </a:lvl1pPr>
            <a:lvl2pPr algn="ctr">
              <a:defRPr sz="1875" b="0">
                <a:solidFill>
                  <a:srgbClr val="17324D"/>
                </a:solidFill>
              </a:defRPr>
            </a:lvl2pPr>
            <a:lvl3pPr algn="ctr">
              <a:defRPr sz="1875" b="0">
                <a:solidFill>
                  <a:srgbClr val="17324D"/>
                </a:solidFill>
              </a:defRPr>
            </a:lvl3pPr>
            <a:lvl4pPr algn="ctr">
              <a:defRPr sz="1875" b="0">
                <a:solidFill>
                  <a:srgbClr val="17324D"/>
                </a:solidFill>
              </a:defRPr>
            </a:lvl4pPr>
            <a:lvl5pPr algn="ctr">
              <a:defRPr sz="1875" b="0">
                <a:solidFill>
                  <a:srgbClr val="17324D"/>
                </a:solidFill>
              </a:defRPr>
            </a:lvl5pPr>
            <a:lvl6pPr algn="ctr">
              <a:defRPr sz="1875" b="0">
                <a:solidFill>
                  <a:srgbClr val="17324D"/>
                </a:solidFill>
              </a:defRPr>
            </a:lvl6pPr>
            <a:lvl7pPr algn="ctr">
              <a:defRPr sz="1875" b="0">
                <a:solidFill>
                  <a:srgbClr val="17324D"/>
                </a:solidFill>
              </a:defRPr>
            </a:lvl7pPr>
            <a:lvl8pPr algn="ctr">
              <a:defRPr sz="1875" b="0">
                <a:solidFill>
                  <a:srgbClr val="17324D"/>
                </a:solidFill>
              </a:defRPr>
            </a:lvl8pPr>
            <a:lvl9pPr algn="ctr">
              <a:defRPr sz="18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Repeat until a condition changes</a:t>
            </a:r>
          </a:p>
          <a:p xmlns:a="http://schemas.openxmlformats.org/drawingml/2006/main">
            <a:pPr algn="ctr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Keep asking until input is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A63AC-0115-4191-8167-930E73C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DF6665"/>
                </a:solidFill>
              </a:defRPr>
            </a:defPPr>
            <a:lvl1pPr algn="ctr">
              <a:defRPr sz="1950" b="1">
                <a:solidFill>
                  <a:srgbClr val="DF6665"/>
                </a:solidFill>
              </a:defRPr>
            </a:lvl1pPr>
            <a:lvl2pPr algn="ctr">
              <a:defRPr sz="1950" b="1">
                <a:solidFill>
                  <a:srgbClr val="DF6665"/>
                </a:solidFill>
              </a:defRPr>
            </a:lvl2pPr>
            <a:lvl3pPr algn="ctr">
              <a:defRPr sz="1950" b="1">
                <a:solidFill>
                  <a:srgbClr val="DF6665"/>
                </a:solidFill>
              </a:defRPr>
            </a:lvl3pPr>
            <a:lvl4pPr algn="ctr">
              <a:defRPr sz="1950" b="1">
                <a:solidFill>
                  <a:srgbClr val="DF6665"/>
                </a:solidFill>
              </a:defRPr>
            </a:lvl4pPr>
            <a:lvl5pPr algn="ctr">
              <a:defRPr sz="1950" b="1">
                <a:solidFill>
                  <a:srgbClr val="DF6665"/>
                </a:solidFill>
              </a:defRPr>
            </a:lvl5pPr>
            <a:lvl6pPr algn="ctr">
              <a:defRPr sz="1950" b="1">
                <a:solidFill>
                  <a:srgbClr val="DF6665"/>
                </a:solidFill>
              </a:defRPr>
            </a:lvl6pPr>
            <a:lvl7pPr algn="ctr">
              <a:defRPr sz="1950" b="1">
                <a:solidFill>
                  <a:srgbClr val="DF6665"/>
                </a:solidFill>
              </a:defRPr>
            </a:lvl7pPr>
            <a:lvl8pPr algn="ctr">
              <a:defRPr sz="1950" b="1">
                <a:solidFill>
                  <a:srgbClr val="DF6665"/>
                </a:solidFill>
              </a:defRPr>
            </a:lvl8pPr>
            <a:lvl9pPr algn="ctr">
              <a:defRPr sz="195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DF6665"/>
                </a:solidFill>
              </a:defRPr>
            </a:pPr>
            <a:r>
              <a:rPr sz="1950" b="1">
                <a:solidFill>
                  <a:srgbClr val="DF6665"/>
                </a:solidFill>
              </a:rPr>
              <a:t>Which loop fits three scores? Which fits retrying invalid input?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E927E-F66F-4843-B04E-AA3D2176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10:50–11:00 | for and while</a:t>
            </a:r>
          </a:p>
        </p:txBody>
      </p:sp>
    </p:spTree>
    <p:extLst>
      <p:ext uri="{BB962C8B-B14F-4D97-AF65-F5344CB8AC3E}">
        <p14:creationId xmlns:p14="http://schemas.microsoft.com/office/powerpoint/2010/main" val="328327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6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B2053-F0A3-4C63-97A4-7226285B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A return value moves data to the caller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A84A6-812B-4E28-ACD7-6C6BF8A5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Trace argument, parameter, and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802AD-D07F-4D47-9D05-7BBDA96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810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E0E4D-BC14-4CB6-83CE-7B4EFB4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53530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DF4E4"/>
                </a:solidFill>
              </a:defRPr>
            </a:defPPr>
            <a:lvl1pPr>
              <a:defRPr sz="1650" b="0">
                <a:solidFill>
                  <a:srgbClr val="DDF4E4"/>
                </a:solidFill>
              </a:defRPr>
            </a:lvl1pPr>
            <a:lvl2pPr>
              <a:defRPr sz="1650" b="0">
                <a:solidFill>
                  <a:srgbClr val="DDF4E4"/>
                </a:solidFill>
              </a:defRPr>
            </a:lvl2pPr>
            <a:lvl3pPr>
              <a:defRPr sz="1650" b="0">
                <a:solidFill>
                  <a:srgbClr val="DDF4E4"/>
                </a:solidFill>
              </a:defRPr>
            </a:lvl3pPr>
            <a:lvl4pPr>
              <a:defRPr sz="1650" b="0">
                <a:solidFill>
                  <a:srgbClr val="DDF4E4"/>
                </a:solidFill>
              </a:defRPr>
            </a:lvl4pPr>
            <a:lvl5pPr>
              <a:defRPr sz="1650" b="0">
                <a:solidFill>
                  <a:srgbClr val="DDF4E4"/>
                </a:solidFill>
              </a:defRPr>
            </a:lvl5pPr>
            <a:lvl6pPr>
              <a:defRPr sz="1650" b="0">
                <a:solidFill>
                  <a:srgbClr val="DDF4E4"/>
                </a:solidFill>
              </a:defRPr>
            </a:lvl6pPr>
            <a:lvl7pPr>
              <a:defRPr sz="1650" b="0">
                <a:solidFill>
                  <a:srgbClr val="DDF4E4"/>
                </a:solidFill>
              </a:defRPr>
            </a:lvl7pPr>
            <a:lvl8pPr>
              <a:defRPr sz="1650" b="0">
                <a:solidFill>
                  <a:srgbClr val="DDF4E4"/>
                </a:solidFill>
              </a:defRPr>
            </a:lvl8pPr>
            <a:lvl9pPr>
              <a:defRPr sz="1650" b="0">
                <a:solidFill>
                  <a:srgbClr val="DDF4E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def add_bonus(score):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improved = score + 2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    return improved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final_score = add_bonus(6)</a:t>
            </a:r>
          </a:p>
          <a:p xmlns:a="http://schemas.openxmlformats.org/drawingml/2006/main">
            <a:pPr>
              <a:defRPr sz="1650" b="0">
                <a:solidFill>
                  <a:srgbClr val="DDF4E4"/>
                </a:solidFill>
              </a:defRPr>
            </a:pPr>
            <a:r>
              <a:rPr sz="1650" b="0">
                <a:solidFill>
                  <a:srgbClr val="DDF4E4"/>
                </a:solidFill>
              </a:rPr>
              <a:t>print(final_score)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491D9-8DD5-4F30-B04A-9C982A1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F6665"/>
                </a:solidFill>
              </a:defRPr>
            </a:defPPr>
            <a:lvl1pPr>
              <a:defRPr sz="1500" b="1">
                <a:solidFill>
                  <a:srgbClr val="DF6665"/>
                </a:solidFill>
              </a:defRPr>
            </a:lvl1pPr>
            <a:lvl2pPr>
              <a:defRPr sz="1500" b="1">
                <a:solidFill>
                  <a:srgbClr val="DF6665"/>
                </a:solidFill>
              </a:defRPr>
            </a:lvl2pPr>
            <a:lvl3pPr>
              <a:defRPr sz="1500" b="1">
                <a:solidFill>
                  <a:srgbClr val="DF6665"/>
                </a:solidFill>
              </a:defRPr>
            </a:lvl3pPr>
            <a:lvl4pPr>
              <a:defRPr sz="1500" b="1">
                <a:solidFill>
                  <a:srgbClr val="DF6665"/>
                </a:solidFill>
              </a:defRPr>
            </a:lvl4pPr>
            <a:lvl5pPr>
              <a:defRPr sz="1500" b="1">
                <a:solidFill>
                  <a:srgbClr val="DF6665"/>
                </a:solidFill>
              </a:defRPr>
            </a:lvl5pPr>
            <a:lvl6pPr>
              <a:defRPr sz="1500" b="1">
                <a:solidFill>
                  <a:srgbClr val="DF6665"/>
                </a:solidFill>
              </a:defRPr>
            </a:lvl6pPr>
            <a:lvl7pPr>
              <a:defRPr sz="1500" b="1">
                <a:solidFill>
                  <a:srgbClr val="DF6665"/>
                </a:solidFill>
              </a:defRPr>
            </a:lvl7pPr>
            <a:lvl8pPr>
              <a:defRPr sz="1500" b="1">
                <a:solidFill>
                  <a:srgbClr val="DF6665"/>
                </a:solidFill>
              </a:defRPr>
            </a:lvl8pPr>
            <a:lvl9pPr>
              <a:defRPr sz="15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DF6665"/>
                </a:solidFill>
              </a:defRPr>
            </a:pPr>
            <a:r>
              <a:rPr sz="1500" b="1">
                <a:solidFill>
                  <a:srgbClr val="DF6665"/>
                </a:solidFill>
              </a:rPr>
              <a:t>argument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13F60-C968-4D4F-B138-F08A56C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66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08E44-2E0F-4BD7-9A4B-D77089E7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AA446"/>
                </a:solidFill>
              </a:defRPr>
            </a:defPPr>
            <a:lvl1pPr>
              <a:defRPr sz="1500" b="1">
                <a:solidFill>
                  <a:srgbClr val="5AA446"/>
                </a:solidFill>
              </a:defRPr>
            </a:lvl1pPr>
            <a:lvl2pPr>
              <a:defRPr sz="1500" b="1">
                <a:solidFill>
                  <a:srgbClr val="5AA446"/>
                </a:solidFill>
              </a:defRPr>
            </a:lvl2pPr>
            <a:lvl3pPr>
              <a:defRPr sz="1500" b="1">
                <a:solidFill>
                  <a:srgbClr val="5AA446"/>
                </a:solidFill>
              </a:defRPr>
            </a:lvl3pPr>
            <a:lvl4pPr>
              <a:defRPr sz="1500" b="1">
                <a:solidFill>
                  <a:srgbClr val="5AA446"/>
                </a:solidFill>
              </a:defRPr>
            </a:lvl4pPr>
            <a:lvl5pPr>
              <a:defRPr sz="1500" b="1">
                <a:solidFill>
                  <a:srgbClr val="5AA446"/>
                </a:solidFill>
              </a:defRPr>
            </a:lvl5pPr>
            <a:lvl6pPr>
              <a:defRPr sz="1500" b="1">
                <a:solidFill>
                  <a:srgbClr val="5AA446"/>
                </a:solidFill>
              </a:defRPr>
            </a:lvl6pPr>
            <a:lvl7pPr>
              <a:defRPr sz="1500" b="1">
                <a:solidFill>
                  <a:srgbClr val="5AA446"/>
                </a:solidFill>
              </a:defRPr>
            </a:lvl7pPr>
            <a:lvl8pPr>
              <a:defRPr sz="1500" b="1">
                <a:solidFill>
                  <a:srgbClr val="5AA446"/>
                </a:solidFill>
              </a:defRPr>
            </a:lvl8pPr>
            <a:lvl9pPr>
              <a:defRPr sz="150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AA446"/>
                </a:solidFill>
              </a:defRPr>
            </a:pPr>
            <a:r>
              <a:rPr sz="1500" b="1">
                <a:solidFill>
                  <a:srgbClr val="5AA446"/>
                </a:solidFill>
              </a:rPr>
              <a:t>parameter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3CC4C-0E25-4D8F-9716-98E471F9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46750-05E6-461E-B5A6-3E4A091F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90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67D96"/>
                </a:solidFill>
              </a:defRPr>
            </a:defPPr>
            <a:lvl1pPr>
              <a:defRPr sz="1500" b="1">
                <a:solidFill>
                  <a:srgbClr val="367D96"/>
                </a:solidFill>
              </a:defRPr>
            </a:lvl1pPr>
            <a:lvl2pPr>
              <a:defRPr sz="1500" b="1">
                <a:solidFill>
                  <a:srgbClr val="367D96"/>
                </a:solidFill>
              </a:defRPr>
            </a:lvl2pPr>
            <a:lvl3pPr>
              <a:defRPr sz="1500" b="1">
                <a:solidFill>
                  <a:srgbClr val="367D96"/>
                </a:solidFill>
              </a:defRPr>
            </a:lvl3pPr>
            <a:lvl4pPr>
              <a:defRPr sz="1500" b="1">
                <a:solidFill>
                  <a:srgbClr val="367D96"/>
                </a:solidFill>
              </a:defRPr>
            </a:lvl4pPr>
            <a:lvl5pPr>
              <a:defRPr sz="1500" b="1">
                <a:solidFill>
                  <a:srgbClr val="367D96"/>
                </a:solidFill>
              </a:defRPr>
            </a:lvl5pPr>
            <a:lvl6pPr>
              <a:defRPr sz="1500" b="1">
                <a:solidFill>
                  <a:srgbClr val="367D96"/>
                </a:solidFill>
              </a:defRPr>
            </a:lvl6pPr>
            <a:lvl7pPr>
              <a:defRPr sz="1500" b="1">
                <a:solidFill>
                  <a:srgbClr val="367D96"/>
                </a:solidFill>
              </a:defRPr>
            </a:lvl7pPr>
            <a:lvl8pPr>
              <a:defRPr sz="1500" b="1">
                <a:solidFill>
                  <a:srgbClr val="367D96"/>
                </a:solidFill>
              </a:defRPr>
            </a:lvl8pPr>
            <a:lvl9pPr>
              <a:defRPr sz="150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67D96"/>
                </a:solidFill>
              </a:defRPr>
            </a:pPr>
            <a:r>
              <a:rPr sz="1500" b="1">
                <a:solidFill>
                  <a:srgbClr val="367D96"/>
                </a:solidFill>
              </a:rPr>
              <a:t>return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5518F-25D4-454C-8E4D-419C865F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90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</a:defRPr>
            </a:defPPr>
            <a:lvl1pPr>
              <a:defRPr sz="1800" b="0">
                <a:solidFill>
                  <a:srgbClr val="17324D"/>
                </a:solidFill>
              </a:defRPr>
            </a:lvl1pPr>
            <a:lvl2pPr>
              <a:defRPr sz="1800" b="0">
                <a:solidFill>
                  <a:srgbClr val="17324D"/>
                </a:solidFill>
              </a:defRPr>
            </a:lvl2pPr>
            <a:lvl3pPr>
              <a:defRPr sz="1800" b="0">
                <a:solidFill>
                  <a:srgbClr val="17324D"/>
                </a:solidFill>
              </a:defRPr>
            </a:lvl3pPr>
            <a:lvl4pPr>
              <a:defRPr sz="1800" b="0">
                <a:solidFill>
                  <a:srgbClr val="17324D"/>
                </a:solidFill>
              </a:defRPr>
            </a:lvl4pPr>
            <a:lvl5pPr>
              <a:defRPr sz="1800" b="0">
                <a:solidFill>
                  <a:srgbClr val="17324D"/>
                </a:solidFill>
              </a:defRPr>
            </a:lvl5pPr>
            <a:lvl6pPr>
              <a:defRPr sz="1800" b="0">
                <a:solidFill>
                  <a:srgbClr val="17324D"/>
                </a:solidFill>
              </a:defRPr>
            </a:lvl6pPr>
            <a:lvl7pPr>
              <a:defRPr sz="1800" b="0">
                <a:solidFill>
                  <a:srgbClr val="17324D"/>
                </a:solidFill>
              </a:defRPr>
            </a:lvl7pPr>
            <a:lvl8pPr>
              <a:defRPr sz="1800" b="0">
                <a:solidFill>
                  <a:srgbClr val="17324D"/>
                </a:solidFill>
              </a:defRPr>
            </a:lvl8pPr>
            <a:lvl9pPr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5C7F5-C5FC-49A8-893D-6EA41BD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153752"/>
                </a:solidFill>
              </a:defRPr>
            </a:defPPr>
            <a:lvl1pPr algn="ctr">
              <a:defRPr sz="1875" b="1">
                <a:solidFill>
                  <a:srgbClr val="153752"/>
                </a:solidFill>
              </a:defRPr>
            </a:lvl1pPr>
            <a:lvl2pPr algn="ctr">
              <a:defRPr sz="1875" b="1">
                <a:solidFill>
                  <a:srgbClr val="153752"/>
                </a:solidFill>
              </a:defRPr>
            </a:lvl2pPr>
            <a:lvl3pPr algn="ctr">
              <a:defRPr sz="1875" b="1">
                <a:solidFill>
                  <a:srgbClr val="153752"/>
                </a:solidFill>
              </a:defRPr>
            </a:lvl3pPr>
            <a:lvl4pPr algn="ctr">
              <a:defRPr sz="1875" b="1">
                <a:solidFill>
                  <a:srgbClr val="153752"/>
                </a:solidFill>
              </a:defRPr>
            </a:lvl4pPr>
            <a:lvl5pPr algn="ctr">
              <a:defRPr sz="1875" b="1">
                <a:solidFill>
                  <a:srgbClr val="153752"/>
                </a:solidFill>
              </a:defRPr>
            </a:lvl5pPr>
            <a:lvl6pPr algn="ctr">
              <a:defRPr sz="1875" b="1">
                <a:solidFill>
                  <a:srgbClr val="153752"/>
                </a:solidFill>
              </a:defRPr>
            </a:lvl6pPr>
            <a:lvl7pPr algn="ctr">
              <a:defRPr sz="1875" b="1">
                <a:solidFill>
                  <a:srgbClr val="153752"/>
                </a:solidFill>
              </a:defRPr>
            </a:lvl7pPr>
            <a:lvl8pPr algn="ctr">
              <a:defRPr sz="1875" b="1">
                <a:solidFill>
                  <a:srgbClr val="153752"/>
                </a:solidFill>
              </a:defRPr>
            </a:lvl8pPr>
            <a:lvl9pPr algn="ctr">
              <a:defRPr sz="1875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752"/>
                </a:solidFill>
              </a:defRPr>
            </a:pPr>
            <a:r>
              <a:rPr sz="1875" b="1">
                <a:solidFill>
                  <a:srgbClr val="153752"/>
                </a:solidFill>
              </a:rPr>
              <a:t>print displays. return sends a value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EA088-7A7E-4E5B-A15C-A9B74626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11:00–11:10 | Functions and return values</a:t>
            </a:r>
          </a:p>
        </p:txBody>
      </p:sp>
    </p:spTree>
    <p:extLst>
      <p:ext uri="{BB962C8B-B14F-4D97-AF65-F5344CB8AC3E}">
        <p14:creationId xmlns:p14="http://schemas.microsoft.com/office/powerpoint/2010/main" val="772739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ED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E4F7E-977F-4BC1-A5D5-DDB5FA9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Guided repair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A63B8-AE1C-4008-B1A8-E330F1F9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Complete one checkpoint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A483F-3048-4818-B56A-38FF55EC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F6665"/>
                </a:solidFill>
              </a:defRPr>
            </a:defPPr>
            <a:lvl1pPr>
              <a:defRPr sz="1800" b="1">
                <a:solidFill>
                  <a:srgbClr val="DF6665"/>
                </a:solidFill>
              </a:defRPr>
            </a:lvl1pPr>
            <a:lvl2pPr>
              <a:defRPr sz="1800" b="1">
                <a:solidFill>
                  <a:srgbClr val="DF6665"/>
                </a:solidFill>
              </a:defRPr>
            </a:lvl2pPr>
            <a:lvl3pPr>
              <a:defRPr sz="1800" b="1">
                <a:solidFill>
                  <a:srgbClr val="DF6665"/>
                </a:solidFill>
              </a:defRPr>
            </a:lvl3pPr>
            <a:lvl4pPr>
              <a:defRPr sz="1800" b="1">
                <a:solidFill>
                  <a:srgbClr val="DF6665"/>
                </a:solidFill>
              </a:defRPr>
            </a:lvl4pPr>
            <a:lvl5pPr>
              <a:defRPr sz="1800" b="1">
                <a:solidFill>
                  <a:srgbClr val="DF6665"/>
                </a:solidFill>
              </a:defRPr>
            </a:lvl5pPr>
            <a:lvl6pPr>
              <a:defRPr sz="1800" b="1">
                <a:solidFill>
                  <a:srgbClr val="DF6665"/>
                </a:solidFill>
              </a:defRPr>
            </a:lvl6pPr>
            <a:lvl7pPr>
              <a:defRPr sz="1800" b="1">
                <a:solidFill>
                  <a:srgbClr val="DF6665"/>
                </a:solidFill>
              </a:defRPr>
            </a:lvl7pPr>
            <a:lvl8pPr>
              <a:defRPr sz="1800" b="1">
                <a:solidFill>
                  <a:srgbClr val="DF6665"/>
                </a:solidFill>
              </a:defRPr>
            </a:lvl8pPr>
            <a:lvl9pPr>
              <a:defRPr sz="18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DF6665"/>
                </a:solidFill>
              </a:defRPr>
            </a:pPr>
            <a:r>
              <a:rPr sz="1800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72F5F-1B0A-42F2-A22D-9BD52B7E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315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Convert text before arithmetic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0110-0FF5-4C18-93FE-3DF754A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AA446"/>
                </a:solidFill>
              </a:defRPr>
            </a:defPPr>
            <a:lvl1pPr>
              <a:defRPr sz="1800" b="1">
                <a:solidFill>
                  <a:srgbClr val="5AA446"/>
                </a:solidFill>
              </a:defRPr>
            </a:lvl1pPr>
            <a:lvl2pPr>
              <a:defRPr sz="1800" b="1">
                <a:solidFill>
                  <a:srgbClr val="5AA446"/>
                </a:solidFill>
              </a:defRPr>
            </a:lvl2pPr>
            <a:lvl3pPr>
              <a:defRPr sz="1800" b="1">
                <a:solidFill>
                  <a:srgbClr val="5AA446"/>
                </a:solidFill>
              </a:defRPr>
            </a:lvl3pPr>
            <a:lvl4pPr>
              <a:defRPr sz="1800" b="1">
                <a:solidFill>
                  <a:srgbClr val="5AA446"/>
                </a:solidFill>
              </a:defRPr>
            </a:lvl4pPr>
            <a:lvl5pPr>
              <a:defRPr sz="1800" b="1">
                <a:solidFill>
                  <a:srgbClr val="5AA446"/>
                </a:solidFill>
              </a:defRPr>
            </a:lvl5pPr>
            <a:lvl6pPr>
              <a:defRPr sz="1800" b="1">
                <a:solidFill>
                  <a:srgbClr val="5AA446"/>
                </a:solidFill>
              </a:defRPr>
            </a:lvl6pPr>
            <a:lvl7pPr>
              <a:defRPr sz="1800" b="1">
                <a:solidFill>
                  <a:srgbClr val="5AA446"/>
                </a:solidFill>
              </a:defRPr>
            </a:lvl7pPr>
            <a:lvl8pPr>
              <a:defRPr sz="1800" b="1">
                <a:solidFill>
                  <a:srgbClr val="5AA446"/>
                </a:solidFill>
              </a:defRPr>
            </a:lvl8pPr>
            <a:lvl9pPr>
              <a:defRPr sz="180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5AA446"/>
                </a:solidFill>
              </a:defRPr>
            </a:pPr>
            <a:r>
              <a:rPr sz="1800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4CFA-5EAD-422B-BFA2-46A7620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28875"/>
            <a:ext cx="9315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Repair a conditional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DF017-2C92-47DB-B170-CD04DB3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67D96"/>
                </a:solidFill>
              </a:defRPr>
            </a:defPPr>
            <a:lvl1pPr>
              <a:defRPr sz="1800" b="1">
                <a:solidFill>
                  <a:srgbClr val="367D96"/>
                </a:solidFill>
              </a:defRPr>
            </a:lvl1pPr>
            <a:lvl2pPr>
              <a:defRPr sz="1800" b="1">
                <a:solidFill>
                  <a:srgbClr val="367D96"/>
                </a:solidFill>
              </a:defRPr>
            </a:lvl2pPr>
            <a:lvl3pPr>
              <a:defRPr sz="1800" b="1">
                <a:solidFill>
                  <a:srgbClr val="367D96"/>
                </a:solidFill>
              </a:defRPr>
            </a:lvl3pPr>
            <a:lvl4pPr>
              <a:defRPr sz="1800" b="1">
                <a:solidFill>
                  <a:srgbClr val="367D96"/>
                </a:solidFill>
              </a:defRPr>
            </a:lvl4pPr>
            <a:lvl5pPr>
              <a:defRPr sz="1800" b="1">
                <a:solidFill>
                  <a:srgbClr val="367D96"/>
                </a:solidFill>
              </a:defRPr>
            </a:lvl5pPr>
            <a:lvl6pPr>
              <a:defRPr sz="1800" b="1">
                <a:solidFill>
                  <a:srgbClr val="367D96"/>
                </a:solidFill>
              </a:defRPr>
            </a:lvl6pPr>
            <a:lvl7pPr>
              <a:defRPr sz="1800" b="1">
                <a:solidFill>
                  <a:srgbClr val="367D96"/>
                </a:solidFill>
              </a:defRPr>
            </a:lvl7pPr>
            <a:lvl8pPr>
              <a:defRPr sz="1800" b="1">
                <a:solidFill>
                  <a:srgbClr val="367D96"/>
                </a:solidFill>
              </a:defRPr>
            </a:lvl8pPr>
            <a:lvl9pPr>
              <a:defRPr sz="180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67D96"/>
                </a:solidFill>
              </a:defRPr>
            </a:pPr>
            <a:r>
              <a:rPr sz="1800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0C785-1BF1-41E1-A28C-0B4A9CE4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9315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Update an accumulator inside a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0BB9-049D-43D1-84BD-01C5A21E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E9197"/>
                </a:solidFill>
              </a:defRPr>
            </a:defPPr>
            <a:lvl1pPr>
              <a:defRPr sz="1800" b="1">
                <a:solidFill>
                  <a:srgbClr val="3E9197"/>
                </a:solidFill>
              </a:defRPr>
            </a:lvl1pPr>
            <a:lvl2pPr>
              <a:defRPr sz="1800" b="1">
                <a:solidFill>
                  <a:srgbClr val="3E9197"/>
                </a:solidFill>
              </a:defRPr>
            </a:lvl2pPr>
            <a:lvl3pPr>
              <a:defRPr sz="1800" b="1">
                <a:solidFill>
                  <a:srgbClr val="3E9197"/>
                </a:solidFill>
              </a:defRPr>
            </a:lvl3pPr>
            <a:lvl4pPr>
              <a:defRPr sz="1800" b="1">
                <a:solidFill>
                  <a:srgbClr val="3E9197"/>
                </a:solidFill>
              </a:defRPr>
            </a:lvl4pPr>
            <a:lvl5pPr>
              <a:defRPr sz="1800" b="1">
                <a:solidFill>
                  <a:srgbClr val="3E9197"/>
                </a:solidFill>
              </a:defRPr>
            </a:lvl5pPr>
            <a:lvl6pPr>
              <a:defRPr sz="1800" b="1">
                <a:solidFill>
                  <a:srgbClr val="3E9197"/>
                </a:solidFill>
              </a:defRPr>
            </a:lvl6pPr>
            <a:lvl7pPr>
              <a:defRPr sz="1800" b="1">
                <a:solidFill>
                  <a:srgbClr val="3E9197"/>
                </a:solidFill>
              </a:defRPr>
            </a:lvl7pPr>
            <a:lvl8pPr>
              <a:defRPr sz="1800" b="1">
                <a:solidFill>
                  <a:srgbClr val="3E9197"/>
                </a:solidFill>
              </a:defRPr>
            </a:lvl8pPr>
            <a:lvl9pPr>
              <a:defRPr sz="1800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E9197"/>
                </a:solidFill>
              </a:defRPr>
            </a:pPr>
            <a:r>
              <a:rPr sz="1800" b="1">
                <a:solidFill>
                  <a:srgbClr val="3E9197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8D18A-76B4-430E-B53D-2665E32A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9315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</a:defRPr>
            </a:defPPr>
            <a:lvl1pPr>
              <a:defRPr sz="2025" b="0">
                <a:solidFill>
                  <a:srgbClr val="17324D"/>
                </a:solidFill>
              </a:defRPr>
            </a:lvl1pPr>
            <a:lvl2pPr>
              <a:defRPr sz="2025" b="0">
                <a:solidFill>
                  <a:srgbClr val="17324D"/>
                </a:solidFill>
              </a:defRPr>
            </a:lvl2pPr>
            <a:lvl3pPr>
              <a:defRPr sz="2025" b="0">
                <a:solidFill>
                  <a:srgbClr val="17324D"/>
                </a:solidFill>
              </a:defRPr>
            </a:lvl3pPr>
            <a:lvl4pPr>
              <a:defRPr sz="2025" b="0">
                <a:solidFill>
                  <a:srgbClr val="17324D"/>
                </a:solidFill>
              </a:defRPr>
            </a:lvl4pPr>
            <a:lvl5pPr>
              <a:defRPr sz="2025" b="0">
                <a:solidFill>
                  <a:srgbClr val="17324D"/>
                </a:solidFill>
              </a:defRPr>
            </a:lvl5pPr>
            <a:lvl6pPr>
              <a:defRPr sz="2025" b="0">
                <a:solidFill>
                  <a:srgbClr val="17324D"/>
                </a:solidFill>
              </a:defRPr>
            </a:lvl6pPr>
            <a:lvl7pPr>
              <a:defRPr sz="2025" b="0">
                <a:solidFill>
                  <a:srgbClr val="17324D"/>
                </a:solidFill>
              </a:defRPr>
            </a:lvl7pPr>
            <a:lvl8pPr>
              <a:defRPr sz="2025" b="0">
                <a:solidFill>
                  <a:srgbClr val="17324D"/>
                </a:solidFill>
              </a:defRPr>
            </a:lvl8pPr>
            <a:lvl9pPr>
              <a:defRPr sz="20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</a:defRPr>
            </a:pPr>
            <a:r>
              <a:rPr sz="2025" b="0">
                <a:solidFill>
                  <a:srgbClr val="17324D"/>
                </a:solidFill>
              </a:rPr>
              <a:t>Return a result from a function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4ACA8-9ABE-490D-90AE-A1931D2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F6665"/>
                </a:solidFill>
              </a:defRPr>
            </a:defPPr>
            <a:lvl1pPr algn="ctr">
              <a:defRPr sz="1875" b="1">
                <a:solidFill>
                  <a:srgbClr val="DF6665"/>
                </a:solidFill>
              </a:defRPr>
            </a:lvl1pPr>
            <a:lvl2pPr algn="ctr">
              <a:defRPr sz="1875" b="1">
                <a:solidFill>
                  <a:srgbClr val="DF6665"/>
                </a:solidFill>
              </a:defRPr>
            </a:lvl2pPr>
            <a:lvl3pPr algn="ctr">
              <a:defRPr sz="1875" b="1">
                <a:solidFill>
                  <a:srgbClr val="DF6665"/>
                </a:solidFill>
              </a:defRPr>
            </a:lvl3pPr>
            <a:lvl4pPr algn="ctr">
              <a:defRPr sz="1875" b="1">
                <a:solidFill>
                  <a:srgbClr val="DF6665"/>
                </a:solidFill>
              </a:defRPr>
            </a:lvl4pPr>
            <a:lvl5pPr algn="ctr">
              <a:defRPr sz="1875" b="1">
                <a:solidFill>
                  <a:srgbClr val="DF6665"/>
                </a:solidFill>
              </a:defRPr>
            </a:lvl5pPr>
            <a:lvl6pPr algn="ctr">
              <a:defRPr sz="1875" b="1">
                <a:solidFill>
                  <a:srgbClr val="DF6665"/>
                </a:solidFill>
              </a:defRPr>
            </a:lvl6pPr>
            <a:lvl7pPr algn="ctr">
              <a:defRPr sz="1875" b="1">
                <a:solidFill>
                  <a:srgbClr val="DF6665"/>
                </a:solidFill>
              </a:defRPr>
            </a:lvl7pPr>
            <a:lvl8pPr algn="ctr">
              <a:defRPr sz="1875" b="1">
                <a:solidFill>
                  <a:srgbClr val="DF6665"/>
                </a:solidFill>
              </a:defRPr>
            </a:lvl8pPr>
            <a:lvl9pPr algn="ctr">
              <a:defRPr sz="187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F6665"/>
                </a:solidFill>
              </a:defRPr>
            </a:pPr>
            <a:r>
              <a:rPr sz="1875" b="1">
                <a:solidFill>
                  <a:srgbClr val="DF6665"/>
                </a:solidFill>
              </a:rPr>
              <a:t>Stop after each repair. Compare traces with a partner.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99655-34CA-490A-A436-298C7C39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11:10–11:20 | Guided lab checkpoints</a:t>
            </a:r>
          </a:p>
        </p:txBody>
      </p:sp>
    </p:spTree>
    <p:extLst>
      <p:ext uri="{BB962C8B-B14F-4D97-AF65-F5344CB8AC3E}">
        <p14:creationId xmlns:p14="http://schemas.microsoft.com/office/powerpoint/2010/main" val="16129294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F66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A6868-20DB-49F1-A137-25F2622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FFFFF"/>
                </a:solidFill>
              </a:defRPr>
            </a:defPPr>
            <a:lvl1pPr>
              <a:defRPr sz="3975" b="1">
                <a:solidFill>
                  <a:srgbClr val="FFFFFF"/>
                </a:solidFill>
              </a:defRPr>
            </a:lvl1pPr>
            <a:lvl2pPr>
              <a:defRPr sz="3975" b="1">
                <a:solidFill>
                  <a:srgbClr val="FFFFFF"/>
                </a:solidFill>
              </a:defRPr>
            </a:lvl2pPr>
            <a:lvl3pPr>
              <a:defRPr sz="3975" b="1">
                <a:solidFill>
                  <a:srgbClr val="FFFFFF"/>
                </a:solidFill>
              </a:defRPr>
            </a:lvl3pPr>
            <a:lvl4pPr>
              <a:defRPr sz="3975" b="1">
                <a:solidFill>
                  <a:srgbClr val="FFFFFF"/>
                </a:solidFill>
              </a:defRPr>
            </a:lvl4pPr>
            <a:lvl5pPr>
              <a:defRPr sz="3975" b="1">
                <a:solidFill>
                  <a:srgbClr val="FFFFFF"/>
                </a:solidFill>
              </a:defRPr>
            </a:lvl5pPr>
            <a:lvl6pPr>
              <a:defRPr sz="3975" b="1">
                <a:solidFill>
                  <a:srgbClr val="FFFFFF"/>
                </a:solidFill>
              </a:defRPr>
            </a:lvl6pPr>
            <a:lvl7pPr>
              <a:defRPr sz="3975" b="1">
                <a:solidFill>
                  <a:srgbClr val="FFFFFF"/>
                </a:solidFill>
              </a:defRPr>
            </a:lvl7pPr>
            <a:lvl8pPr>
              <a:defRPr sz="3975" b="1">
                <a:solidFill>
                  <a:srgbClr val="FFFFFF"/>
                </a:solidFill>
              </a:defRPr>
            </a:lvl8pPr>
            <a:lvl9pPr>
              <a:defRPr sz="3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D03EF-07C3-4FF6-A90A-E1CCA54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Return at 11:30</a:t>
            </a:r>
          </a:p>
        </p:txBody>
      </p:sp>
    </p:spTree>
    <p:extLst>
      <p:ext uri="{BB962C8B-B14F-4D97-AF65-F5344CB8AC3E}">
        <p14:creationId xmlns:p14="http://schemas.microsoft.com/office/powerpoint/2010/main" val="20367434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7B936-487B-4554-BB36-28BB4403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Where the notebook code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DEDD2-A73F-4591-B29A-CDB58B23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The browser controls a remote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E4A42-BC83-401E-B1DA-5FB97003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367D9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D6366-1C0F-48AF-BD58-784429A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367D96"/>
                </a:solidFill>
              </a:defRPr>
            </a:defPPr>
            <a:lvl1pPr algn="ctr">
              <a:defRPr sz="1425" b="1">
                <a:solidFill>
                  <a:srgbClr val="367D96"/>
                </a:solidFill>
              </a:defRPr>
            </a:lvl1pPr>
            <a:lvl2pPr algn="ctr">
              <a:defRPr sz="1425" b="1">
                <a:solidFill>
                  <a:srgbClr val="367D96"/>
                </a:solidFill>
              </a:defRPr>
            </a:lvl2pPr>
            <a:lvl3pPr algn="ctr">
              <a:defRPr sz="1425" b="1">
                <a:solidFill>
                  <a:srgbClr val="367D96"/>
                </a:solidFill>
              </a:defRPr>
            </a:lvl3pPr>
            <a:lvl4pPr algn="ctr">
              <a:defRPr sz="1425" b="1">
                <a:solidFill>
                  <a:srgbClr val="367D96"/>
                </a:solidFill>
              </a:defRPr>
            </a:lvl4pPr>
            <a:lvl5pPr algn="ctr">
              <a:defRPr sz="1425" b="1">
                <a:solidFill>
                  <a:srgbClr val="367D96"/>
                </a:solidFill>
              </a:defRPr>
            </a:lvl5pPr>
            <a:lvl6pPr algn="ctr">
              <a:defRPr sz="1425" b="1">
                <a:solidFill>
                  <a:srgbClr val="367D96"/>
                </a:solidFill>
              </a:defRPr>
            </a:lvl6pPr>
            <a:lvl7pPr algn="ctr">
              <a:defRPr sz="1425" b="1">
                <a:solidFill>
                  <a:srgbClr val="367D96"/>
                </a:solidFill>
              </a:defRPr>
            </a:lvl7pPr>
            <a:lvl8pPr algn="ctr">
              <a:defRPr sz="1425" b="1">
                <a:solidFill>
                  <a:srgbClr val="367D96"/>
                </a:solidFill>
              </a:defRPr>
            </a:lvl8pPr>
            <a:lvl9pPr algn="ctr">
              <a:defRPr sz="14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367D96"/>
                </a:solidFill>
              </a:defRPr>
            </a:pPr>
            <a:r>
              <a:rPr sz="1425" b="1">
                <a:solidFill>
                  <a:srgbClr val="367D96"/>
                </a:solidFill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2B93B-02BF-4669-A2B8-9FA2BBC4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0">
                <a:solidFill>
                  <a:srgbClr val="17324D"/>
                </a:solidFill>
              </a:defRPr>
            </a:defPPr>
            <a:lvl1pPr algn="ctr">
              <a:defRPr sz="1725" b="0">
                <a:solidFill>
                  <a:srgbClr val="17324D"/>
                </a:solidFill>
              </a:defRPr>
            </a:lvl1pPr>
            <a:lvl2pPr algn="ctr">
              <a:defRPr sz="1725" b="0">
                <a:solidFill>
                  <a:srgbClr val="17324D"/>
                </a:solidFill>
              </a:defRPr>
            </a:lvl2pPr>
            <a:lvl3pPr algn="ctr">
              <a:defRPr sz="1725" b="0">
                <a:solidFill>
                  <a:srgbClr val="17324D"/>
                </a:solidFill>
              </a:defRPr>
            </a:lvl3pPr>
            <a:lvl4pPr algn="ctr">
              <a:defRPr sz="1725" b="0">
                <a:solidFill>
                  <a:srgbClr val="17324D"/>
                </a:solidFill>
              </a:defRPr>
            </a:lvl4pPr>
            <a:lvl5pPr algn="ctr">
              <a:defRPr sz="1725" b="0">
                <a:solidFill>
                  <a:srgbClr val="17324D"/>
                </a:solidFill>
              </a:defRPr>
            </a:lvl5pPr>
            <a:lvl6pPr algn="ctr">
              <a:defRPr sz="1725" b="0">
                <a:solidFill>
                  <a:srgbClr val="17324D"/>
                </a:solidFill>
              </a:defRPr>
            </a:lvl6pPr>
            <a:lvl7pPr algn="ctr">
              <a:defRPr sz="1725" b="0">
                <a:solidFill>
                  <a:srgbClr val="17324D"/>
                </a:solidFill>
              </a:defRPr>
            </a:lvl7pPr>
            <a:lvl8pPr algn="ctr">
              <a:defRPr sz="1725" b="0">
                <a:solidFill>
                  <a:srgbClr val="17324D"/>
                </a:solidFill>
              </a:defRPr>
            </a:lvl8pPr>
            <a:lvl9pPr algn="ctr">
              <a:defRPr sz="17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Write and run cells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D078-7DDE-4569-9988-2A312C30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6EA"/>
          </a:solidFill>
          <a:ln xmlns:a="http://schemas.openxmlformats.org/drawingml/2006/main" w="9525">
            <a:solidFill>
              <a:srgbClr val="5AA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0D0E8-3886-4180-968C-3262A79F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5AA446"/>
                </a:solidFill>
              </a:defRPr>
            </a:defPPr>
            <a:lvl1pPr algn="ctr">
              <a:defRPr sz="1425" b="1">
                <a:solidFill>
                  <a:srgbClr val="5AA446"/>
                </a:solidFill>
              </a:defRPr>
            </a:lvl1pPr>
            <a:lvl2pPr algn="ctr">
              <a:defRPr sz="1425" b="1">
                <a:solidFill>
                  <a:srgbClr val="5AA446"/>
                </a:solidFill>
              </a:defRPr>
            </a:lvl2pPr>
            <a:lvl3pPr algn="ctr">
              <a:defRPr sz="1425" b="1">
                <a:solidFill>
                  <a:srgbClr val="5AA446"/>
                </a:solidFill>
              </a:defRPr>
            </a:lvl3pPr>
            <a:lvl4pPr algn="ctr">
              <a:defRPr sz="1425" b="1">
                <a:solidFill>
                  <a:srgbClr val="5AA446"/>
                </a:solidFill>
              </a:defRPr>
            </a:lvl4pPr>
            <a:lvl5pPr algn="ctr">
              <a:defRPr sz="1425" b="1">
                <a:solidFill>
                  <a:srgbClr val="5AA446"/>
                </a:solidFill>
              </a:defRPr>
            </a:lvl5pPr>
            <a:lvl6pPr algn="ctr">
              <a:defRPr sz="1425" b="1">
                <a:solidFill>
                  <a:srgbClr val="5AA446"/>
                </a:solidFill>
              </a:defRPr>
            </a:lvl6pPr>
            <a:lvl7pPr algn="ctr">
              <a:defRPr sz="1425" b="1">
                <a:solidFill>
                  <a:srgbClr val="5AA446"/>
                </a:solidFill>
              </a:defRPr>
            </a:lvl7pPr>
            <a:lvl8pPr algn="ctr">
              <a:defRPr sz="1425" b="1">
                <a:solidFill>
                  <a:srgbClr val="5AA446"/>
                </a:solidFill>
              </a:defRPr>
            </a:lvl8pPr>
            <a:lvl9pPr algn="ctr"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F2F15-CCA6-40A8-B909-AB6B4FC0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0375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0">
                <a:solidFill>
                  <a:srgbClr val="17324D"/>
                </a:solidFill>
              </a:defRPr>
            </a:defPPr>
            <a:lvl1pPr algn="ctr">
              <a:defRPr sz="1725" b="0">
                <a:solidFill>
                  <a:srgbClr val="17324D"/>
                </a:solidFill>
              </a:defRPr>
            </a:lvl1pPr>
            <a:lvl2pPr algn="ctr">
              <a:defRPr sz="1725" b="0">
                <a:solidFill>
                  <a:srgbClr val="17324D"/>
                </a:solidFill>
              </a:defRPr>
            </a:lvl2pPr>
            <a:lvl3pPr algn="ctr">
              <a:defRPr sz="1725" b="0">
                <a:solidFill>
                  <a:srgbClr val="17324D"/>
                </a:solidFill>
              </a:defRPr>
            </a:lvl3pPr>
            <a:lvl4pPr algn="ctr">
              <a:defRPr sz="1725" b="0">
                <a:solidFill>
                  <a:srgbClr val="17324D"/>
                </a:solidFill>
              </a:defRPr>
            </a:lvl4pPr>
            <a:lvl5pPr algn="ctr">
              <a:defRPr sz="1725" b="0">
                <a:solidFill>
                  <a:srgbClr val="17324D"/>
                </a:solidFill>
              </a:defRPr>
            </a:lvl5pPr>
            <a:lvl6pPr algn="ctr">
              <a:defRPr sz="1725" b="0">
                <a:solidFill>
                  <a:srgbClr val="17324D"/>
                </a:solidFill>
              </a:defRPr>
            </a:lvl6pPr>
            <a:lvl7pPr algn="ctr">
              <a:defRPr sz="1725" b="0">
                <a:solidFill>
                  <a:srgbClr val="17324D"/>
                </a:solidFill>
              </a:defRPr>
            </a:lvl7pPr>
            <a:lvl8pPr algn="ctr">
              <a:defRPr sz="1725" b="0">
                <a:solidFill>
                  <a:srgbClr val="17324D"/>
                </a:solidFill>
              </a:defRPr>
            </a:lvl8pPr>
            <a:lvl9pPr algn="ctr">
              <a:defRPr sz="17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Carries requests and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404C7-D485-4925-8A5C-BA16131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DF66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EDE71-9407-4DDB-A77D-33C19FC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33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DF6665"/>
                </a:solidFill>
              </a:defRPr>
            </a:defPPr>
            <a:lvl1pPr algn="ctr">
              <a:defRPr sz="1425" b="1">
                <a:solidFill>
                  <a:srgbClr val="DF6665"/>
                </a:solidFill>
              </a:defRPr>
            </a:lvl1pPr>
            <a:lvl2pPr algn="ctr">
              <a:defRPr sz="1425" b="1">
                <a:solidFill>
                  <a:srgbClr val="DF6665"/>
                </a:solidFill>
              </a:defRPr>
            </a:lvl2pPr>
            <a:lvl3pPr algn="ctr">
              <a:defRPr sz="1425" b="1">
                <a:solidFill>
                  <a:srgbClr val="DF6665"/>
                </a:solidFill>
              </a:defRPr>
            </a:lvl3pPr>
            <a:lvl4pPr algn="ctr">
              <a:defRPr sz="1425" b="1">
                <a:solidFill>
                  <a:srgbClr val="DF6665"/>
                </a:solidFill>
              </a:defRPr>
            </a:lvl4pPr>
            <a:lvl5pPr algn="ctr">
              <a:defRPr sz="1425" b="1">
                <a:solidFill>
                  <a:srgbClr val="DF6665"/>
                </a:solidFill>
              </a:defRPr>
            </a:lvl5pPr>
            <a:lvl6pPr algn="ctr">
              <a:defRPr sz="1425" b="1">
                <a:solidFill>
                  <a:srgbClr val="DF6665"/>
                </a:solidFill>
              </a:defRPr>
            </a:lvl6pPr>
            <a:lvl7pPr algn="ctr">
              <a:defRPr sz="1425" b="1">
                <a:solidFill>
                  <a:srgbClr val="DF6665"/>
                </a:solidFill>
              </a:defRPr>
            </a:lvl7pPr>
            <a:lvl8pPr algn="ctr">
              <a:defRPr sz="1425" b="1">
                <a:solidFill>
                  <a:srgbClr val="DF6665"/>
                </a:solidFill>
              </a:defRPr>
            </a:lvl8pPr>
            <a:lvl9pPr algn="ctr"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REMOTE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9225B-7A14-4619-A102-EDA4D21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0">
                <a:solidFill>
                  <a:srgbClr val="17324D"/>
                </a:solidFill>
              </a:defRPr>
            </a:defPPr>
            <a:lvl1pPr algn="ctr">
              <a:defRPr sz="1725" b="0">
                <a:solidFill>
                  <a:srgbClr val="17324D"/>
                </a:solidFill>
              </a:defRPr>
            </a:lvl1pPr>
            <a:lvl2pPr algn="ctr">
              <a:defRPr sz="1725" b="0">
                <a:solidFill>
                  <a:srgbClr val="17324D"/>
                </a:solidFill>
              </a:defRPr>
            </a:lvl2pPr>
            <a:lvl3pPr algn="ctr">
              <a:defRPr sz="1725" b="0">
                <a:solidFill>
                  <a:srgbClr val="17324D"/>
                </a:solidFill>
              </a:defRPr>
            </a:lvl3pPr>
            <a:lvl4pPr algn="ctr">
              <a:defRPr sz="1725" b="0">
                <a:solidFill>
                  <a:srgbClr val="17324D"/>
                </a:solidFill>
              </a:defRPr>
            </a:lvl4pPr>
            <a:lvl5pPr algn="ctr">
              <a:defRPr sz="1725" b="0">
                <a:solidFill>
                  <a:srgbClr val="17324D"/>
                </a:solidFill>
              </a:defRPr>
            </a:lvl5pPr>
            <a:lvl6pPr algn="ctr">
              <a:defRPr sz="1725" b="0">
                <a:solidFill>
                  <a:srgbClr val="17324D"/>
                </a:solidFill>
              </a:defRPr>
            </a:lvl6pPr>
            <a:lvl7pPr algn="ctr">
              <a:defRPr sz="1725" b="0">
                <a:solidFill>
                  <a:srgbClr val="17324D"/>
                </a:solidFill>
              </a:defRPr>
            </a:lvl7pPr>
            <a:lvl8pPr algn="ctr">
              <a:defRPr sz="1725" b="0">
                <a:solidFill>
                  <a:srgbClr val="17324D"/>
                </a:solidFill>
              </a:defRPr>
            </a:lvl8pPr>
            <a:lvl9pPr algn="ctr">
              <a:defRPr sz="172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Executes 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828E3-D466-44F2-99AE-36D0C50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6667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3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4417B-DA48-43C4-89BF-4D771183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6667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3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5E7F1-97BD-4797-A5CD-273B7442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153752"/>
                </a:solidFill>
              </a:defRPr>
            </a:defPPr>
            <a:lvl1pPr algn="ctr">
              <a:defRPr sz="1950" b="1">
                <a:solidFill>
                  <a:srgbClr val="153752"/>
                </a:solidFill>
              </a:defRPr>
            </a:lvl1pPr>
            <a:lvl2pPr algn="ctr">
              <a:defRPr sz="1950" b="1">
                <a:solidFill>
                  <a:srgbClr val="153752"/>
                </a:solidFill>
              </a:defRPr>
            </a:lvl2pPr>
            <a:lvl3pPr algn="ctr">
              <a:defRPr sz="1950" b="1">
                <a:solidFill>
                  <a:srgbClr val="153752"/>
                </a:solidFill>
              </a:defRPr>
            </a:lvl3pPr>
            <a:lvl4pPr algn="ctr">
              <a:defRPr sz="1950" b="1">
                <a:solidFill>
                  <a:srgbClr val="153752"/>
                </a:solidFill>
              </a:defRPr>
            </a:lvl4pPr>
            <a:lvl5pPr algn="ctr">
              <a:defRPr sz="1950" b="1">
                <a:solidFill>
                  <a:srgbClr val="153752"/>
                </a:solidFill>
              </a:defRPr>
            </a:lvl5pPr>
            <a:lvl6pPr algn="ctr">
              <a:defRPr sz="1950" b="1">
                <a:solidFill>
                  <a:srgbClr val="153752"/>
                </a:solidFill>
              </a:defRPr>
            </a:lvl6pPr>
            <a:lvl7pPr algn="ctr">
              <a:defRPr sz="1950" b="1">
                <a:solidFill>
                  <a:srgbClr val="153752"/>
                </a:solidFill>
              </a:defRPr>
            </a:lvl7pPr>
            <a:lvl8pPr algn="ctr">
              <a:defRPr sz="1950" b="1">
                <a:solidFill>
                  <a:srgbClr val="153752"/>
                </a:solidFill>
              </a:defRPr>
            </a:lvl8pPr>
            <a:lvl9pPr algn="ctr">
              <a:defRPr sz="19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752"/>
                </a:solidFill>
              </a:defRPr>
            </a:pPr>
            <a:r>
              <a:rPr sz="1950" b="1">
                <a:solidFill>
                  <a:srgbClr val="153752"/>
                </a:solidFill>
              </a:rPr>
              <a:t>Saving the notebook and keeping runtime files are different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AA784-9738-43C7-ADAF-E0BC9A9B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11:30–11:38 | Client, network, and runtime</a:t>
            </a:r>
          </a:p>
        </p:txBody>
      </p:sp>
    </p:spTree>
    <p:extLst>
      <p:ext uri="{BB962C8B-B14F-4D97-AF65-F5344CB8AC3E}">
        <p14:creationId xmlns:p14="http://schemas.microsoft.com/office/powerpoint/2010/main" val="2583970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537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7CB23-AA06-4F48-A23F-8ED4AC7D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Cloud computing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C1CA1-329F-48CF-8B18-8E2E2A49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3A7A1"/>
                </a:solidFill>
              </a:defRPr>
            </a:defPPr>
            <a:lvl1pPr>
              <a:defRPr sz="1500" b="1">
                <a:solidFill>
                  <a:srgbClr val="F3A7A1"/>
                </a:solidFill>
              </a:defRPr>
            </a:lvl1pPr>
            <a:lvl2pPr>
              <a:defRPr sz="1500" b="1">
                <a:solidFill>
                  <a:srgbClr val="F3A7A1"/>
                </a:solidFill>
              </a:defRPr>
            </a:lvl2pPr>
            <a:lvl3pPr>
              <a:defRPr sz="1500" b="1">
                <a:solidFill>
                  <a:srgbClr val="F3A7A1"/>
                </a:solidFill>
              </a:defRPr>
            </a:lvl3pPr>
            <a:lvl4pPr>
              <a:defRPr sz="1500" b="1">
                <a:solidFill>
                  <a:srgbClr val="F3A7A1"/>
                </a:solidFill>
              </a:defRPr>
            </a:lvl4pPr>
            <a:lvl5pPr>
              <a:defRPr sz="1500" b="1">
                <a:solidFill>
                  <a:srgbClr val="F3A7A1"/>
                </a:solidFill>
              </a:defRPr>
            </a:lvl5pPr>
            <a:lvl6pPr>
              <a:defRPr sz="1500" b="1">
                <a:solidFill>
                  <a:srgbClr val="F3A7A1"/>
                </a:solidFill>
              </a:defRPr>
            </a:lvl6pPr>
            <a:lvl7pPr>
              <a:defRPr sz="1500" b="1">
                <a:solidFill>
                  <a:srgbClr val="F3A7A1"/>
                </a:solidFill>
              </a:defRPr>
            </a:lvl7pPr>
            <a:lvl8pPr>
              <a:defRPr sz="1500" b="1">
                <a:solidFill>
                  <a:srgbClr val="F3A7A1"/>
                </a:solidFill>
              </a:defRPr>
            </a:lvl8pPr>
            <a:lvl9pPr>
              <a:defRPr sz="1500" b="1">
                <a:solidFill>
                  <a:srgbClr val="F3A7A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3A7A1"/>
                </a:solidFill>
              </a:defRPr>
            </a:pPr>
            <a:r>
              <a:rPr sz="1500" b="1">
                <a:solidFill>
                  <a:srgbClr val="F3A7A1"/>
                </a:solidFill>
              </a:rPr>
              <a:t>COMPUTE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C305F-BEDD-4C21-B462-1E208DAB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CPU and memory run programs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6B910-C279-4F38-A430-00C58D63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9BD38D"/>
                </a:solidFill>
              </a:defRPr>
            </a:defPPr>
            <a:lvl1pPr>
              <a:defRPr sz="1500" b="1">
                <a:solidFill>
                  <a:srgbClr val="9BD38D"/>
                </a:solidFill>
              </a:defRPr>
            </a:lvl1pPr>
            <a:lvl2pPr>
              <a:defRPr sz="1500" b="1">
                <a:solidFill>
                  <a:srgbClr val="9BD38D"/>
                </a:solidFill>
              </a:defRPr>
            </a:lvl2pPr>
            <a:lvl3pPr>
              <a:defRPr sz="1500" b="1">
                <a:solidFill>
                  <a:srgbClr val="9BD38D"/>
                </a:solidFill>
              </a:defRPr>
            </a:lvl3pPr>
            <a:lvl4pPr>
              <a:defRPr sz="1500" b="1">
                <a:solidFill>
                  <a:srgbClr val="9BD38D"/>
                </a:solidFill>
              </a:defRPr>
            </a:lvl4pPr>
            <a:lvl5pPr>
              <a:defRPr sz="1500" b="1">
                <a:solidFill>
                  <a:srgbClr val="9BD38D"/>
                </a:solidFill>
              </a:defRPr>
            </a:lvl5pPr>
            <a:lvl6pPr>
              <a:defRPr sz="1500" b="1">
                <a:solidFill>
                  <a:srgbClr val="9BD38D"/>
                </a:solidFill>
              </a:defRPr>
            </a:lvl6pPr>
            <a:lvl7pPr>
              <a:defRPr sz="1500" b="1">
                <a:solidFill>
                  <a:srgbClr val="9BD38D"/>
                </a:solidFill>
              </a:defRPr>
            </a:lvl7pPr>
            <a:lvl8pPr>
              <a:defRPr sz="1500" b="1">
                <a:solidFill>
                  <a:srgbClr val="9BD38D"/>
                </a:solidFill>
              </a:defRPr>
            </a:lvl8pPr>
            <a:lvl9pPr>
              <a:defRPr sz="1500" b="1">
                <a:solidFill>
                  <a:srgbClr val="9BD38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9BD38D"/>
                </a:solidFill>
              </a:defRPr>
            </a:pPr>
            <a:r>
              <a:rPr sz="1500" b="1">
                <a:solidFill>
                  <a:srgbClr val="9BD38D"/>
                </a:solidFill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511DF-146A-4E95-A781-7A52416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Keeps notebooks and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AA7CD-7183-4EEF-8A26-FD8E2EB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9BD3D6"/>
                </a:solidFill>
              </a:defRPr>
            </a:defPPr>
            <a:lvl1pPr>
              <a:defRPr sz="1500" b="1">
                <a:solidFill>
                  <a:srgbClr val="9BD3D6"/>
                </a:solidFill>
              </a:defRPr>
            </a:lvl1pPr>
            <a:lvl2pPr>
              <a:defRPr sz="1500" b="1">
                <a:solidFill>
                  <a:srgbClr val="9BD3D6"/>
                </a:solidFill>
              </a:defRPr>
            </a:lvl2pPr>
            <a:lvl3pPr>
              <a:defRPr sz="1500" b="1">
                <a:solidFill>
                  <a:srgbClr val="9BD3D6"/>
                </a:solidFill>
              </a:defRPr>
            </a:lvl3pPr>
            <a:lvl4pPr>
              <a:defRPr sz="1500" b="1">
                <a:solidFill>
                  <a:srgbClr val="9BD3D6"/>
                </a:solidFill>
              </a:defRPr>
            </a:lvl4pPr>
            <a:lvl5pPr>
              <a:defRPr sz="1500" b="1">
                <a:solidFill>
                  <a:srgbClr val="9BD3D6"/>
                </a:solidFill>
              </a:defRPr>
            </a:lvl5pPr>
            <a:lvl6pPr>
              <a:defRPr sz="1500" b="1">
                <a:solidFill>
                  <a:srgbClr val="9BD3D6"/>
                </a:solidFill>
              </a:defRPr>
            </a:lvl6pPr>
            <a:lvl7pPr>
              <a:defRPr sz="1500" b="1">
                <a:solidFill>
                  <a:srgbClr val="9BD3D6"/>
                </a:solidFill>
              </a:defRPr>
            </a:lvl7pPr>
            <a:lvl8pPr>
              <a:defRPr sz="1500" b="1">
                <a:solidFill>
                  <a:srgbClr val="9BD3D6"/>
                </a:solidFill>
              </a:defRPr>
            </a:lvl8pPr>
            <a:lvl9pPr>
              <a:defRPr sz="1500" b="1">
                <a:solidFill>
                  <a:srgbClr val="9BD3D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9BD3D6"/>
                </a:solidFill>
              </a:defRPr>
            </a:pPr>
            <a:r>
              <a:rPr sz="1500" b="1">
                <a:solidFill>
                  <a:srgbClr val="9BD3D6"/>
                </a:solidFill>
              </a:rPr>
              <a:t>NETWORKING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58228-BFBC-4A3A-B715-6F418A7F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Connects clients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9596C-6036-47AB-9B77-40C50512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9FBFD0"/>
                </a:solidFill>
              </a:defRPr>
            </a:defPPr>
            <a:lvl1pPr>
              <a:defRPr sz="1500" b="1">
                <a:solidFill>
                  <a:srgbClr val="9FBFD0"/>
                </a:solidFill>
              </a:defRPr>
            </a:lvl1pPr>
            <a:lvl2pPr>
              <a:defRPr sz="1500" b="1">
                <a:solidFill>
                  <a:srgbClr val="9FBFD0"/>
                </a:solidFill>
              </a:defRPr>
            </a:lvl2pPr>
            <a:lvl3pPr>
              <a:defRPr sz="1500" b="1">
                <a:solidFill>
                  <a:srgbClr val="9FBFD0"/>
                </a:solidFill>
              </a:defRPr>
            </a:lvl3pPr>
            <a:lvl4pPr>
              <a:defRPr sz="1500" b="1">
                <a:solidFill>
                  <a:srgbClr val="9FBFD0"/>
                </a:solidFill>
              </a:defRPr>
            </a:lvl4pPr>
            <a:lvl5pPr>
              <a:defRPr sz="1500" b="1">
                <a:solidFill>
                  <a:srgbClr val="9FBFD0"/>
                </a:solidFill>
              </a:defRPr>
            </a:lvl5pPr>
            <a:lvl6pPr>
              <a:defRPr sz="1500" b="1">
                <a:solidFill>
                  <a:srgbClr val="9FBFD0"/>
                </a:solidFill>
              </a:defRPr>
            </a:lvl6pPr>
            <a:lvl7pPr>
              <a:defRPr sz="1500" b="1">
                <a:solidFill>
                  <a:srgbClr val="9FBFD0"/>
                </a:solidFill>
              </a:defRPr>
            </a:lvl7pPr>
            <a:lvl8pPr>
              <a:defRPr sz="1500" b="1">
                <a:solidFill>
                  <a:srgbClr val="9FBFD0"/>
                </a:solidFill>
              </a:defRPr>
            </a:lvl8pPr>
            <a:lvl9pPr>
              <a:defRPr sz="1500" b="1">
                <a:solidFill>
                  <a:srgbClr val="9FBFD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9FBFD0"/>
                </a:solidFill>
              </a:defRPr>
            </a:pPr>
            <a:r>
              <a:rPr sz="1500" b="1">
                <a:solidFill>
                  <a:srgbClr val="9FBFD0"/>
                </a:solidFill>
              </a:rPr>
              <a:t>DATA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B9523-DC8E-442D-AF98-0FB85B69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Houses and supports computer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9DCB2-564D-4E1D-8E64-3E12F30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3A7A1"/>
                </a:solidFill>
              </a:defRPr>
            </a:defPPr>
            <a:lvl1pPr>
              <a:defRPr sz="1500" b="1">
                <a:solidFill>
                  <a:srgbClr val="F3A7A1"/>
                </a:solidFill>
              </a:defRPr>
            </a:lvl1pPr>
            <a:lvl2pPr>
              <a:defRPr sz="1500" b="1">
                <a:solidFill>
                  <a:srgbClr val="F3A7A1"/>
                </a:solidFill>
              </a:defRPr>
            </a:lvl2pPr>
            <a:lvl3pPr>
              <a:defRPr sz="1500" b="1">
                <a:solidFill>
                  <a:srgbClr val="F3A7A1"/>
                </a:solidFill>
              </a:defRPr>
            </a:lvl3pPr>
            <a:lvl4pPr>
              <a:defRPr sz="1500" b="1">
                <a:solidFill>
                  <a:srgbClr val="F3A7A1"/>
                </a:solidFill>
              </a:defRPr>
            </a:lvl4pPr>
            <a:lvl5pPr>
              <a:defRPr sz="1500" b="1">
                <a:solidFill>
                  <a:srgbClr val="F3A7A1"/>
                </a:solidFill>
              </a:defRPr>
            </a:lvl5pPr>
            <a:lvl6pPr>
              <a:defRPr sz="1500" b="1">
                <a:solidFill>
                  <a:srgbClr val="F3A7A1"/>
                </a:solidFill>
              </a:defRPr>
            </a:lvl6pPr>
            <a:lvl7pPr>
              <a:defRPr sz="1500" b="1">
                <a:solidFill>
                  <a:srgbClr val="F3A7A1"/>
                </a:solidFill>
              </a:defRPr>
            </a:lvl7pPr>
            <a:lvl8pPr>
              <a:defRPr sz="1500" b="1">
                <a:solidFill>
                  <a:srgbClr val="F3A7A1"/>
                </a:solidFill>
              </a:defRPr>
            </a:lvl8pPr>
            <a:lvl9pPr>
              <a:defRPr sz="1500" b="1">
                <a:solidFill>
                  <a:srgbClr val="F3A7A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3A7A1"/>
                </a:solidFill>
              </a:defRPr>
            </a:pPr>
            <a:r>
              <a:rPr sz="1500" b="1">
                <a:solidFill>
                  <a:srgbClr val="F3A7A1"/>
                </a:solidFill>
              </a:rPr>
              <a:t>HYPERSCALER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236F7-B638-4B31-AA9A-5FDB048C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38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Operates infrastructure at very large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62D03-422E-4257-8817-7A884F47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11:38–11:44 | Cloud concepts</a:t>
            </a:r>
          </a:p>
        </p:txBody>
      </p:sp>
    </p:spTree>
    <p:extLst>
      <p:ext uri="{BB962C8B-B14F-4D97-AF65-F5344CB8AC3E}">
        <p14:creationId xmlns:p14="http://schemas.microsoft.com/office/powerpoint/2010/main" val="6309073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EF6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76364-C686-4235-BEAA-566E5B1B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Raspberry Pi and cloud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95020-EB8E-4A51-82C9-DA1858A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The same resource categories appear at different scales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23294-8F96-471E-BF69-A93C1ABF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A4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17CF3-68FB-4FF3-A1A3-0CCB73A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5AA446"/>
                </a:solidFill>
              </a:defRPr>
            </a:defPPr>
            <a:lvl1pPr algn="ctr">
              <a:defRPr sz="1650" b="1">
                <a:solidFill>
                  <a:srgbClr val="5AA446"/>
                </a:solidFill>
              </a:defRPr>
            </a:lvl1pPr>
            <a:lvl2pPr algn="ctr">
              <a:defRPr sz="1650" b="1">
                <a:solidFill>
                  <a:srgbClr val="5AA446"/>
                </a:solidFill>
              </a:defRPr>
            </a:lvl2pPr>
            <a:lvl3pPr algn="ctr">
              <a:defRPr sz="1650" b="1">
                <a:solidFill>
                  <a:srgbClr val="5AA446"/>
                </a:solidFill>
              </a:defRPr>
            </a:lvl3pPr>
            <a:lvl4pPr algn="ctr">
              <a:defRPr sz="1650" b="1">
                <a:solidFill>
                  <a:srgbClr val="5AA446"/>
                </a:solidFill>
              </a:defRPr>
            </a:lvl4pPr>
            <a:lvl5pPr algn="ctr">
              <a:defRPr sz="1650" b="1">
                <a:solidFill>
                  <a:srgbClr val="5AA446"/>
                </a:solidFill>
              </a:defRPr>
            </a:lvl5pPr>
            <a:lvl6pPr algn="ctr">
              <a:defRPr sz="1650" b="1">
                <a:solidFill>
                  <a:srgbClr val="5AA446"/>
                </a:solidFill>
              </a:defRPr>
            </a:lvl6pPr>
            <a:lvl7pPr algn="ctr">
              <a:defRPr sz="1650" b="1">
                <a:solidFill>
                  <a:srgbClr val="5AA446"/>
                </a:solidFill>
              </a:defRPr>
            </a:lvl7pPr>
            <a:lvl8pPr algn="ctr">
              <a:defRPr sz="1650" b="1">
                <a:solidFill>
                  <a:srgbClr val="5AA446"/>
                </a:solidFill>
              </a:defRPr>
            </a:lvl8pPr>
            <a:lvl9pPr algn="ctr">
              <a:defRPr sz="1650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A446"/>
                </a:solidFill>
              </a:defRPr>
            </a:pPr>
            <a:r>
              <a:rPr sz="1650" b="1">
                <a:solidFill>
                  <a:srgbClr val="5AA446"/>
                </a:solidFill>
              </a:rPr>
              <a:t>ONE RASPBERRY 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82691-75A9-4651-897F-A67531A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17324D"/>
                </a:solidFill>
              </a:defRPr>
            </a:defPPr>
            <a:lvl1pPr algn="ctr">
              <a:defRPr sz="1800" b="0">
                <a:solidFill>
                  <a:srgbClr val="17324D"/>
                </a:solidFill>
              </a:defRPr>
            </a:lvl1pPr>
            <a:lvl2pPr algn="ctr">
              <a:defRPr sz="1800" b="0">
                <a:solidFill>
                  <a:srgbClr val="17324D"/>
                </a:solidFill>
              </a:defRPr>
            </a:lvl2pPr>
            <a:lvl3pPr algn="ctr">
              <a:defRPr sz="1800" b="0">
                <a:solidFill>
                  <a:srgbClr val="17324D"/>
                </a:solidFill>
              </a:defRPr>
            </a:lvl3pPr>
            <a:lvl4pPr algn="ctr">
              <a:defRPr sz="1800" b="0">
                <a:solidFill>
                  <a:srgbClr val="17324D"/>
                </a:solidFill>
              </a:defRPr>
            </a:lvl4pPr>
            <a:lvl5pPr algn="ctr">
              <a:defRPr sz="1800" b="0">
                <a:solidFill>
                  <a:srgbClr val="17324D"/>
                </a:solidFill>
              </a:defRPr>
            </a:lvl5pPr>
            <a:lvl6pPr algn="ctr">
              <a:defRPr sz="1800" b="0">
                <a:solidFill>
                  <a:srgbClr val="17324D"/>
                </a:solidFill>
              </a:defRPr>
            </a:lvl6pPr>
            <a:lvl7pPr algn="ctr">
              <a:defRPr sz="1800" b="0">
                <a:solidFill>
                  <a:srgbClr val="17324D"/>
                </a:solidFill>
              </a:defRPr>
            </a:lvl7pPr>
            <a:lvl8pPr algn="ctr">
              <a:defRPr sz="1800" b="0">
                <a:solidFill>
                  <a:srgbClr val="17324D"/>
                </a:solidFill>
              </a:defRPr>
            </a:lvl8pPr>
            <a:lvl9pPr algn="ctr"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processor and memory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microSD storage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network connection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one power supply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E2D12-FA24-4643-92D9-D6B09C7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67D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A3CC0-7E48-4F70-9A89-0CC1ADF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367D96"/>
                </a:solidFill>
              </a:defRPr>
            </a:defPPr>
            <a:lvl1pPr algn="ctr">
              <a:defRPr sz="1650" b="1">
                <a:solidFill>
                  <a:srgbClr val="367D96"/>
                </a:solidFill>
              </a:defRPr>
            </a:lvl1pPr>
            <a:lvl2pPr algn="ctr">
              <a:defRPr sz="1650" b="1">
                <a:solidFill>
                  <a:srgbClr val="367D96"/>
                </a:solidFill>
              </a:defRPr>
            </a:lvl2pPr>
            <a:lvl3pPr algn="ctr">
              <a:defRPr sz="1650" b="1">
                <a:solidFill>
                  <a:srgbClr val="367D96"/>
                </a:solidFill>
              </a:defRPr>
            </a:lvl3pPr>
            <a:lvl4pPr algn="ctr">
              <a:defRPr sz="1650" b="1">
                <a:solidFill>
                  <a:srgbClr val="367D96"/>
                </a:solidFill>
              </a:defRPr>
            </a:lvl4pPr>
            <a:lvl5pPr algn="ctr">
              <a:defRPr sz="1650" b="1">
                <a:solidFill>
                  <a:srgbClr val="367D96"/>
                </a:solidFill>
              </a:defRPr>
            </a:lvl5pPr>
            <a:lvl6pPr algn="ctr">
              <a:defRPr sz="1650" b="1">
                <a:solidFill>
                  <a:srgbClr val="367D96"/>
                </a:solidFill>
              </a:defRPr>
            </a:lvl6pPr>
            <a:lvl7pPr algn="ctr">
              <a:defRPr sz="1650" b="1">
                <a:solidFill>
                  <a:srgbClr val="367D96"/>
                </a:solidFill>
              </a:defRPr>
            </a:lvl7pPr>
            <a:lvl8pPr algn="ctr">
              <a:defRPr sz="1650" b="1">
                <a:solidFill>
                  <a:srgbClr val="367D96"/>
                </a:solidFill>
              </a:defRPr>
            </a:lvl8pPr>
            <a:lvl9pPr algn="ctr">
              <a:defRPr sz="1650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67D96"/>
                </a:solidFill>
              </a:defRPr>
            </a:pPr>
            <a:r>
              <a:rPr sz="1650" b="1">
                <a:solidFill>
                  <a:srgbClr val="367D96"/>
                </a:solidFill>
              </a:rPr>
              <a:t>CLOUD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5A95F-9172-4A6A-804C-9E0DDE2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17324D"/>
                </a:solidFill>
              </a:defRPr>
            </a:defPPr>
            <a:lvl1pPr algn="ctr">
              <a:defRPr sz="1800" b="0">
                <a:solidFill>
                  <a:srgbClr val="17324D"/>
                </a:solidFill>
              </a:defRPr>
            </a:lvl1pPr>
            <a:lvl2pPr algn="ctr">
              <a:defRPr sz="1800" b="0">
                <a:solidFill>
                  <a:srgbClr val="17324D"/>
                </a:solidFill>
              </a:defRPr>
            </a:lvl2pPr>
            <a:lvl3pPr algn="ctr">
              <a:defRPr sz="1800" b="0">
                <a:solidFill>
                  <a:srgbClr val="17324D"/>
                </a:solidFill>
              </a:defRPr>
            </a:lvl3pPr>
            <a:lvl4pPr algn="ctr">
              <a:defRPr sz="1800" b="0">
                <a:solidFill>
                  <a:srgbClr val="17324D"/>
                </a:solidFill>
              </a:defRPr>
            </a:lvl4pPr>
            <a:lvl5pPr algn="ctr">
              <a:defRPr sz="1800" b="0">
                <a:solidFill>
                  <a:srgbClr val="17324D"/>
                </a:solidFill>
              </a:defRPr>
            </a:lvl5pPr>
            <a:lvl6pPr algn="ctr">
              <a:defRPr sz="1800" b="0">
                <a:solidFill>
                  <a:srgbClr val="17324D"/>
                </a:solidFill>
              </a:defRPr>
            </a:lvl6pPr>
            <a:lvl7pPr algn="ctr">
              <a:defRPr sz="1800" b="0">
                <a:solidFill>
                  <a:srgbClr val="17324D"/>
                </a:solidFill>
              </a:defRPr>
            </a:lvl7pPr>
            <a:lvl8pPr algn="ctr">
              <a:defRPr sz="1800" b="0">
                <a:solidFill>
                  <a:srgbClr val="17324D"/>
                </a:solidFill>
              </a:defRPr>
            </a:lvl8pPr>
            <a:lvl9pPr algn="ctr">
              <a:defRPr sz="180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large fleets of servers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storage systems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high-speed networks</a:t>
            </a:r>
          </a:p>
          <a:p xmlns:a="http://schemas.openxmlformats.org/drawingml/2006/main">
            <a:pPr algn="ctr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facilities and automation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BE117-3C55-47DA-A5F7-735D64F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DF6665"/>
                </a:solidFill>
              </a:defRPr>
            </a:defPPr>
            <a:lvl1pPr algn="ctr">
              <a:defRPr sz="1950" b="1">
                <a:solidFill>
                  <a:srgbClr val="DF6665"/>
                </a:solidFill>
              </a:defRPr>
            </a:lvl1pPr>
            <a:lvl2pPr algn="ctr">
              <a:defRPr sz="1950" b="1">
                <a:solidFill>
                  <a:srgbClr val="DF6665"/>
                </a:solidFill>
              </a:defRPr>
            </a:lvl2pPr>
            <a:lvl3pPr algn="ctr">
              <a:defRPr sz="1950" b="1">
                <a:solidFill>
                  <a:srgbClr val="DF6665"/>
                </a:solidFill>
              </a:defRPr>
            </a:lvl3pPr>
            <a:lvl4pPr algn="ctr">
              <a:defRPr sz="1950" b="1">
                <a:solidFill>
                  <a:srgbClr val="DF6665"/>
                </a:solidFill>
              </a:defRPr>
            </a:lvl4pPr>
            <a:lvl5pPr algn="ctr">
              <a:defRPr sz="1950" b="1">
                <a:solidFill>
                  <a:srgbClr val="DF6665"/>
                </a:solidFill>
              </a:defRPr>
            </a:lvl5pPr>
            <a:lvl6pPr algn="ctr">
              <a:defRPr sz="1950" b="1">
                <a:solidFill>
                  <a:srgbClr val="DF6665"/>
                </a:solidFill>
              </a:defRPr>
            </a:lvl6pPr>
            <a:lvl7pPr algn="ctr">
              <a:defRPr sz="1950" b="1">
                <a:solidFill>
                  <a:srgbClr val="DF6665"/>
                </a:solidFill>
              </a:defRPr>
            </a:lvl7pPr>
            <a:lvl8pPr algn="ctr">
              <a:defRPr sz="1950" b="1">
                <a:solidFill>
                  <a:srgbClr val="DF6665"/>
                </a:solidFill>
              </a:defRPr>
            </a:lvl8pPr>
            <a:lvl9pPr algn="ctr">
              <a:defRPr sz="195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DF6665"/>
                </a:solidFill>
              </a:defRPr>
            </a:pPr>
            <a:r>
              <a:rPr sz="1950" b="1">
                <a:solidFill>
                  <a:srgbClr val="DF6665"/>
                </a:solidFill>
              </a:rPr>
              <a:t>Scale and management change. Programs still need compute, storage, and networking.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F3E2F-548C-4556-A7F1-B2A8CD70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11:44–11:50 | Raspberry Pi demonstration</a:t>
            </a:r>
          </a:p>
        </p:txBody>
      </p:sp>
    </p:spTree>
    <p:extLst>
      <p:ext uri="{BB962C8B-B14F-4D97-AF65-F5344CB8AC3E}">
        <p14:creationId xmlns:p14="http://schemas.microsoft.com/office/powerpoint/2010/main" val="8034746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A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83203-FAC3-4087-94EC-251342F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Engineering Output Tracker rebuild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86DB-86F3-4054-BFBD-0C3716B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Use every foundation in one small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CCF89-AD7E-4AE4-8CA0-42B3C8E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3752"/>
                </a:solidFill>
              </a:defRPr>
            </a:defPPr>
            <a:lvl1pPr>
              <a:defRPr sz="1425" b="1">
                <a:solidFill>
                  <a:srgbClr val="153752"/>
                </a:solidFill>
              </a:defRPr>
            </a:lvl1pPr>
            <a:lvl2pPr>
              <a:defRPr sz="1425" b="1">
                <a:solidFill>
                  <a:srgbClr val="153752"/>
                </a:solidFill>
              </a:defRPr>
            </a:lvl2pPr>
            <a:lvl3pPr>
              <a:defRPr sz="1425" b="1">
                <a:solidFill>
                  <a:srgbClr val="153752"/>
                </a:solidFill>
              </a:defRPr>
            </a:lvl3pPr>
            <a:lvl4pPr>
              <a:defRPr sz="1425" b="1">
                <a:solidFill>
                  <a:srgbClr val="153752"/>
                </a:solidFill>
              </a:defRPr>
            </a:lvl4pPr>
            <a:lvl5pPr>
              <a:defRPr sz="1425" b="1">
                <a:solidFill>
                  <a:srgbClr val="153752"/>
                </a:solidFill>
              </a:defRPr>
            </a:lvl5pPr>
            <a:lvl6pPr>
              <a:defRPr sz="1425" b="1">
                <a:solidFill>
                  <a:srgbClr val="153752"/>
                </a:solidFill>
              </a:defRPr>
            </a:lvl6pPr>
            <a:lvl7pPr>
              <a:defRPr sz="1425" b="1">
                <a:solidFill>
                  <a:srgbClr val="153752"/>
                </a:solidFill>
              </a:defRPr>
            </a:lvl7pPr>
            <a:lvl8pPr>
              <a:defRPr sz="1425" b="1">
                <a:solidFill>
                  <a:srgbClr val="153752"/>
                </a:solidFill>
              </a:defRPr>
            </a:lvl8pPr>
            <a:lvl9pPr>
              <a:defRPr sz="1425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3752"/>
                </a:solidFill>
              </a:defRPr>
            </a:pPr>
            <a:r>
              <a:rPr sz="1425" b="1">
                <a:solidFill>
                  <a:srgbClr val="153752"/>
                </a:solidFill>
              </a:rPr>
              <a:t>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254CE-C755-412E-9A39-D2A609C6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F6665"/>
                </a:solidFill>
              </a:defRPr>
            </a:defPPr>
            <a:lvl1pPr>
              <a:defRPr sz="1425" b="1">
                <a:solidFill>
                  <a:srgbClr val="DF6665"/>
                </a:solidFill>
              </a:defRPr>
            </a:lvl1pPr>
            <a:lvl2pPr>
              <a:defRPr sz="1425" b="1">
                <a:solidFill>
                  <a:srgbClr val="DF6665"/>
                </a:solidFill>
              </a:defRPr>
            </a:lvl2pPr>
            <a:lvl3pPr>
              <a:defRPr sz="1425" b="1">
                <a:solidFill>
                  <a:srgbClr val="DF6665"/>
                </a:solidFill>
              </a:defRPr>
            </a:lvl3pPr>
            <a:lvl4pPr>
              <a:defRPr sz="1425" b="1">
                <a:solidFill>
                  <a:srgbClr val="DF6665"/>
                </a:solidFill>
              </a:defRPr>
            </a:lvl4pPr>
            <a:lvl5pPr>
              <a:defRPr sz="1425" b="1">
                <a:solidFill>
                  <a:srgbClr val="DF6665"/>
                </a:solidFill>
              </a:defRPr>
            </a:lvl5pPr>
            <a:lvl6pPr>
              <a:defRPr sz="1425" b="1">
                <a:solidFill>
                  <a:srgbClr val="DF6665"/>
                </a:solidFill>
              </a:defRPr>
            </a:lvl6pPr>
            <a:lvl7pPr>
              <a:defRPr sz="1425" b="1">
                <a:solidFill>
                  <a:srgbClr val="DF6665"/>
                </a:solidFill>
              </a:defRPr>
            </a:lvl7pPr>
            <a:lvl8pPr>
              <a:defRPr sz="1425" b="1">
                <a:solidFill>
                  <a:srgbClr val="DF6665"/>
                </a:solidFill>
              </a:defRPr>
            </a:lvl8pPr>
            <a:lvl9pPr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91E1A-DD30-44FC-AA34-7CF9E41A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Store three scores in a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A6DB-6FD8-4CE4-BFE8-FB8C03D7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AA446"/>
                </a:solidFill>
              </a:defRPr>
            </a:defPPr>
            <a:lvl1pPr>
              <a:defRPr sz="1425" b="1">
                <a:solidFill>
                  <a:srgbClr val="5AA446"/>
                </a:solidFill>
              </a:defRPr>
            </a:lvl1pPr>
            <a:lvl2pPr>
              <a:defRPr sz="1425" b="1">
                <a:solidFill>
                  <a:srgbClr val="5AA446"/>
                </a:solidFill>
              </a:defRPr>
            </a:lvl2pPr>
            <a:lvl3pPr>
              <a:defRPr sz="1425" b="1">
                <a:solidFill>
                  <a:srgbClr val="5AA446"/>
                </a:solidFill>
              </a:defRPr>
            </a:lvl3pPr>
            <a:lvl4pPr>
              <a:defRPr sz="1425" b="1">
                <a:solidFill>
                  <a:srgbClr val="5AA446"/>
                </a:solidFill>
              </a:defRPr>
            </a:lvl4pPr>
            <a:lvl5pPr>
              <a:defRPr sz="1425" b="1">
                <a:solidFill>
                  <a:srgbClr val="5AA446"/>
                </a:solidFill>
              </a:defRPr>
            </a:lvl5pPr>
            <a:lvl6pPr>
              <a:defRPr sz="1425" b="1">
                <a:solidFill>
                  <a:srgbClr val="5AA446"/>
                </a:solidFill>
              </a:defRPr>
            </a:lvl6pPr>
            <a:lvl7pPr>
              <a:defRPr sz="1425" b="1">
                <a:solidFill>
                  <a:srgbClr val="5AA446"/>
                </a:solidFill>
              </a:defRPr>
            </a:lvl7pPr>
            <a:lvl8pPr>
              <a:defRPr sz="1425" b="1">
                <a:solidFill>
                  <a:srgbClr val="5AA446"/>
                </a:solidFill>
              </a:defRPr>
            </a:lvl8pPr>
            <a:lvl9pPr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A31C2-CD81-41C7-8C50-31C89789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Calculate a total with a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177F0-59A1-49F3-BFEF-A6B5E022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67D96"/>
                </a:solidFill>
              </a:defRPr>
            </a:defPPr>
            <a:lvl1pPr>
              <a:defRPr sz="1425" b="1">
                <a:solidFill>
                  <a:srgbClr val="367D96"/>
                </a:solidFill>
              </a:defRPr>
            </a:lvl1pPr>
            <a:lvl2pPr>
              <a:defRPr sz="1425" b="1">
                <a:solidFill>
                  <a:srgbClr val="367D96"/>
                </a:solidFill>
              </a:defRPr>
            </a:lvl2pPr>
            <a:lvl3pPr>
              <a:defRPr sz="1425" b="1">
                <a:solidFill>
                  <a:srgbClr val="367D96"/>
                </a:solidFill>
              </a:defRPr>
            </a:lvl3pPr>
            <a:lvl4pPr>
              <a:defRPr sz="1425" b="1">
                <a:solidFill>
                  <a:srgbClr val="367D96"/>
                </a:solidFill>
              </a:defRPr>
            </a:lvl4pPr>
            <a:lvl5pPr>
              <a:defRPr sz="1425" b="1">
                <a:solidFill>
                  <a:srgbClr val="367D96"/>
                </a:solidFill>
              </a:defRPr>
            </a:lvl5pPr>
            <a:lvl6pPr>
              <a:defRPr sz="1425" b="1">
                <a:solidFill>
                  <a:srgbClr val="367D96"/>
                </a:solidFill>
              </a:defRPr>
            </a:lvl6pPr>
            <a:lvl7pPr>
              <a:defRPr sz="1425" b="1">
                <a:solidFill>
                  <a:srgbClr val="367D96"/>
                </a:solidFill>
              </a:defRPr>
            </a:lvl7pPr>
            <a:lvl8pPr>
              <a:defRPr sz="1425" b="1">
                <a:solidFill>
                  <a:srgbClr val="367D96"/>
                </a:solidFill>
              </a:defRPr>
            </a:lvl8pPr>
            <a:lvl9pPr>
              <a:defRPr sz="14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67D96"/>
                </a:solidFill>
              </a:defRPr>
            </a:pPr>
            <a:r>
              <a:rPr sz="1425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79C0F-27C6-4118-A518-BBBD3D4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528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Return an average from a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2CF34-6D4C-4551-A67A-3824102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E9197"/>
                </a:solidFill>
              </a:defRPr>
            </a:defPPr>
            <a:lvl1pPr>
              <a:defRPr sz="1425" b="1">
                <a:solidFill>
                  <a:srgbClr val="3E9197"/>
                </a:solidFill>
              </a:defRPr>
            </a:lvl1pPr>
            <a:lvl2pPr>
              <a:defRPr sz="1425" b="1">
                <a:solidFill>
                  <a:srgbClr val="3E9197"/>
                </a:solidFill>
              </a:defRPr>
            </a:lvl2pPr>
            <a:lvl3pPr>
              <a:defRPr sz="1425" b="1">
                <a:solidFill>
                  <a:srgbClr val="3E9197"/>
                </a:solidFill>
              </a:defRPr>
            </a:lvl3pPr>
            <a:lvl4pPr>
              <a:defRPr sz="1425" b="1">
                <a:solidFill>
                  <a:srgbClr val="3E9197"/>
                </a:solidFill>
              </a:defRPr>
            </a:lvl4pPr>
            <a:lvl5pPr>
              <a:defRPr sz="1425" b="1">
                <a:solidFill>
                  <a:srgbClr val="3E9197"/>
                </a:solidFill>
              </a:defRPr>
            </a:lvl5pPr>
            <a:lvl6pPr>
              <a:defRPr sz="1425" b="1">
                <a:solidFill>
                  <a:srgbClr val="3E9197"/>
                </a:solidFill>
              </a:defRPr>
            </a:lvl6pPr>
            <a:lvl7pPr>
              <a:defRPr sz="1425" b="1">
                <a:solidFill>
                  <a:srgbClr val="3E9197"/>
                </a:solidFill>
              </a:defRPr>
            </a:lvl7pPr>
            <a:lvl8pPr>
              <a:defRPr sz="1425" b="1">
                <a:solidFill>
                  <a:srgbClr val="3E9197"/>
                </a:solidFill>
              </a:defRPr>
            </a:lvl8pPr>
            <a:lvl9pPr>
              <a:defRPr sz="14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3E9197"/>
                </a:solidFill>
              </a:defRPr>
            </a:pPr>
            <a:r>
              <a:rPr sz="1425" b="1">
                <a:solidFill>
                  <a:srgbClr val="3E9197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D8D1-E245-41E5-A66C-89647B9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Choose feedback with a conditional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CE9E9-74C6-4448-B582-C4434931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F6665"/>
                </a:solidFill>
              </a:defRPr>
            </a:defPPr>
            <a:lvl1pPr>
              <a:defRPr sz="1425" b="1">
                <a:solidFill>
                  <a:srgbClr val="DF6665"/>
                </a:solidFill>
              </a:defRPr>
            </a:lvl1pPr>
            <a:lvl2pPr>
              <a:defRPr sz="1425" b="1">
                <a:solidFill>
                  <a:srgbClr val="DF6665"/>
                </a:solidFill>
              </a:defRPr>
            </a:lvl2pPr>
            <a:lvl3pPr>
              <a:defRPr sz="1425" b="1">
                <a:solidFill>
                  <a:srgbClr val="DF6665"/>
                </a:solidFill>
              </a:defRPr>
            </a:lvl3pPr>
            <a:lvl4pPr>
              <a:defRPr sz="1425" b="1">
                <a:solidFill>
                  <a:srgbClr val="DF6665"/>
                </a:solidFill>
              </a:defRPr>
            </a:lvl4pPr>
            <a:lvl5pPr>
              <a:defRPr sz="1425" b="1">
                <a:solidFill>
                  <a:srgbClr val="DF6665"/>
                </a:solidFill>
              </a:defRPr>
            </a:lvl5pPr>
            <a:lvl6pPr>
              <a:defRPr sz="1425" b="1">
                <a:solidFill>
                  <a:srgbClr val="DF6665"/>
                </a:solidFill>
              </a:defRPr>
            </a:lvl6pPr>
            <a:lvl7pPr>
              <a:defRPr sz="1425" b="1">
                <a:solidFill>
                  <a:srgbClr val="DF6665"/>
                </a:solidFill>
              </a:defRPr>
            </a:lvl7pPr>
            <a:lvl8pPr>
              <a:defRPr sz="1425" b="1">
                <a:solidFill>
                  <a:srgbClr val="DF6665"/>
                </a:solidFill>
              </a:defRPr>
            </a:lvl8pPr>
            <a:lvl9pPr>
              <a:defRPr sz="14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6665"/>
                </a:solidFill>
              </a:defRPr>
            </a:pPr>
            <a:r>
              <a:rPr sz="1425" b="1">
                <a:solidFill>
                  <a:srgbClr val="DF6665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7C077-92DE-4E25-9D05-030B2A26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24D"/>
                </a:solidFill>
              </a:defRPr>
            </a:defPPr>
            <a:lvl1pPr>
              <a:defRPr sz="1650" b="0">
                <a:solidFill>
                  <a:srgbClr val="17324D"/>
                </a:solidFill>
              </a:defRPr>
            </a:lvl1pPr>
            <a:lvl2pPr>
              <a:defRPr sz="1650" b="0">
                <a:solidFill>
                  <a:srgbClr val="17324D"/>
                </a:solidFill>
              </a:defRPr>
            </a:lvl2pPr>
            <a:lvl3pPr>
              <a:defRPr sz="1650" b="0">
                <a:solidFill>
                  <a:srgbClr val="17324D"/>
                </a:solidFill>
              </a:defRPr>
            </a:lvl3pPr>
            <a:lvl4pPr>
              <a:defRPr sz="1650" b="0">
                <a:solidFill>
                  <a:srgbClr val="17324D"/>
                </a:solidFill>
              </a:defRPr>
            </a:lvl4pPr>
            <a:lvl5pPr>
              <a:defRPr sz="1650" b="0">
                <a:solidFill>
                  <a:srgbClr val="17324D"/>
                </a:solidFill>
              </a:defRPr>
            </a:lvl5pPr>
            <a:lvl6pPr>
              <a:defRPr sz="1650" b="0">
                <a:solidFill>
                  <a:srgbClr val="17324D"/>
                </a:solidFill>
              </a:defRPr>
            </a:lvl6pPr>
            <a:lvl7pPr>
              <a:defRPr sz="1650" b="0">
                <a:solidFill>
                  <a:srgbClr val="17324D"/>
                </a:solidFill>
              </a:defRPr>
            </a:lvl7pPr>
            <a:lvl8pPr>
              <a:defRPr sz="1650" b="0">
                <a:solidFill>
                  <a:srgbClr val="17324D"/>
                </a:solidFill>
              </a:defRPr>
            </a:lvl8pPr>
            <a:lvl9pPr>
              <a:defRPr sz="16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Print the name, scores, and 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29A5E-C520-43A2-ABCC-47AE176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5AA446"/>
                </a:solidFill>
              </a:defRPr>
            </a:defPPr>
            <a:lvl1pPr>
              <a:defRPr sz="1425" b="1">
                <a:solidFill>
                  <a:srgbClr val="5AA446"/>
                </a:solidFill>
              </a:defRPr>
            </a:lvl1pPr>
            <a:lvl2pPr>
              <a:defRPr sz="1425" b="1">
                <a:solidFill>
                  <a:srgbClr val="5AA446"/>
                </a:solidFill>
              </a:defRPr>
            </a:lvl2pPr>
            <a:lvl3pPr>
              <a:defRPr sz="1425" b="1">
                <a:solidFill>
                  <a:srgbClr val="5AA446"/>
                </a:solidFill>
              </a:defRPr>
            </a:lvl3pPr>
            <a:lvl4pPr>
              <a:defRPr sz="1425" b="1">
                <a:solidFill>
                  <a:srgbClr val="5AA446"/>
                </a:solidFill>
              </a:defRPr>
            </a:lvl4pPr>
            <a:lvl5pPr>
              <a:defRPr sz="1425" b="1">
                <a:solidFill>
                  <a:srgbClr val="5AA446"/>
                </a:solidFill>
              </a:defRPr>
            </a:lvl5pPr>
            <a:lvl6pPr>
              <a:defRPr sz="1425" b="1">
                <a:solidFill>
                  <a:srgbClr val="5AA446"/>
                </a:solidFill>
              </a:defRPr>
            </a:lvl6pPr>
            <a:lvl7pPr>
              <a:defRPr sz="1425" b="1">
                <a:solidFill>
                  <a:srgbClr val="5AA446"/>
                </a:solidFill>
              </a:defRPr>
            </a:lvl7pPr>
            <a:lvl8pPr>
              <a:defRPr sz="1425" b="1">
                <a:solidFill>
                  <a:srgbClr val="5AA446"/>
                </a:solidFill>
              </a:defRPr>
            </a:lvl8pPr>
            <a:lvl9pPr>
              <a:defRPr sz="14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AA446"/>
                </a:solidFill>
              </a:defRPr>
            </a:pPr>
            <a:r>
              <a:rPr sz="1425" b="1">
                <a:solidFill>
                  <a:srgbClr val="5AA446"/>
                </a:solidFill>
              </a:rPr>
              <a:t>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E5B9E-F591-476B-A187-2F250612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61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</a:defRPr>
            </a:defPPr>
            <a:lvl1pPr>
              <a:defRPr sz="1875" b="0">
                <a:solidFill>
                  <a:srgbClr val="17324D"/>
                </a:solidFill>
              </a:defRPr>
            </a:lvl1pPr>
            <a:lvl2pPr>
              <a:defRPr sz="1875" b="0">
                <a:solidFill>
                  <a:srgbClr val="17324D"/>
                </a:solidFill>
              </a:defRPr>
            </a:lvl2pPr>
            <a:lvl3pPr>
              <a:defRPr sz="1875" b="0">
                <a:solidFill>
                  <a:srgbClr val="17324D"/>
                </a:solidFill>
              </a:defRPr>
            </a:lvl3pPr>
            <a:lvl4pPr>
              <a:defRPr sz="1875" b="0">
                <a:solidFill>
                  <a:srgbClr val="17324D"/>
                </a:solidFill>
              </a:defRPr>
            </a:lvl4pPr>
            <a:lvl5pPr>
              <a:defRPr sz="1875" b="0">
                <a:solidFill>
                  <a:srgbClr val="17324D"/>
                </a:solidFill>
              </a:defRPr>
            </a:lvl5pPr>
            <a:lvl6pPr>
              <a:defRPr sz="1875" b="0">
                <a:solidFill>
                  <a:srgbClr val="17324D"/>
                </a:solidFill>
              </a:defRPr>
            </a:lvl6pPr>
            <a:lvl7pPr>
              <a:defRPr sz="1875" b="0">
                <a:solidFill>
                  <a:srgbClr val="17324D"/>
                </a:solidFill>
              </a:defRPr>
            </a:lvl7pPr>
            <a:lvl8pPr>
              <a:defRPr sz="1875" b="0">
                <a:solidFill>
                  <a:srgbClr val="17324D"/>
                </a:solidFill>
              </a:defRPr>
            </a:lvl8pPr>
            <a:lvl9pPr>
              <a:defRPr sz="1875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Normal case works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Boundary case works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You can trace the accumulator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You can explain the return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28FC4-1A61-4E00-96A3-B3403289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7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DF6665"/>
                </a:solidFill>
              </a:defRPr>
            </a:defPPr>
            <a:lvl1pPr algn="ctr">
              <a:defRPr sz="1800" b="1">
                <a:solidFill>
                  <a:srgbClr val="DF6665"/>
                </a:solidFill>
              </a:defRPr>
            </a:lvl1pPr>
            <a:lvl2pPr algn="ctr">
              <a:defRPr sz="1800" b="1">
                <a:solidFill>
                  <a:srgbClr val="DF6665"/>
                </a:solidFill>
              </a:defRPr>
            </a:lvl2pPr>
            <a:lvl3pPr algn="ctr">
              <a:defRPr sz="1800" b="1">
                <a:solidFill>
                  <a:srgbClr val="DF6665"/>
                </a:solidFill>
              </a:defRPr>
            </a:lvl3pPr>
            <a:lvl4pPr algn="ctr">
              <a:defRPr sz="1800" b="1">
                <a:solidFill>
                  <a:srgbClr val="DF6665"/>
                </a:solidFill>
              </a:defRPr>
            </a:lvl4pPr>
            <a:lvl5pPr algn="ctr">
              <a:defRPr sz="1800" b="1">
                <a:solidFill>
                  <a:srgbClr val="DF6665"/>
                </a:solidFill>
              </a:defRPr>
            </a:lvl5pPr>
            <a:lvl6pPr algn="ctr">
              <a:defRPr sz="1800" b="1">
                <a:solidFill>
                  <a:srgbClr val="DF6665"/>
                </a:solidFill>
              </a:defRPr>
            </a:lvl6pPr>
            <a:lvl7pPr algn="ctr">
              <a:defRPr sz="1800" b="1">
                <a:solidFill>
                  <a:srgbClr val="DF6665"/>
                </a:solidFill>
              </a:defRPr>
            </a:lvl7pPr>
            <a:lvl8pPr algn="ctr">
              <a:defRPr sz="1800" b="1">
                <a:solidFill>
                  <a:srgbClr val="DF6665"/>
                </a:solidFill>
              </a:defRPr>
            </a:lvl8pPr>
            <a:lvl9pPr algn="ctr">
              <a:defRPr sz="1800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F6665"/>
                </a:solidFill>
              </a:defRPr>
            </a:pPr>
            <a:r>
              <a:rPr sz="1800" b="1">
                <a:solidFill>
                  <a:srgbClr val="DF6665"/>
                </a:solidFill>
              </a:rPr>
              <a:t>Use Google or AI for explanations. Explain every line you keep.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EF7FF-68DC-4A17-B0FE-61496BB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11:50–12:25 | Integrated build</a:t>
            </a:r>
          </a:p>
        </p:txBody>
      </p:sp>
    </p:spTree>
    <p:extLst>
      <p:ext uri="{BB962C8B-B14F-4D97-AF65-F5344CB8AC3E}">
        <p14:creationId xmlns:p14="http://schemas.microsoft.com/office/powerpoint/2010/main" val="16492753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ED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B15ED-A275-4FC8-8CC0-E5648C18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752"/>
                </a:solidFill>
              </a:defRPr>
            </a:defPPr>
            <a:lvl1pPr>
              <a:defRPr sz="2550" b="1">
                <a:solidFill>
                  <a:srgbClr val="153752"/>
                </a:solidFill>
              </a:defRPr>
            </a:lvl1pPr>
            <a:lvl2pPr>
              <a:defRPr sz="2550" b="1">
                <a:solidFill>
                  <a:srgbClr val="153752"/>
                </a:solidFill>
              </a:defRPr>
            </a:lvl2pPr>
            <a:lvl3pPr>
              <a:defRPr sz="2550" b="1">
                <a:solidFill>
                  <a:srgbClr val="153752"/>
                </a:solidFill>
              </a:defRPr>
            </a:lvl3pPr>
            <a:lvl4pPr>
              <a:defRPr sz="2550" b="1">
                <a:solidFill>
                  <a:srgbClr val="153752"/>
                </a:solidFill>
              </a:defRPr>
            </a:lvl4pPr>
            <a:lvl5pPr>
              <a:defRPr sz="2550" b="1">
                <a:solidFill>
                  <a:srgbClr val="153752"/>
                </a:solidFill>
              </a:defRPr>
            </a:lvl5pPr>
            <a:lvl6pPr>
              <a:defRPr sz="2550" b="1">
                <a:solidFill>
                  <a:srgbClr val="153752"/>
                </a:solidFill>
              </a:defRPr>
            </a:lvl6pPr>
            <a:lvl7pPr>
              <a:defRPr sz="2550" b="1">
                <a:solidFill>
                  <a:srgbClr val="153752"/>
                </a:solidFill>
              </a:defRPr>
            </a:lvl7pPr>
            <a:lvl8pPr>
              <a:defRPr sz="2550" b="1">
                <a:solidFill>
                  <a:srgbClr val="153752"/>
                </a:solidFill>
              </a:defRPr>
            </a:lvl8pPr>
            <a:lvl9pPr>
              <a:defRPr sz="2550" b="1">
                <a:solidFill>
                  <a:srgbClr val="15375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3752"/>
                </a:solidFill>
              </a:defRPr>
            </a:pPr>
            <a:r>
              <a:rPr sz="2550" b="1">
                <a:solidFill>
                  <a:srgbClr val="153752"/>
                </a:solidFill>
              </a:rPr>
              <a:t>Peer test and code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E3418-B463-4C36-93C2-00D2485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086"/>
                </a:solidFill>
              </a:defRPr>
            </a:defPPr>
            <a:lvl1pPr>
              <a:defRPr sz="1275" b="0">
                <a:solidFill>
                  <a:srgbClr val="557086"/>
                </a:solidFill>
              </a:defRPr>
            </a:lvl1pPr>
            <a:lvl2pPr>
              <a:defRPr sz="1275" b="0">
                <a:solidFill>
                  <a:srgbClr val="557086"/>
                </a:solidFill>
              </a:defRPr>
            </a:lvl2pPr>
            <a:lvl3pPr>
              <a:defRPr sz="1275" b="0">
                <a:solidFill>
                  <a:srgbClr val="557086"/>
                </a:solidFill>
              </a:defRPr>
            </a:lvl3pPr>
            <a:lvl4pPr>
              <a:defRPr sz="1275" b="0">
                <a:solidFill>
                  <a:srgbClr val="557086"/>
                </a:solidFill>
              </a:defRPr>
            </a:lvl4pPr>
            <a:lvl5pPr>
              <a:defRPr sz="1275" b="0">
                <a:solidFill>
                  <a:srgbClr val="557086"/>
                </a:solidFill>
              </a:defRPr>
            </a:lvl5pPr>
            <a:lvl6pPr>
              <a:defRPr sz="1275" b="0">
                <a:solidFill>
                  <a:srgbClr val="557086"/>
                </a:solidFill>
              </a:defRPr>
            </a:lvl6pPr>
            <a:lvl7pPr>
              <a:defRPr sz="1275" b="0">
                <a:solidFill>
                  <a:srgbClr val="557086"/>
                </a:solidFill>
              </a:defRPr>
            </a:lvl7pPr>
            <a:lvl8pPr>
              <a:defRPr sz="1275" b="0">
                <a:solidFill>
                  <a:srgbClr val="557086"/>
                </a:solidFill>
              </a:defRPr>
            </a:lvl8pPr>
            <a:lvl9pPr>
              <a:defRPr sz="1275" b="0">
                <a:solidFill>
                  <a:srgbClr val="5570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086"/>
                </a:solidFill>
              </a:defRPr>
            </a:pPr>
            <a:r>
              <a:rPr sz="1275" b="0">
                <a:solidFill>
                  <a:srgbClr val="557086"/>
                </a:solidFill>
              </a:rPr>
              <a:t>The reviewer supplies evidence, not a replacement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973A2-635B-406F-8E79-FE986BA8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F6665"/>
                </a:solidFill>
              </a:defRPr>
            </a:defPPr>
            <a:lvl1pPr>
              <a:defRPr sz="1725" b="1">
                <a:solidFill>
                  <a:srgbClr val="DF6665"/>
                </a:solidFill>
              </a:defRPr>
            </a:lvl1pPr>
            <a:lvl2pPr>
              <a:defRPr sz="1725" b="1">
                <a:solidFill>
                  <a:srgbClr val="DF6665"/>
                </a:solidFill>
              </a:defRPr>
            </a:lvl2pPr>
            <a:lvl3pPr>
              <a:defRPr sz="1725" b="1">
                <a:solidFill>
                  <a:srgbClr val="DF6665"/>
                </a:solidFill>
              </a:defRPr>
            </a:lvl3pPr>
            <a:lvl4pPr>
              <a:defRPr sz="1725" b="1">
                <a:solidFill>
                  <a:srgbClr val="DF6665"/>
                </a:solidFill>
              </a:defRPr>
            </a:lvl4pPr>
            <a:lvl5pPr>
              <a:defRPr sz="1725" b="1">
                <a:solidFill>
                  <a:srgbClr val="DF6665"/>
                </a:solidFill>
              </a:defRPr>
            </a:lvl5pPr>
            <a:lvl6pPr>
              <a:defRPr sz="1725" b="1">
                <a:solidFill>
                  <a:srgbClr val="DF6665"/>
                </a:solidFill>
              </a:defRPr>
            </a:lvl6pPr>
            <a:lvl7pPr>
              <a:defRPr sz="1725" b="1">
                <a:solidFill>
                  <a:srgbClr val="DF6665"/>
                </a:solidFill>
              </a:defRPr>
            </a:lvl7pPr>
            <a:lvl8pPr>
              <a:defRPr sz="1725" b="1">
                <a:solidFill>
                  <a:srgbClr val="DF6665"/>
                </a:solidFill>
              </a:defRPr>
            </a:lvl8pPr>
            <a:lvl9pPr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86EC1-689F-4F42-B29E-3E3DCA02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7637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Run scores 6, 8, and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BC2A3-53A8-4F2B-A240-860259A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AA446"/>
                </a:solidFill>
              </a:defRPr>
            </a:defPPr>
            <a:lvl1pPr>
              <a:defRPr sz="1725" b="1">
                <a:solidFill>
                  <a:srgbClr val="5AA446"/>
                </a:solidFill>
              </a:defRPr>
            </a:lvl1pPr>
            <a:lvl2pPr>
              <a:defRPr sz="1725" b="1">
                <a:solidFill>
                  <a:srgbClr val="5AA446"/>
                </a:solidFill>
              </a:defRPr>
            </a:lvl2pPr>
            <a:lvl3pPr>
              <a:defRPr sz="1725" b="1">
                <a:solidFill>
                  <a:srgbClr val="5AA446"/>
                </a:solidFill>
              </a:defRPr>
            </a:lvl3pPr>
            <a:lvl4pPr>
              <a:defRPr sz="1725" b="1">
                <a:solidFill>
                  <a:srgbClr val="5AA446"/>
                </a:solidFill>
              </a:defRPr>
            </a:lvl4pPr>
            <a:lvl5pPr>
              <a:defRPr sz="1725" b="1">
                <a:solidFill>
                  <a:srgbClr val="5AA446"/>
                </a:solidFill>
              </a:defRPr>
            </a:lvl5pPr>
            <a:lvl6pPr>
              <a:defRPr sz="1725" b="1">
                <a:solidFill>
                  <a:srgbClr val="5AA446"/>
                </a:solidFill>
              </a:defRPr>
            </a:lvl6pPr>
            <a:lvl7pPr>
              <a:defRPr sz="1725" b="1">
                <a:solidFill>
                  <a:srgbClr val="5AA446"/>
                </a:solidFill>
              </a:defRPr>
            </a:lvl7pPr>
            <a:lvl8pPr>
              <a:defRPr sz="1725" b="1">
                <a:solidFill>
                  <a:srgbClr val="5AA446"/>
                </a:solidFill>
              </a:defRPr>
            </a:lvl8pPr>
            <a:lvl9pPr>
              <a:defRPr sz="1725" b="1">
                <a:solidFill>
                  <a:srgbClr val="5AA44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AA446"/>
                </a:solidFill>
              </a:defRPr>
            </a:pPr>
            <a:r>
              <a:rPr sz="1725" b="1">
                <a:solidFill>
                  <a:srgbClr val="5AA44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ECD5E-8CA3-4F76-A285-B4B8CC1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1932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Run the boundary case 0, 0, and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941BD-1991-4DDF-A2AD-8C3C721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67D96"/>
                </a:solidFill>
              </a:defRPr>
            </a:defPPr>
            <a:lvl1pPr>
              <a:defRPr sz="1725" b="1">
                <a:solidFill>
                  <a:srgbClr val="367D96"/>
                </a:solidFill>
              </a:defRPr>
            </a:lvl1pPr>
            <a:lvl2pPr>
              <a:defRPr sz="1725" b="1">
                <a:solidFill>
                  <a:srgbClr val="367D96"/>
                </a:solidFill>
              </a:defRPr>
            </a:lvl2pPr>
            <a:lvl3pPr>
              <a:defRPr sz="1725" b="1">
                <a:solidFill>
                  <a:srgbClr val="367D96"/>
                </a:solidFill>
              </a:defRPr>
            </a:lvl3pPr>
            <a:lvl4pPr>
              <a:defRPr sz="1725" b="1">
                <a:solidFill>
                  <a:srgbClr val="367D96"/>
                </a:solidFill>
              </a:defRPr>
            </a:lvl4pPr>
            <a:lvl5pPr>
              <a:defRPr sz="1725" b="1">
                <a:solidFill>
                  <a:srgbClr val="367D96"/>
                </a:solidFill>
              </a:defRPr>
            </a:lvl5pPr>
            <a:lvl6pPr>
              <a:defRPr sz="1725" b="1">
                <a:solidFill>
                  <a:srgbClr val="367D96"/>
                </a:solidFill>
              </a:defRPr>
            </a:lvl6pPr>
            <a:lvl7pPr>
              <a:defRPr sz="1725" b="1">
                <a:solidFill>
                  <a:srgbClr val="367D96"/>
                </a:solidFill>
              </a:defRPr>
            </a:lvl7pPr>
            <a:lvl8pPr>
              <a:defRPr sz="1725" b="1">
                <a:solidFill>
                  <a:srgbClr val="367D96"/>
                </a:solidFill>
              </a:defRPr>
            </a:lvl8pPr>
            <a:lvl9pPr>
              <a:defRPr sz="1725" b="1">
                <a:solidFill>
                  <a:srgbClr val="367D9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67D96"/>
                </a:solidFill>
              </a:defRPr>
            </a:pPr>
            <a:r>
              <a:rPr sz="1725" b="1">
                <a:solidFill>
                  <a:srgbClr val="367D96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0F3F6-3B99-48A3-871C-FCD17E59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Trace one function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F8BF3-6B08-447A-8897-FBE45738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E9197"/>
                </a:solidFill>
              </a:defRPr>
            </a:defPPr>
            <a:lvl1pPr>
              <a:defRPr sz="1725" b="1">
                <a:solidFill>
                  <a:srgbClr val="3E9197"/>
                </a:solidFill>
              </a:defRPr>
            </a:lvl1pPr>
            <a:lvl2pPr>
              <a:defRPr sz="1725" b="1">
                <a:solidFill>
                  <a:srgbClr val="3E9197"/>
                </a:solidFill>
              </a:defRPr>
            </a:lvl2pPr>
            <a:lvl3pPr>
              <a:defRPr sz="1725" b="1">
                <a:solidFill>
                  <a:srgbClr val="3E9197"/>
                </a:solidFill>
              </a:defRPr>
            </a:lvl3pPr>
            <a:lvl4pPr>
              <a:defRPr sz="1725" b="1">
                <a:solidFill>
                  <a:srgbClr val="3E9197"/>
                </a:solidFill>
              </a:defRPr>
            </a:lvl4pPr>
            <a:lvl5pPr>
              <a:defRPr sz="1725" b="1">
                <a:solidFill>
                  <a:srgbClr val="3E9197"/>
                </a:solidFill>
              </a:defRPr>
            </a:lvl5pPr>
            <a:lvl6pPr>
              <a:defRPr sz="1725" b="1">
                <a:solidFill>
                  <a:srgbClr val="3E9197"/>
                </a:solidFill>
              </a:defRPr>
            </a:lvl6pPr>
            <a:lvl7pPr>
              <a:defRPr sz="1725" b="1">
                <a:solidFill>
                  <a:srgbClr val="3E9197"/>
                </a:solidFill>
              </a:defRPr>
            </a:lvl7pPr>
            <a:lvl8pPr>
              <a:defRPr sz="1725" b="1">
                <a:solidFill>
                  <a:srgbClr val="3E9197"/>
                </a:solidFill>
              </a:defRPr>
            </a:lvl8pPr>
            <a:lvl9pPr>
              <a:defRPr sz="1725" b="1">
                <a:solidFill>
                  <a:srgbClr val="3E919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E9197"/>
                </a:solidFill>
              </a:defRPr>
            </a:pPr>
            <a:r>
              <a:rPr sz="1725" b="1">
                <a:solidFill>
                  <a:srgbClr val="3E9197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7B1E0-EDAD-4EEE-A9A7-AA2DF43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0522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Record the accumulator after each iteration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95BC7-9D1A-42F2-8534-417700FB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F6665"/>
                </a:solidFill>
              </a:defRPr>
            </a:defPPr>
            <a:lvl1pPr>
              <a:defRPr sz="1725" b="1">
                <a:solidFill>
                  <a:srgbClr val="DF6665"/>
                </a:solidFill>
              </a:defRPr>
            </a:lvl1pPr>
            <a:lvl2pPr>
              <a:defRPr sz="1725" b="1">
                <a:solidFill>
                  <a:srgbClr val="DF6665"/>
                </a:solidFill>
              </a:defRPr>
            </a:lvl2pPr>
            <a:lvl3pPr>
              <a:defRPr sz="1725" b="1">
                <a:solidFill>
                  <a:srgbClr val="DF6665"/>
                </a:solidFill>
              </a:defRPr>
            </a:lvl3pPr>
            <a:lvl4pPr>
              <a:defRPr sz="1725" b="1">
                <a:solidFill>
                  <a:srgbClr val="DF6665"/>
                </a:solidFill>
              </a:defRPr>
            </a:lvl4pPr>
            <a:lvl5pPr>
              <a:defRPr sz="1725" b="1">
                <a:solidFill>
                  <a:srgbClr val="DF6665"/>
                </a:solidFill>
              </a:defRPr>
            </a:lvl5pPr>
            <a:lvl6pPr>
              <a:defRPr sz="1725" b="1">
                <a:solidFill>
                  <a:srgbClr val="DF6665"/>
                </a:solidFill>
              </a:defRPr>
            </a:lvl6pPr>
            <a:lvl7pPr>
              <a:defRPr sz="1725" b="1">
                <a:solidFill>
                  <a:srgbClr val="DF6665"/>
                </a:solidFill>
              </a:defRPr>
            </a:lvl7pPr>
            <a:lvl8pPr>
              <a:defRPr sz="1725" b="1">
                <a:solidFill>
                  <a:srgbClr val="DF6665"/>
                </a:solidFill>
              </a:defRPr>
            </a:lvl8pPr>
            <a:lvl9pPr>
              <a:defRPr sz="1725" b="1">
                <a:solidFill>
                  <a:srgbClr val="DF666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F6665"/>
                </a:solidFill>
              </a:defRPr>
            </a:pPr>
            <a:r>
              <a:rPr sz="1725" b="1">
                <a:solidFill>
                  <a:srgbClr val="DF6665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91726-B514-4535-8CBF-5E1F77B5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950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24D"/>
                </a:solidFill>
              </a:defRPr>
            </a:defPPr>
            <a:lvl1pPr>
              <a:defRPr sz="1950" b="0">
                <a:solidFill>
                  <a:srgbClr val="17324D"/>
                </a:solidFill>
              </a:defRPr>
            </a:lvl1pPr>
            <a:lvl2pPr>
              <a:defRPr sz="1950" b="0">
                <a:solidFill>
                  <a:srgbClr val="17324D"/>
                </a:solidFill>
              </a:defRPr>
            </a:lvl2pPr>
            <a:lvl3pPr>
              <a:defRPr sz="1950" b="0">
                <a:solidFill>
                  <a:srgbClr val="17324D"/>
                </a:solidFill>
              </a:defRPr>
            </a:lvl3pPr>
            <a:lvl4pPr>
              <a:defRPr sz="1950" b="0">
                <a:solidFill>
                  <a:srgbClr val="17324D"/>
                </a:solidFill>
              </a:defRPr>
            </a:lvl4pPr>
            <a:lvl5pPr>
              <a:defRPr sz="1950" b="0">
                <a:solidFill>
                  <a:srgbClr val="17324D"/>
                </a:solidFill>
              </a:defRPr>
            </a:lvl5pPr>
            <a:lvl6pPr>
              <a:defRPr sz="1950" b="0">
                <a:solidFill>
                  <a:srgbClr val="17324D"/>
                </a:solidFill>
              </a:defRPr>
            </a:lvl6pPr>
            <a:lvl7pPr>
              <a:defRPr sz="1950" b="0">
                <a:solidFill>
                  <a:srgbClr val="17324D"/>
                </a:solidFill>
              </a:defRPr>
            </a:lvl7pPr>
            <a:lvl8pPr>
              <a:defRPr sz="1950" b="0">
                <a:solidFill>
                  <a:srgbClr val="17324D"/>
                </a:solidFill>
              </a:defRPr>
            </a:lvl8pPr>
            <a:lvl9pPr>
              <a:defRPr sz="1950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Repair one issue and rerun the same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D0AC-F463-4B0C-9F22-D97B5A4E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12:25–12:45 | Peer review</a:t>
            </a:r>
          </a:p>
        </p:txBody>
      </p:sp>
    </p:spTree>
    <p:extLst>
      <p:ext uri="{BB962C8B-B14F-4D97-AF65-F5344CB8AC3E}">
        <p14:creationId xmlns:p14="http://schemas.microsoft.com/office/powerpoint/2010/main" val="16660119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537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28E64-6053-4358-BCC3-C9E3D48E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B439A-5D6D-49F7-AC2C-FD9C7A7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2A5A0"/>
                </a:solidFill>
              </a:defRPr>
            </a:defPPr>
            <a:lvl1pPr>
              <a:defRPr sz="1425" b="1">
                <a:solidFill>
                  <a:srgbClr val="F2A5A0"/>
                </a:solidFill>
              </a:defRPr>
            </a:lvl1pPr>
            <a:lvl2pPr>
              <a:defRPr sz="1425" b="1">
                <a:solidFill>
                  <a:srgbClr val="F2A5A0"/>
                </a:solidFill>
              </a:defRPr>
            </a:lvl2pPr>
            <a:lvl3pPr>
              <a:defRPr sz="1425" b="1">
                <a:solidFill>
                  <a:srgbClr val="F2A5A0"/>
                </a:solidFill>
              </a:defRPr>
            </a:lvl3pPr>
            <a:lvl4pPr>
              <a:defRPr sz="1425" b="1">
                <a:solidFill>
                  <a:srgbClr val="F2A5A0"/>
                </a:solidFill>
              </a:defRPr>
            </a:lvl4pPr>
            <a:lvl5pPr>
              <a:defRPr sz="1425" b="1">
                <a:solidFill>
                  <a:srgbClr val="F2A5A0"/>
                </a:solidFill>
              </a:defRPr>
            </a:lvl5pPr>
            <a:lvl6pPr>
              <a:defRPr sz="1425" b="1">
                <a:solidFill>
                  <a:srgbClr val="F2A5A0"/>
                </a:solidFill>
              </a:defRPr>
            </a:lvl6pPr>
            <a:lvl7pPr>
              <a:defRPr sz="1425" b="1">
                <a:solidFill>
                  <a:srgbClr val="F2A5A0"/>
                </a:solidFill>
              </a:defRPr>
            </a:lvl7pPr>
            <a:lvl8pPr>
              <a:defRPr sz="1425" b="1">
                <a:solidFill>
                  <a:srgbClr val="F2A5A0"/>
                </a:solidFill>
              </a:defRPr>
            </a:lvl8pPr>
            <a:lvl9pPr>
              <a:defRPr sz="1425" b="1">
                <a:solidFill>
                  <a:srgbClr val="F2A5A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2A5A0"/>
                </a:solidFill>
              </a:defRPr>
            </a:pPr>
            <a:r>
              <a:rPr sz="1425" b="1">
                <a:solidFill>
                  <a:srgbClr val="F2A5A0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DA0BD-FF78-4B97-AB3E-5BDE0D9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What does input() return before conversion?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BBB54-45B0-4760-8212-A1638345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FD28D"/>
                </a:solidFill>
              </a:defRPr>
            </a:defPPr>
            <a:lvl1pPr>
              <a:defRPr sz="1425" b="1">
                <a:solidFill>
                  <a:srgbClr val="9FD28D"/>
                </a:solidFill>
              </a:defRPr>
            </a:lvl1pPr>
            <a:lvl2pPr>
              <a:defRPr sz="1425" b="1">
                <a:solidFill>
                  <a:srgbClr val="9FD28D"/>
                </a:solidFill>
              </a:defRPr>
            </a:lvl2pPr>
            <a:lvl3pPr>
              <a:defRPr sz="1425" b="1">
                <a:solidFill>
                  <a:srgbClr val="9FD28D"/>
                </a:solidFill>
              </a:defRPr>
            </a:lvl3pPr>
            <a:lvl4pPr>
              <a:defRPr sz="1425" b="1">
                <a:solidFill>
                  <a:srgbClr val="9FD28D"/>
                </a:solidFill>
              </a:defRPr>
            </a:lvl4pPr>
            <a:lvl5pPr>
              <a:defRPr sz="1425" b="1">
                <a:solidFill>
                  <a:srgbClr val="9FD28D"/>
                </a:solidFill>
              </a:defRPr>
            </a:lvl5pPr>
            <a:lvl6pPr>
              <a:defRPr sz="1425" b="1">
                <a:solidFill>
                  <a:srgbClr val="9FD28D"/>
                </a:solidFill>
              </a:defRPr>
            </a:lvl6pPr>
            <a:lvl7pPr>
              <a:defRPr sz="1425" b="1">
                <a:solidFill>
                  <a:srgbClr val="9FD28D"/>
                </a:solidFill>
              </a:defRPr>
            </a:lvl7pPr>
            <a:lvl8pPr>
              <a:defRPr sz="1425" b="1">
                <a:solidFill>
                  <a:srgbClr val="9FD28D"/>
                </a:solidFill>
              </a:defRPr>
            </a:lvl8pPr>
            <a:lvl9pPr>
              <a:defRPr sz="1425" b="1">
                <a:solidFill>
                  <a:srgbClr val="9FD28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FD28D"/>
                </a:solidFill>
              </a:defRPr>
            </a:pPr>
            <a:r>
              <a:rPr sz="1425" b="1">
                <a:solidFill>
                  <a:srgbClr val="9FD28D"/>
                </a:solidFill>
              </a:rPr>
              <a:t>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D5C72-B96A-4039-A854-483A74AE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When should you choose a for loop?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BEAF-9E83-463F-9B67-2590FE04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6CFD2"/>
                </a:solidFill>
              </a:defRPr>
            </a:defPPr>
            <a:lvl1pPr>
              <a:defRPr sz="1425" b="1">
                <a:solidFill>
                  <a:srgbClr val="96CFD2"/>
                </a:solidFill>
              </a:defRPr>
            </a:lvl1pPr>
            <a:lvl2pPr>
              <a:defRPr sz="1425" b="1">
                <a:solidFill>
                  <a:srgbClr val="96CFD2"/>
                </a:solidFill>
              </a:defRPr>
            </a:lvl2pPr>
            <a:lvl3pPr>
              <a:defRPr sz="1425" b="1">
                <a:solidFill>
                  <a:srgbClr val="96CFD2"/>
                </a:solidFill>
              </a:defRPr>
            </a:lvl3pPr>
            <a:lvl4pPr>
              <a:defRPr sz="1425" b="1">
                <a:solidFill>
                  <a:srgbClr val="96CFD2"/>
                </a:solidFill>
              </a:defRPr>
            </a:lvl4pPr>
            <a:lvl5pPr>
              <a:defRPr sz="1425" b="1">
                <a:solidFill>
                  <a:srgbClr val="96CFD2"/>
                </a:solidFill>
              </a:defRPr>
            </a:lvl5pPr>
            <a:lvl6pPr>
              <a:defRPr sz="1425" b="1">
                <a:solidFill>
                  <a:srgbClr val="96CFD2"/>
                </a:solidFill>
              </a:defRPr>
            </a:lvl6pPr>
            <a:lvl7pPr>
              <a:defRPr sz="1425" b="1">
                <a:solidFill>
                  <a:srgbClr val="96CFD2"/>
                </a:solidFill>
              </a:defRPr>
            </a:lvl7pPr>
            <a:lvl8pPr>
              <a:defRPr sz="1425" b="1">
                <a:solidFill>
                  <a:srgbClr val="96CFD2"/>
                </a:solidFill>
              </a:defRPr>
            </a:lvl8pPr>
            <a:lvl9pPr>
              <a:defRPr sz="1425" b="1">
                <a:solidFill>
                  <a:srgbClr val="96CFD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6CFD2"/>
                </a:solidFill>
              </a:defRPr>
            </a:pPr>
            <a:r>
              <a:rPr sz="1425" b="1">
                <a:solidFill>
                  <a:srgbClr val="96CFD2"/>
                </a:solidFill>
              </a:rPr>
              <a:t>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3F3D2-B874-48D6-B5E8-FDD7FF22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How are print() and return different?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50333-EAF3-4684-87DD-4749791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2A5A0"/>
                </a:solidFill>
              </a:defRPr>
            </a:defPPr>
            <a:lvl1pPr>
              <a:defRPr sz="1425" b="1">
                <a:solidFill>
                  <a:srgbClr val="F2A5A0"/>
                </a:solidFill>
              </a:defRPr>
            </a:lvl1pPr>
            <a:lvl2pPr>
              <a:defRPr sz="1425" b="1">
                <a:solidFill>
                  <a:srgbClr val="F2A5A0"/>
                </a:solidFill>
              </a:defRPr>
            </a:lvl2pPr>
            <a:lvl3pPr>
              <a:defRPr sz="1425" b="1">
                <a:solidFill>
                  <a:srgbClr val="F2A5A0"/>
                </a:solidFill>
              </a:defRPr>
            </a:lvl3pPr>
            <a:lvl4pPr>
              <a:defRPr sz="1425" b="1">
                <a:solidFill>
                  <a:srgbClr val="F2A5A0"/>
                </a:solidFill>
              </a:defRPr>
            </a:lvl4pPr>
            <a:lvl5pPr>
              <a:defRPr sz="1425" b="1">
                <a:solidFill>
                  <a:srgbClr val="F2A5A0"/>
                </a:solidFill>
              </a:defRPr>
            </a:lvl5pPr>
            <a:lvl6pPr>
              <a:defRPr sz="1425" b="1">
                <a:solidFill>
                  <a:srgbClr val="F2A5A0"/>
                </a:solidFill>
              </a:defRPr>
            </a:lvl6pPr>
            <a:lvl7pPr>
              <a:defRPr sz="1425" b="1">
                <a:solidFill>
                  <a:srgbClr val="F2A5A0"/>
                </a:solidFill>
              </a:defRPr>
            </a:lvl7pPr>
            <a:lvl8pPr>
              <a:defRPr sz="1425" b="1">
                <a:solidFill>
                  <a:srgbClr val="F2A5A0"/>
                </a:solidFill>
              </a:defRPr>
            </a:lvl8pPr>
            <a:lvl9pPr>
              <a:defRPr sz="1425" b="1">
                <a:solidFill>
                  <a:srgbClr val="F2A5A0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2A5A0"/>
                </a:solidFill>
              </a:defRPr>
            </a:pPr>
            <a:r>
              <a:rPr sz="1425" b="1">
                <a:solidFill>
                  <a:srgbClr val="F2A5A0"/>
                </a:solidFill>
              </a:rPr>
              <a:t>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F9251-445C-4756-9C15-8F4E2A8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Where did the notebook code run?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036B4-248E-4C90-9507-FACD40DA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FD28D"/>
                </a:solidFill>
              </a:defRPr>
            </a:defPPr>
            <a:lvl1pPr>
              <a:defRPr sz="1425" b="1">
                <a:solidFill>
                  <a:srgbClr val="9FD28D"/>
                </a:solidFill>
              </a:defRPr>
            </a:lvl1pPr>
            <a:lvl2pPr>
              <a:defRPr sz="1425" b="1">
                <a:solidFill>
                  <a:srgbClr val="9FD28D"/>
                </a:solidFill>
              </a:defRPr>
            </a:lvl2pPr>
            <a:lvl3pPr>
              <a:defRPr sz="1425" b="1">
                <a:solidFill>
                  <a:srgbClr val="9FD28D"/>
                </a:solidFill>
              </a:defRPr>
            </a:lvl3pPr>
            <a:lvl4pPr>
              <a:defRPr sz="1425" b="1">
                <a:solidFill>
                  <a:srgbClr val="9FD28D"/>
                </a:solidFill>
              </a:defRPr>
            </a:lvl4pPr>
            <a:lvl5pPr>
              <a:defRPr sz="1425" b="1">
                <a:solidFill>
                  <a:srgbClr val="9FD28D"/>
                </a:solidFill>
              </a:defRPr>
            </a:lvl5pPr>
            <a:lvl6pPr>
              <a:defRPr sz="1425" b="1">
                <a:solidFill>
                  <a:srgbClr val="9FD28D"/>
                </a:solidFill>
              </a:defRPr>
            </a:lvl6pPr>
            <a:lvl7pPr>
              <a:defRPr sz="1425" b="1">
                <a:solidFill>
                  <a:srgbClr val="9FD28D"/>
                </a:solidFill>
              </a:defRPr>
            </a:lvl7pPr>
            <a:lvl8pPr>
              <a:defRPr sz="1425" b="1">
                <a:solidFill>
                  <a:srgbClr val="9FD28D"/>
                </a:solidFill>
              </a:defRPr>
            </a:lvl8pPr>
            <a:lvl9pPr>
              <a:defRPr sz="1425" b="1">
                <a:solidFill>
                  <a:srgbClr val="9FD28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FD28D"/>
                </a:solidFill>
              </a:defRPr>
            </a:pPr>
            <a:r>
              <a:rPr sz="1425" b="1">
                <a:solidFill>
                  <a:srgbClr val="9FD28D"/>
                </a:solidFill>
              </a:rPr>
              <a:t>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76C85-534F-4A41-BE48-A9773009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Name one example each of compute, storage, and networking.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174CE-14FE-4DA1-92D7-A5E57BC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6CFD2"/>
                </a:solidFill>
              </a:defRPr>
            </a:defPPr>
            <a:lvl1pPr>
              <a:defRPr sz="1425" b="1">
                <a:solidFill>
                  <a:srgbClr val="96CFD2"/>
                </a:solidFill>
              </a:defRPr>
            </a:lvl1pPr>
            <a:lvl2pPr>
              <a:defRPr sz="1425" b="1">
                <a:solidFill>
                  <a:srgbClr val="96CFD2"/>
                </a:solidFill>
              </a:defRPr>
            </a:lvl2pPr>
            <a:lvl3pPr>
              <a:defRPr sz="1425" b="1">
                <a:solidFill>
                  <a:srgbClr val="96CFD2"/>
                </a:solidFill>
              </a:defRPr>
            </a:lvl3pPr>
            <a:lvl4pPr>
              <a:defRPr sz="1425" b="1">
                <a:solidFill>
                  <a:srgbClr val="96CFD2"/>
                </a:solidFill>
              </a:defRPr>
            </a:lvl4pPr>
            <a:lvl5pPr>
              <a:defRPr sz="1425" b="1">
                <a:solidFill>
                  <a:srgbClr val="96CFD2"/>
                </a:solidFill>
              </a:defRPr>
            </a:lvl5pPr>
            <a:lvl6pPr>
              <a:defRPr sz="1425" b="1">
                <a:solidFill>
                  <a:srgbClr val="96CFD2"/>
                </a:solidFill>
              </a:defRPr>
            </a:lvl6pPr>
            <a:lvl7pPr>
              <a:defRPr sz="1425" b="1">
                <a:solidFill>
                  <a:srgbClr val="96CFD2"/>
                </a:solidFill>
              </a:defRPr>
            </a:lvl7pPr>
            <a:lvl8pPr>
              <a:defRPr sz="1425" b="1">
                <a:solidFill>
                  <a:srgbClr val="96CFD2"/>
                </a:solidFill>
              </a:defRPr>
            </a:lvl8pPr>
            <a:lvl9pPr>
              <a:defRPr sz="1425" b="1">
                <a:solidFill>
                  <a:srgbClr val="96CFD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6CFD2"/>
                </a:solidFill>
              </a:defRPr>
            </a:pPr>
            <a:r>
              <a:rPr sz="1425" b="1">
                <a:solidFill>
                  <a:srgbClr val="96CFD2"/>
                </a:solidFill>
              </a:rPr>
              <a:t>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27D11-ABE1-4631-A90A-BDC8C01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Which concept needs another practice session?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F27CB-0E51-47C6-BC05-2AE9B50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425" b="1">
                <a:solidFill>
                  <a:srgbClr val="F2A5A0"/>
                </a:solidFill>
              </a:defRPr>
            </a:defPPr>
            <a:lvl1pPr algn="r">
              <a:defRPr sz="1425" b="1">
                <a:solidFill>
                  <a:srgbClr val="F2A5A0"/>
                </a:solidFill>
              </a:defRPr>
            </a:lvl1pPr>
            <a:lvl2pPr algn="r">
              <a:defRPr sz="1425" b="1">
                <a:solidFill>
                  <a:srgbClr val="F2A5A0"/>
                </a:solidFill>
              </a:defRPr>
            </a:lvl2pPr>
            <a:lvl3pPr algn="r">
              <a:defRPr sz="1425" b="1">
                <a:solidFill>
                  <a:srgbClr val="F2A5A0"/>
                </a:solidFill>
              </a:defRPr>
            </a:lvl3pPr>
            <a:lvl4pPr algn="r">
              <a:defRPr sz="1425" b="1">
                <a:solidFill>
                  <a:srgbClr val="F2A5A0"/>
                </a:solidFill>
              </a:defRPr>
            </a:lvl4pPr>
            <a:lvl5pPr algn="r">
              <a:defRPr sz="1425" b="1">
                <a:solidFill>
                  <a:srgbClr val="F2A5A0"/>
                </a:solidFill>
              </a:defRPr>
            </a:lvl5pPr>
            <a:lvl6pPr algn="r">
              <a:defRPr sz="1425" b="1">
                <a:solidFill>
                  <a:srgbClr val="F2A5A0"/>
                </a:solidFill>
              </a:defRPr>
            </a:lvl6pPr>
            <a:lvl7pPr algn="r">
              <a:defRPr sz="1425" b="1">
                <a:solidFill>
                  <a:srgbClr val="F2A5A0"/>
                </a:solidFill>
              </a:defRPr>
            </a:lvl7pPr>
            <a:lvl8pPr algn="r">
              <a:defRPr sz="1425" b="1">
                <a:solidFill>
                  <a:srgbClr val="F2A5A0"/>
                </a:solidFill>
              </a:defRPr>
            </a:lvl8pPr>
            <a:lvl9pPr algn="r">
              <a:defRPr sz="1425" b="1">
                <a:solidFill>
                  <a:srgbClr val="F2A5A0"/>
                </a:solidFill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F2A5A0"/>
                </a:solidFill>
              </a:defRPr>
            </a:pPr>
            <a:r>
              <a:rPr sz="1425" b="1">
                <a:solidFill>
                  <a:srgbClr val="F2A5A0"/>
                </a:solidFill>
              </a:rPr>
              <a:t>Download your .ipynb before leaving.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577A8-B1FD-439C-AE34-25B2557E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E8495"/>
                </a:solidFill>
              </a:defRPr>
            </a:defPPr>
            <a:lvl1pPr>
              <a:defRPr sz="750" b="0">
                <a:solidFill>
                  <a:srgbClr val="6E8495"/>
                </a:solidFill>
              </a:defRPr>
            </a:lvl1pPr>
            <a:lvl2pPr>
              <a:defRPr sz="750" b="0">
                <a:solidFill>
                  <a:srgbClr val="6E8495"/>
                </a:solidFill>
              </a:defRPr>
            </a:lvl2pPr>
            <a:lvl3pPr>
              <a:defRPr sz="750" b="0">
                <a:solidFill>
                  <a:srgbClr val="6E8495"/>
                </a:solidFill>
              </a:defRPr>
            </a:lvl3pPr>
            <a:lvl4pPr>
              <a:defRPr sz="750" b="0">
                <a:solidFill>
                  <a:srgbClr val="6E8495"/>
                </a:solidFill>
              </a:defRPr>
            </a:lvl4pPr>
            <a:lvl5pPr>
              <a:defRPr sz="750" b="0">
                <a:solidFill>
                  <a:srgbClr val="6E8495"/>
                </a:solidFill>
              </a:defRPr>
            </a:lvl5pPr>
            <a:lvl6pPr>
              <a:defRPr sz="750" b="0">
                <a:solidFill>
                  <a:srgbClr val="6E8495"/>
                </a:solidFill>
              </a:defRPr>
            </a:lvl6pPr>
            <a:lvl7pPr>
              <a:defRPr sz="750" b="0">
                <a:solidFill>
                  <a:srgbClr val="6E8495"/>
                </a:solidFill>
              </a:defRPr>
            </a:lvl7pPr>
            <a:lvl8pPr>
              <a:defRPr sz="750" b="0">
                <a:solidFill>
                  <a:srgbClr val="6E8495"/>
                </a:solidFill>
              </a:defRPr>
            </a:lvl8pPr>
            <a:lvl9pPr>
              <a:defRPr sz="750" b="0">
                <a:solidFill>
                  <a:srgbClr val="6E8495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E8495"/>
                </a:solidFill>
              </a:defRPr>
            </a:pPr>
            <a:r>
              <a:rPr sz="750" b="0">
                <a:solidFill>
                  <a:srgbClr val="6E8495"/>
                </a:solidFill>
              </a:rPr>
              <a:t>12:45–1:00 | Reflection and download</a:t>
            </a:r>
          </a:p>
        </p:txBody>
      </p:sp>
    </p:spTree>
    <p:extLst>
      <p:ext uri="{BB962C8B-B14F-4D97-AF65-F5344CB8AC3E}">
        <p14:creationId xmlns:p14="http://schemas.microsoft.com/office/powerpoint/2010/main" val="451050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2026-10-24T01:46:43.5980000Z</dcterms:created>
  <dcterms:modified xsi:type="dcterms:W3CDTF">2026-10-24T01:46:43.5980000Z</dcterms:modified>
</coreProperties>
</file>