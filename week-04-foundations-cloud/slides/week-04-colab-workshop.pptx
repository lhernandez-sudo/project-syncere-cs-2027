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2f767d39ba4d45" /><Relationship Type="http://schemas.openxmlformats.org/officeDocument/2006/relationships/extended-properties" Target="/docProps/app.xml" Id="R88882a3a95704389" /><Relationship Type="http://schemas.openxmlformats.org/officeDocument/2006/relationships/officeDocument" Target="/ppt/presentation.xml" Id="R79f89eecc3f74f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8fa2df65d4427b"/>
  </p:sldMasterIdLst>
  <p:notesMasterIdLst>
    <p:notesMasterId xmlns:r="http://schemas.openxmlformats.org/officeDocument/2006/relationships" r:id="Rcbd5b78feefb445a"/>
  </p:notesMasterIdLst>
  <p:sldIdLst>
    <p:sldId xmlns:r="http://schemas.openxmlformats.org/officeDocument/2006/relationships" id="256" r:id="Rf97ba4daf5b54806"/>
    <p:sldId xmlns:r="http://schemas.openxmlformats.org/officeDocument/2006/relationships" id="257" r:id="Rce8419ef4e1d48c9"/>
    <p:sldId xmlns:r="http://schemas.openxmlformats.org/officeDocument/2006/relationships" id="258" r:id="R03b3b3d69e26438a"/>
    <p:sldId xmlns:r="http://schemas.openxmlformats.org/officeDocument/2006/relationships" id="259" r:id="R0867dbfb68684dc3"/>
    <p:sldId xmlns:r="http://schemas.openxmlformats.org/officeDocument/2006/relationships" id="260" r:id="R23b78c55ad8d44e7"/>
    <p:sldId xmlns:r="http://schemas.openxmlformats.org/officeDocument/2006/relationships" id="261" r:id="Rbacd9a204f6c4431"/>
    <p:sldId xmlns:r="http://schemas.openxmlformats.org/officeDocument/2006/relationships" id="262" r:id="R1ced72486c564b69"/>
    <p:sldId xmlns:r="http://schemas.openxmlformats.org/officeDocument/2006/relationships" id="263" r:id="R894a28a2ef3c4a3d"/>
    <p:sldId xmlns:r="http://schemas.openxmlformats.org/officeDocument/2006/relationships" id="264" r:id="R666ca138f9d944f3"/>
    <p:sldId xmlns:r="http://schemas.openxmlformats.org/officeDocument/2006/relationships" id="265" r:id="R9b778619796d4390"/>
    <p:sldId xmlns:r="http://schemas.openxmlformats.org/officeDocument/2006/relationships" id="266" r:id="R3f320ea978114cae"/>
    <p:sldId xmlns:r="http://schemas.openxmlformats.org/officeDocument/2006/relationships" id="267" r:id="Rf60d392baea443f3"/>
    <p:sldId xmlns:r="http://schemas.openxmlformats.org/officeDocument/2006/relationships" id="268" r:id="Raa27be19e6114cd1"/>
    <p:sldId xmlns:r="http://schemas.openxmlformats.org/officeDocument/2006/relationships" id="269" r:id="R78e6e32b9d804b90"/>
    <p:sldId xmlns:r="http://schemas.openxmlformats.org/officeDocument/2006/relationships" id="270" r:id="Rf20c53eaedc141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a398166cc84c78" /><Relationship Type="http://schemas.openxmlformats.org/officeDocument/2006/relationships/slideMaster" Target="/ppt/slideMasters/slideMaster1.xml" Id="Rce8fa2df65d4427b" /><Relationship Type="http://schemas.openxmlformats.org/officeDocument/2006/relationships/notesMaster" Target="/ppt/notesMasters/notesMaster1.xml" Id="Rcbd5b78feefb445a" /><Relationship Type="http://schemas.openxmlformats.org/officeDocument/2006/relationships/presProps" Target="/ppt/presProps.xml" Id="R1cb19fffd5e749f9" /><Relationship Type="http://schemas.openxmlformats.org/officeDocument/2006/relationships/tableStyles" Target="/ppt/tableStyles.xml" Id="R14aa133dfd6b474d" /><Relationship Type="http://schemas.openxmlformats.org/officeDocument/2006/relationships/slide" Target="/ppt/slides/slide1.xml" Id="Rf97ba4daf5b54806" /><Relationship Type="http://schemas.openxmlformats.org/officeDocument/2006/relationships/slide" Target="/ppt/slides/slide2.xml" Id="Rce8419ef4e1d48c9" /><Relationship Type="http://schemas.openxmlformats.org/officeDocument/2006/relationships/slide" Target="/ppt/slides/slide3.xml" Id="R03b3b3d69e26438a" /><Relationship Type="http://schemas.openxmlformats.org/officeDocument/2006/relationships/slide" Target="/ppt/slides/slide4.xml" Id="R0867dbfb68684dc3" /><Relationship Type="http://schemas.openxmlformats.org/officeDocument/2006/relationships/slide" Target="/ppt/slides/slide5.xml" Id="R23b78c55ad8d44e7" /><Relationship Type="http://schemas.openxmlformats.org/officeDocument/2006/relationships/slide" Target="/ppt/slides/slide6.xml" Id="Rbacd9a204f6c4431" /><Relationship Type="http://schemas.openxmlformats.org/officeDocument/2006/relationships/slide" Target="/ppt/slides/slide7.xml" Id="R1ced72486c564b69" /><Relationship Type="http://schemas.openxmlformats.org/officeDocument/2006/relationships/slide" Target="/ppt/slides/slide8.xml" Id="R894a28a2ef3c4a3d" /><Relationship Type="http://schemas.openxmlformats.org/officeDocument/2006/relationships/slide" Target="/ppt/slides/slide9.xml" Id="R666ca138f9d944f3" /><Relationship Type="http://schemas.openxmlformats.org/officeDocument/2006/relationships/slide" Target="/ppt/slides/slide10.xml" Id="R9b778619796d4390" /><Relationship Type="http://schemas.openxmlformats.org/officeDocument/2006/relationships/slide" Target="/ppt/slides/slide11.xml" Id="R3f320ea978114cae" /><Relationship Type="http://schemas.openxmlformats.org/officeDocument/2006/relationships/slide" Target="/ppt/slides/slide12.xml" Id="Rf60d392baea443f3" /><Relationship Type="http://schemas.openxmlformats.org/officeDocument/2006/relationships/slide" Target="/ppt/slides/slide13.xml" Id="Raa27be19e6114cd1" /><Relationship Type="http://schemas.openxmlformats.org/officeDocument/2006/relationships/slide" Target="/ppt/slides/slide14.xml" Id="R78e6e32b9d804b90" /><Relationship Type="http://schemas.openxmlformats.org/officeDocument/2006/relationships/slide" Target="/ppt/slides/slide15.xml" Id="Rf20c53eaedc141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374a2952f748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6c747a895543eb" /><Relationship Type="http://schemas.openxmlformats.org/officeDocument/2006/relationships/notesMaster" Target="/ppt/notesMasters/notesMaster1.xml" Id="R77502604dd4447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28f01d3b3b42f1" /><Relationship Type="http://schemas.openxmlformats.org/officeDocument/2006/relationships/notesMaster" Target="/ppt/notesMasters/notesMaster1.xml" Id="Rd041d1de26ae4c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1d398ac30c4c5f" /><Relationship Type="http://schemas.openxmlformats.org/officeDocument/2006/relationships/notesMaster" Target="/ppt/notesMasters/notesMaster1.xml" Id="R55eeb41da2054d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d00588d8af4bad" /><Relationship Type="http://schemas.openxmlformats.org/officeDocument/2006/relationships/notesMaster" Target="/ppt/notesMasters/notesMaster1.xml" Id="Rd0c7f3f08fe245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bc6f0d68b84492" /><Relationship Type="http://schemas.openxmlformats.org/officeDocument/2006/relationships/notesMaster" Target="/ppt/notesMasters/notesMaster1.xml" Id="R2897f7f740ab4f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e364d72de74b4a" /><Relationship Type="http://schemas.openxmlformats.org/officeDocument/2006/relationships/notesMaster" Target="/ppt/notesMasters/notesMaster1.xml" Id="Rf0dc7f11060a41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44fd010567f4c3c" /><Relationship Type="http://schemas.openxmlformats.org/officeDocument/2006/relationships/notesMaster" Target="/ppt/notesMasters/notesMaster1.xml" Id="R6aed94410b324b2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0db5b180b043b7" /><Relationship Type="http://schemas.openxmlformats.org/officeDocument/2006/relationships/notesMaster" Target="/ppt/notesMasters/notesMaster1.xml" Id="Ra97cda0846dc49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b3f3d730c141e8" /><Relationship Type="http://schemas.openxmlformats.org/officeDocument/2006/relationships/notesMaster" Target="/ppt/notesMasters/notesMaster1.xml" Id="R97b81fb4afe842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7e0d8c18214b51" /><Relationship Type="http://schemas.openxmlformats.org/officeDocument/2006/relationships/notesMaster" Target="/ppt/notesMasters/notesMaster1.xml" Id="Rb148d2fddd5b4b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94f5617befe4d0a" /><Relationship Type="http://schemas.openxmlformats.org/officeDocument/2006/relationships/notesMaster" Target="/ppt/notesMasters/notesMaster1.xml" Id="Rcb1f2f50036d4e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3bb0754a1a4c3e" /><Relationship Type="http://schemas.openxmlformats.org/officeDocument/2006/relationships/notesMaster" Target="/ppt/notesMasters/notesMaster1.xml" Id="R7a51a6155ed143c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2ceb61b46a4e05" /><Relationship Type="http://schemas.openxmlformats.org/officeDocument/2006/relationships/notesMaster" Target="/ppt/notesMasters/notesMaster1.xml" Id="R6fc5c94c6d6d43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41b31ee216b4814" /><Relationship Type="http://schemas.openxmlformats.org/officeDocument/2006/relationships/notesMaster" Target="/ppt/notesMasters/notesMaster1.xml" Id="Rf2090e27f21f42f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335e2321d7349f3" /><Relationship Type="http://schemas.openxmlformats.org/officeDocument/2006/relationships/notesMaster" Target="/ppt/notesMasters/notesMaster1.xml" Id="R59ccdb32617646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day simply: twenty minutes of direct review, fifteen minutes to launch, then most of class in the notebook. Students should leave with a repaired notebook and a working tracker.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input returns str; the code prints 25 after conversion; Python cannot add str and int. Ask students to trace the value through minutes_text, minutes, and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Pass; == checks equality; totals are 4, 11, 19; while fits retrying until a condition changes. Ask what score and total mean on each loop iteration.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argument 6; parameter score; return value 8. return sends a value to the caller; print displays information. Ask students which topic needs the most practice.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brief. Students should use the self-check output to decide what to revisit. A TRY AGAIN result is a clue, not a grade.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out the two long notebook blocks and the project block. Preserve both breaks.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Share https://colab.research.google.com/github/lhernandez-sudo/project-syncere-cs-2027/blob/main/week-04-foundations-cloud/exercises/foundations-review.ipynb. Confirm every student sees Notebook ready before moving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Circulate rather than lecture. Pause the room only for a misconception affecting several students. Minimum target before break: complete through Practice 6 and run the matching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Take the full ten-minute break.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Focus help on return values and accumulator state. Students who finish early should explain one repair to a partner without typing for them.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Take the full ten-minute break. Prepare the Raspberry Pi during the break.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discussion to fifteen minutes. Hold up the Pi and identify processor, memory, storage, and network. Ask where Colab code runs and which runtime files disappear. Source: https://research.google.com/colaboratory/intl/en-GB/faq.html and https://csrc.nist.gov/pubs/sp/800/145/final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work in Section 10. Require the minimum tracker before validation or other extensions. Ask students to show the normal, high-boundary, low-boundary, and mixed tests.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Partners use the notebook checks. The reviewer asks questions and records results. The developer controls the keyboard and makes the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Collect responses. Use the final question to plan the next opening review. Confirm students download their notebook before leaving.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058784133e4f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e3c7d3ef014f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015cf7778a42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f9dbc7b35d4d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461407dc642f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23dd5d233d4c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91AD68-2B86-41ED-A84E-988E611A6F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9FDE9F7-BB67-4BE4-8EA8-E6F7C0402E6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D8DD653-784D-4DED-9AB0-6A9D09A12A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D3FCD4-DA8C-44AB-AD84-7A8383840E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D92764C-59B1-47EF-9199-A69C8E2F71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E935F0C-24CB-40F6-A33F-2D309E2E42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B49A87-A53C-4C85-8351-ADABE10F9C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CF37E18-CC99-4113-A09D-43C811F0C0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E4A909-E3C4-45BD-A7D6-5EA399F5C9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9B7CD36-71C2-4520-BC39-B64A99B9A7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734b8e268349d1" /><Relationship Type="http://schemas.openxmlformats.org/officeDocument/2006/relationships/slideLayout" Target="/ppt/slideLayouts/slideLayout1.xml" Id="R6af8a5d45d9e4eca" /><Relationship Type="http://schemas.openxmlformats.org/officeDocument/2006/relationships/slideLayout" Target="/ppt/slideLayouts/slideLayout2.xml" Id="Re08a0b2d394a4f85" /><Relationship Type="http://schemas.openxmlformats.org/officeDocument/2006/relationships/slideLayout" Target="/ppt/slideLayouts/slideLayout3.xml" Id="R520d2c9a2d5a4b38" /><Relationship Type="http://schemas.openxmlformats.org/officeDocument/2006/relationships/slideLayout" Target="/ppt/slideLayouts/slideLayout4.xml" Id="Rb585f36903e64dac" /><Relationship Type="http://schemas.openxmlformats.org/officeDocument/2006/relationships/slideLayout" Target="/ppt/slideLayouts/slideLayout5.xml" Id="R0ff1b8c201aa4404" /><Relationship Type="http://schemas.openxmlformats.org/officeDocument/2006/relationships/slideLayout" Target="/ppt/slideLayouts/slideLayout6.xml" Id="R7e173a398bdb46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f8a5d45d9e4eca"/>
    <p:sldLayoutId xmlns:r="http://schemas.openxmlformats.org/officeDocument/2006/relationships" id="2147483650" r:id="Re08a0b2d394a4f85"/>
    <p:sldLayoutId xmlns:r="http://schemas.openxmlformats.org/officeDocument/2006/relationships" id="2147483651" r:id="R520d2c9a2d5a4b38"/>
    <p:sldLayoutId xmlns:r="http://schemas.openxmlformats.org/officeDocument/2006/relationships" id="2147483652" r:id="Rb585f36903e64dac"/>
    <p:sldLayoutId xmlns:r="http://schemas.openxmlformats.org/officeDocument/2006/relationships" id="2147483653" r:id="R0ff1b8c201aa4404"/>
    <p:sldLayoutId xmlns:r="http://schemas.openxmlformats.org/officeDocument/2006/relationships" id="2147483654" r:id="R7e173a398bdb46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b1fd9cebab48ec" /><Relationship Type="http://schemas.openxmlformats.org/officeDocument/2006/relationships/notesSlide" Target="/ppt/notesSlides/notesSlide1.xml" Id="R061dbad2147d4e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9b1cc4cfef4a3f" /><Relationship Type="http://schemas.openxmlformats.org/officeDocument/2006/relationships/notesSlide" Target="/ppt/notesSlides/notesSlide2.xml" Id="R4d73ce238f1244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6e9cc4de514c09" /><Relationship Type="http://schemas.openxmlformats.org/officeDocument/2006/relationships/notesSlide" Target="/ppt/notesSlides/notesSlide3.xml" Id="Rfcd66f8bf2894a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255820e89f4802" /><Relationship Type="http://schemas.openxmlformats.org/officeDocument/2006/relationships/notesSlide" Target="/ppt/notesSlides/notesSlide4.xml" Id="Ra68d844e949f40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35f8447bd64749" /><Relationship Type="http://schemas.openxmlformats.org/officeDocument/2006/relationships/notesSlide" Target="/ppt/notesSlides/notesSlide5.xml" Id="R47d5cbb22d1746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f6c30da9f040e2" /><Relationship Type="http://schemas.openxmlformats.org/officeDocument/2006/relationships/notesSlide" Target="/ppt/notesSlides/notesSlide6.xml" Id="R0f7abe042a2649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ba209f8a454e70" /><Relationship Type="http://schemas.openxmlformats.org/officeDocument/2006/relationships/notesSlide" Target="/ppt/notesSlides/notesSlide7.xml" Id="R16103b4b1f7e41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d4af0495a541be" /><Relationship Type="http://schemas.openxmlformats.org/officeDocument/2006/relationships/notesSlide" Target="/ppt/notesSlides/notesSlide8.xml" Id="R336bda0faae244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b08e07a0b14f7f" /><Relationship Type="http://schemas.openxmlformats.org/officeDocument/2006/relationships/notesSlide" Target="/ppt/notesSlides/notesSlide9.xml" Id="R81934fcfb71c4c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59fb3690e04e6f" /><Relationship Type="http://schemas.openxmlformats.org/officeDocument/2006/relationships/notesSlide" Target="/ppt/notesSlides/notesSlide10.xml" Id="R932c0f516d41426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f213d5a5104189" /><Relationship Type="http://schemas.openxmlformats.org/officeDocument/2006/relationships/notesSlide" Target="/ppt/notesSlides/notesSlide11.xml" Id="R67333dbe46e24b8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20ed18ac3949e5" /><Relationship Type="http://schemas.openxmlformats.org/officeDocument/2006/relationships/notesSlide" Target="/ppt/notesSlides/notesSlide12.xml" Id="R11765d3e21f34f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6b53cc269f425f" /><Relationship Type="http://schemas.openxmlformats.org/officeDocument/2006/relationships/notesSlide" Target="/ppt/notesSlides/notesSlide13.xml" Id="R40d21e7fc8e3434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fc69efcd654d76" /><Relationship Type="http://schemas.openxmlformats.org/officeDocument/2006/relationships/notesSlide" Target="/ppt/notesSlides/notesSlide14.xml" Id="R6aec6a7bfade401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9fa80dccaf44ab" /><Relationship Type="http://schemas.openxmlformats.org/officeDocument/2006/relationships/notesSlide" Target="/ppt/notesSlides/notesSlide15.xml" Id="Re507daf8d67040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7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FD47E-829B-4798-9833-2F2CC017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66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D3489-FA16-4F52-BDB6-D0E43491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71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ED4D7"/>
                </a:solidFill>
              </a:defRPr>
            </a:defPPr>
            <a:lvl1pPr>
              <a:defRPr sz="1350" b="1">
                <a:solidFill>
                  <a:srgbClr val="9ED4D7"/>
                </a:solidFill>
              </a:defRPr>
            </a:lvl1pPr>
            <a:lvl2pPr>
              <a:defRPr sz="1350" b="1">
                <a:solidFill>
                  <a:srgbClr val="9ED4D7"/>
                </a:solidFill>
              </a:defRPr>
            </a:lvl2pPr>
            <a:lvl3pPr>
              <a:defRPr sz="1350" b="1">
                <a:solidFill>
                  <a:srgbClr val="9ED4D7"/>
                </a:solidFill>
              </a:defRPr>
            </a:lvl3pPr>
            <a:lvl4pPr>
              <a:defRPr sz="1350" b="1">
                <a:solidFill>
                  <a:srgbClr val="9ED4D7"/>
                </a:solidFill>
              </a:defRPr>
            </a:lvl4pPr>
            <a:lvl5pPr>
              <a:defRPr sz="1350" b="1">
                <a:solidFill>
                  <a:srgbClr val="9ED4D7"/>
                </a:solidFill>
              </a:defRPr>
            </a:lvl5pPr>
            <a:lvl6pPr>
              <a:defRPr sz="1350" b="1">
                <a:solidFill>
                  <a:srgbClr val="9ED4D7"/>
                </a:solidFill>
              </a:defRPr>
            </a:lvl6pPr>
            <a:lvl7pPr>
              <a:defRPr sz="1350" b="1">
                <a:solidFill>
                  <a:srgbClr val="9ED4D7"/>
                </a:solidFill>
              </a:defRPr>
            </a:lvl7pPr>
            <a:lvl8pPr>
              <a:defRPr sz="1350" b="1">
                <a:solidFill>
                  <a:srgbClr val="9ED4D7"/>
                </a:solidFill>
              </a:defRPr>
            </a:lvl8pPr>
            <a:lvl9pPr>
              <a:defRPr sz="1350" b="1">
                <a:solidFill>
                  <a:srgbClr val="9ED4D7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9ED4D7"/>
                </a:solidFill>
              </a:defRPr>
            </a:pPr>
            <a:r>
              <a:rPr sz="1350" b="1">
                <a:solidFill>
                  <a:srgbClr val="9ED4D7"/>
                </a:solidFill>
              </a:rPr>
              <a:t>WEEK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8875C-D316-4C4A-8254-0EF93BFA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00" b="1">
                <a:solidFill>
                  <a:srgbClr val="FFFFFF"/>
                </a:solidFill>
              </a:defRPr>
            </a:defPPr>
            <a:lvl1pPr>
              <a:defRPr sz="4200" b="1">
                <a:solidFill>
                  <a:srgbClr val="FFFFFF"/>
                </a:solidFill>
              </a:defRPr>
            </a:lvl1pPr>
            <a:lvl2pPr>
              <a:defRPr sz="4200" b="1">
                <a:solidFill>
                  <a:srgbClr val="FFFFFF"/>
                </a:solidFill>
              </a:defRPr>
            </a:lvl2pPr>
            <a:lvl3pPr>
              <a:defRPr sz="4200" b="1">
                <a:solidFill>
                  <a:srgbClr val="FFFFFF"/>
                </a:solidFill>
              </a:defRPr>
            </a:lvl3pPr>
            <a:lvl4pPr>
              <a:defRPr sz="4200" b="1">
                <a:solidFill>
                  <a:srgbClr val="FFFFFF"/>
                </a:solidFill>
              </a:defRPr>
            </a:lvl4pPr>
            <a:lvl5pPr>
              <a:defRPr sz="4200" b="1">
                <a:solidFill>
                  <a:srgbClr val="FFFFFF"/>
                </a:solidFill>
              </a:defRPr>
            </a:lvl5pPr>
            <a:lvl6pPr>
              <a:defRPr sz="4200" b="1">
                <a:solidFill>
                  <a:srgbClr val="FFFFFF"/>
                </a:solidFill>
              </a:defRPr>
            </a:lvl6pPr>
            <a:lvl7pPr>
              <a:defRPr sz="4200" b="1">
                <a:solidFill>
                  <a:srgbClr val="FFFFFF"/>
                </a:solidFill>
              </a:defRPr>
            </a:lvl7pPr>
            <a:lvl8pPr>
              <a:defRPr sz="4200" b="1">
                <a:solidFill>
                  <a:srgbClr val="FFFFFF"/>
                </a:solidFill>
              </a:defRPr>
            </a:lvl8pPr>
            <a:lvl9pPr>
              <a:defRPr sz="42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Python foundations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workshop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F57EB-BB8A-4397-BD13-7567C997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76625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3AAA5"/>
                </a:solidFill>
              </a:defRPr>
            </a:defPPr>
            <a:lvl1pPr>
              <a:defRPr sz="2100" b="0">
                <a:solidFill>
                  <a:srgbClr val="F3AAA5"/>
                </a:solidFill>
              </a:defRPr>
            </a:lvl1pPr>
            <a:lvl2pPr>
              <a:defRPr sz="2100" b="0">
                <a:solidFill>
                  <a:srgbClr val="F3AAA5"/>
                </a:solidFill>
              </a:defRPr>
            </a:lvl2pPr>
            <a:lvl3pPr>
              <a:defRPr sz="2100" b="0">
                <a:solidFill>
                  <a:srgbClr val="F3AAA5"/>
                </a:solidFill>
              </a:defRPr>
            </a:lvl3pPr>
            <a:lvl4pPr>
              <a:defRPr sz="2100" b="0">
                <a:solidFill>
                  <a:srgbClr val="F3AAA5"/>
                </a:solidFill>
              </a:defRPr>
            </a:lvl4pPr>
            <a:lvl5pPr>
              <a:defRPr sz="2100" b="0">
                <a:solidFill>
                  <a:srgbClr val="F3AAA5"/>
                </a:solidFill>
              </a:defRPr>
            </a:lvl5pPr>
            <a:lvl6pPr>
              <a:defRPr sz="2100" b="0">
                <a:solidFill>
                  <a:srgbClr val="F3AAA5"/>
                </a:solidFill>
              </a:defRPr>
            </a:lvl6pPr>
            <a:lvl7pPr>
              <a:defRPr sz="2100" b="0">
                <a:solidFill>
                  <a:srgbClr val="F3AAA5"/>
                </a:solidFill>
              </a:defRPr>
            </a:lvl7pPr>
            <a:lvl8pPr>
              <a:defRPr sz="2100" b="0">
                <a:solidFill>
                  <a:srgbClr val="F3AAA5"/>
                </a:solidFill>
              </a:defRPr>
            </a:lvl8pPr>
            <a:lvl9pPr>
              <a:defRPr sz="2100" b="0">
                <a:solidFill>
                  <a:srgbClr val="F3AAA5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3AAA5"/>
                </a:solidFill>
              </a:defRPr>
            </a:pPr>
            <a:r>
              <a:rPr sz="2100" b="0">
                <a:solidFill>
                  <a:srgbClr val="F3AAA5"/>
                </a:solidFill>
              </a:rPr>
              <a:t>Short review, then build in Colab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3ABD3-FBAE-4774-BBEE-FEC3FC26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7E2"/>
                </a:solidFill>
              </a:defRPr>
            </a:defPPr>
            <a:lvl1pPr>
              <a:defRPr sz="1200" b="0">
                <a:solidFill>
                  <a:srgbClr val="C4D7E2"/>
                </a:solidFill>
              </a:defRPr>
            </a:lvl1pPr>
            <a:lvl2pPr>
              <a:defRPr sz="1200" b="0">
                <a:solidFill>
                  <a:srgbClr val="C4D7E2"/>
                </a:solidFill>
              </a:defRPr>
            </a:lvl2pPr>
            <a:lvl3pPr>
              <a:defRPr sz="1200" b="0">
                <a:solidFill>
                  <a:srgbClr val="C4D7E2"/>
                </a:solidFill>
              </a:defRPr>
            </a:lvl3pPr>
            <a:lvl4pPr>
              <a:defRPr sz="1200" b="0">
                <a:solidFill>
                  <a:srgbClr val="C4D7E2"/>
                </a:solidFill>
              </a:defRPr>
            </a:lvl4pPr>
            <a:lvl5pPr>
              <a:defRPr sz="1200" b="0">
                <a:solidFill>
                  <a:srgbClr val="C4D7E2"/>
                </a:solidFill>
              </a:defRPr>
            </a:lvl5pPr>
            <a:lvl6pPr>
              <a:defRPr sz="1200" b="0">
                <a:solidFill>
                  <a:srgbClr val="C4D7E2"/>
                </a:solidFill>
              </a:defRPr>
            </a:lvl6pPr>
            <a:lvl7pPr>
              <a:defRPr sz="1200" b="0">
                <a:solidFill>
                  <a:srgbClr val="C4D7E2"/>
                </a:solidFill>
              </a:defRPr>
            </a:lvl7pPr>
            <a:lvl8pPr>
              <a:defRPr sz="1200" b="0">
                <a:solidFill>
                  <a:srgbClr val="C4D7E2"/>
                </a:solidFill>
              </a:defRPr>
            </a:lvl8pPr>
            <a:lvl9pPr>
              <a:defRPr sz="1200" b="0">
                <a:solidFill>
                  <a:srgbClr val="C4D7E2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7E2"/>
                </a:solidFill>
              </a:defRPr>
            </a:pPr>
            <a:r>
              <a:rPr sz="1200" b="0">
                <a:solidFill>
                  <a:srgbClr val="C4D7E2"/>
                </a:solidFill>
              </a:rPr>
              <a:t>9:00 AM to 1:00 PM</a:t>
            </a:r>
          </a:p>
        </p:txBody>
      </p:sp>
    </p:spTree>
    <p:extLst>
      <p:ext uri="{BB962C8B-B14F-4D97-AF65-F5344CB8AC3E}">
        <p14:creationId xmlns:p14="http://schemas.microsoft.com/office/powerpoint/2010/main" val="5260198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ED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1FAB4C-0613-4EE3-84E4-1859EAE8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Review 1: values and types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3AC127-2B22-4461-AABF-8FA4C9D8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Assume the user enters 20. Answer on paper before running.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7C5248-7E5B-4227-A20D-44DBBF8C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533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E2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33090-2355-4879-9E76-40FB6C4D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38325"/>
            <a:ext cx="4876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DF4E4"/>
                </a:solidFill>
              </a:defRPr>
            </a:defPPr>
            <a:lvl1pPr>
              <a:defRPr sz="1575" b="0">
                <a:solidFill>
                  <a:srgbClr val="DDF4E4"/>
                </a:solidFill>
              </a:defRPr>
            </a:lvl1pPr>
            <a:lvl2pPr>
              <a:defRPr sz="1575" b="0">
                <a:solidFill>
                  <a:srgbClr val="DDF4E4"/>
                </a:solidFill>
              </a:defRPr>
            </a:lvl2pPr>
            <a:lvl3pPr>
              <a:defRPr sz="1575" b="0">
                <a:solidFill>
                  <a:srgbClr val="DDF4E4"/>
                </a:solidFill>
              </a:defRPr>
            </a:lvl3pPr>
            <a:lvl4pPr>
              <a:defRPr sz="1575" b="0">
                <a:solidFill>
                  <a:srgbClr val="DDF4E4"/>
                </a:solidFill>
              </a:defRPr>
            </a:lvl4pPr>
            <a:lvl5pPr>
              <a:defRPr sz="1575" b="0">
                <a:solidFill>
                  <a:srgbClr val="DDF4E4"/>
                </a:solidFill>
              </a:defRPr>
            </a:lvl5pPr>
            <a:lvl6pPr>
              <a:defRPr sz="1575" b="0">
                <a:solidFill>
                  <a:srgbClr val="DDF4E4"/>
                </a:solidFill>
              </a:defRPr>
            </a:lvl6pPr>
            <a:lvl7pPr>
              <a:defRPr sz="1575" b="0">
                <a:solidFill>
                  <a:srgbClr val="DDF4E4"/>
                </a:solidFill>
              </a:defRPr>
            </a:lvl7pPr>
            <a:lvl8pPr>
              <a:defRPr sz="1575" b="0">
                <a:solidFill>
                  <a:srgbClr val="DDF4E4"/>
                </a:solidFill>
              </a:defRPr>
            </a:lvl8pPr>
            <a:lvl9pPr>
              <a:defRPr sz="1575" b="0">
                <a:solidFill>
                  <a:srgbClr val="DDF4E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DF4E4"/>
                </a:solidFill>
              </a:defRPr>
            </a:pPr>
            <a:r>
              <a:rPr sz="1575" b="0">
                <a:solidFill>
                  <a:srgbClr val="DDF4E4"/>
                </a:solidFill>
              </a:rPr>
              <a:t>minutes_text = input("Minutes: ")</a:t>
            </a:r>
          </a:p>
          <a:p xmlns:a="http://schemas.openxmlformats.org/drawingml/2006/main">
            <a:pPr>
              <a:defRPr sz="1575" b="0">
                <a:solidFill>
                  <a:srgbClr val="DDF4E4"/>
                </a:solidFill>
              </a:defRPr>
            </a:pPr>
            <a:r>
              <a:rPr sz="1575" b="0">
                <a:solidFill>
                  <a:srgbClr val="DDF4E4"/>
                </a:solidFill>
              </a:rPr>
              <a:t>minutes = int(minutes_text)</a:t>
            </a:r>
          </a:p>
          <a:p xmlns:a="http://schemas.openxmlformats.org/drawingml/2006/main">
            <a:pPr>
              <a:defRPr sz="1575" b="0">
                <a:solidFill>
                  <a:srgbClr val="DDF4E4"/>
                </a:solidFill>
              </a:defRPr>
            </a:pPr>
            <a:r>
              <a:rPr sz="1575" b="0">
                <a:solidFill>
                  <a:srgbClr val="DDF4E4"/>
                </a:solidFill>
              </a:rPr>
              <a:t>score = minutes + 5</a:t>
            </a:r>
          </a:p>
          <a:p xmlns:a="http://schemas.openxmlformats.org/drawingml/2006/main">
            <a:pPr>
              <a:defRPr sz="1575" b="0">
                <a:solidFill>
                  <a:srgbClr val="DDF4E4"/>
                </a:solidFill>
              </a:defRPr>
            </a:pPr>
            <a:r>
              <a:rPr sz="1575" b="0">
                <a:solidFill>
                  <a:srgbClr val="DDF4E4"/>
                </a:solidFill>
              </a:rPr>
              <a:t>print(score)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73C51-8AD4-409A-9450-ECCB6710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762125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7324D"/>
                </a:solidFill>
              </a:defRPr>
            </a:defPPr>
            <a:lvl1pPr>
              <a:defRPr sz="1800" b="0">
                <a:solidFill>
                  <a:srgbClr val="17324D"/>
                </a:solidFill>
              </a:defRPr>
            </a:lvl1pPr>
            <a:lvl2pPr>
              <a:defRPr sz="1800" b="0">
                <a:solidFill>
                  <a:srgbClr val="17324D"/>
                </a:solidFill>
              </a:defRPr>
            </a:lvl2pPr>
            <a:lvl3pPr>
              <a:defRPr sz="1800" b="0">
                <a:solidFill>
                  <a:srgbClr val="17324D"/>
                </a:solidFill>
              </a:defRPr>
            </a:lvl3pPr>
            <a:lvl4pPr>
              <a:defRPr sz="1800" b="0">
                <a:solidFill>
                  <a:srgbClr val="17324D"/>
                </a:solidFill>
              </a:defRPr>
            </a:lvl4pPr>
            <a:lvl5pPr>
              <a:defRPr sz="1800" b="0">
                <a:solidFill>
                  <a:srgbClr val="17324D"/>
                </a:solidFill>
              </a:defRPr>
            </a:lvl5pPr>
            <a:lvl6pPr>
              <a:defRPr sz="1800" b="0">
                <a:solidFill>
                  <a:srgbClr val="17324D"/>
                </a:solidFill>
              </a:defRPr>
            </a:lvl6pPr>
            <a:lvl7pPr>
              <a:defRPr sz="1800" b="0">
                <a:solidFill>
                  <a:srgbClr val="17324D"/>
                </a:solidFill>
              </a:defRPr>
            </a:lvl7pPr>
            <a:lvl8pPr>
              <a:defRPr sz="1800" b="0">
                <a:solidFill>
                  <a:srgbClr val="17324D"/>
                </a:solidFill>
              </a:defRPr>
            </a:lvl8pPr>
            <a:lvl9pPr>
              <a:defRPr sz="180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324D"/>
                </a:solidFill>
              </a:defRPr>
            </a:pPr>
            <a:r>
              <a:rPr sz="1800" b="0">
                <a:solidFill>
                  <a:srgbClr val="17324D"/>
                </a:solidFill>
              </a:rPr>
              <a:t>1. What type does input() return?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AF48FA-2679-4C05-83CC-E0D378FF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670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7324D"/>
                </a:solidFill>
              </a:defRPr>
            </a:defPPr>
            <a:lvl1pPr>
              <a:defRPr sz="1800" b="0">
                <a:solidFill>
                  <a:srgbClr val="17324D"/>
                </a:solidFill>
              </a:defRPr>
            </a:lvl1pPr>
            <a:lvl2pPr>
              <a:defRPr sz="1800" b="0">
                <a:solidFill>
                  <a:srgbClr val="17324D"/>
                </a:solidFill>
              </a:defRPr>
            </a:lvl2pPr>
            <a:lvl3pPr>
              <a:defRPr sz="1800" b="0">
                <a:solidFill>
                  <a:srgbClr val="17324D"/>
                </a:solidFill>
              </a:defRPr>
            </a:lvl3pPr>
            <a:lvl4pPr>
              <a:defRPr sz="1800" b="0">
                <a:solidFill>
                  <a:srgbClr val="17324D"/>
                </a:solidFill>
              </a:defRPr>
            </a:lvl4pPr>
            <a:lvl5pPr>
              <a:defRPr sz="1800" b="0">
                <a:solidFill>
                  <a:srgbClr val="17324D"/>
                </a:solidFill>
              </a:defRPr>
            </a:lvl5pPr>
            <a:lvl6pPr>
              <a:defRPr sz="1800" b="0">
                <a:solidFill>
                  <a:srgbClr val="17324D"/>
                </a:solidFill>
              </a:defRPr>
            </a:lvl6pPr>
            <a:lvl7pPr>
              <a:defRPr sz="1800" b="0">
                <a:solidFill>
                  <a:srgbClr val="17324D"/>
                </a:solidFill>
              </a:defRPr>
            </a:lvl7pPr>
            <a:lvl8pPr>
              <a:defRPr sz="1800" b="0">
                <a:solidFill>
                  <a:srgbClr val="17324D"/>
                </a:solidFill>
              </a:defRPr>
            </a:lvl8pPr>
            <a:lvl9pPr>
              <a:defRPr sz="180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324D"/>
                </a:solidFill>
              </a:defRPr>
            </a:pPr>
            <a:r>
              <a:rPr sz="1800" b="0">
                <a:solidFill>
                  <a:srgbClr val="17324D"/>
                </a:solidFill>
              </a:rPr>
              <a:t>2. What does the code print?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B7DEA-7738-4407-8622-39754DD6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71875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7324D"/>
                </a:solidFill>
              </a:defRPr>
            </a:defPPr>
            <a:lvl1pPr>
              <a:defRPr sz="1800" b="0">
                <a:solidFill>
                  <a:srgbClr val="17324D"/>
                </a:solidFill>
              </a:defRPr>
            </a:lvl1pPr>
            <a:lvl2pPr>
              <a:defRPr sz="1800" b="0">
                <a:solidFill>
                  <a:srgbClr val="17324D"/>
                </a:solidFill>
              </a:defRPr>
            </a:lvl2pPr>
            <a:lvl3pPr>
              <a:defRPr sz="1800" b="0">
                <a:solidFill>
                  <a:srgbClr val="17324D"/>
                </a:solidFill>
              </a:defRPr>
            </a:lvl3pPr>
            <a:lvl4pPr>
              <a:defRPr sz="1800" b="0">
                <a:solidFill>
                  <a:srgbClr val="17324D"/>
                </a:solidFill>
              </a:defRPr>
            </a:lvl4pPr>
            <a:lvl5pPr>
              <a:defRPr sz="1800" b="0">
                <a:solidFill>
                  <a:srgbClr val="17324D"/>
                </a:solidFill>
              </a:defRPr>
            </a:lvl5pPr>
            <a:lvl6pPr>
              <a:defRPr sz="1800" b="0">
                <a:solidFill>
                  <a:srgbClr val="17324D"/>
                </a:solidFill>
              </a:defRPr>
            </a:lvl6pPr>
            <a:lvl7pPr>
              <a:defRPr sz="1800" b="0">
                <a:solidFill>
                  <a:srgbClr val="17324D"/>
                </a:solidFill>
              </a:defRPr>
            </a:lvl7pPr>
            <a:lvl8pPr>
              <a:defRPr sz="1800" b="0">
                <a:solidFill>
                  <a:srgbClr val="17324D"/>
                </a:solidFill>
              </a:defRPr>
            </a:lvl8pPr>
            <a:lvl9pPr>
              <a:defRPr sz="180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324D"/>
                </a:solidFill>
              </a:defRPr>
            </a:pPr>
            <a:r>
              <a:rPr sz="1800" b="0">
                <a:solidFill>
                  <a:srgbClr val="17324D"/>
                </a:solidFill>
              </a:rPr>
              <a:t>3. Why does "20" + 5 fail?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E56AFD-F203-4032-81EA-FAA0073A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9:00–9:06 | Direct review</a:t>
            </a:r>
          </a:p>
        </p:txBody>
      </p:sp>
    </p:spTree>
    <p:extLst>
      <p:ext uri="{BB962C8B-B14F-4D97-AF65-F5344CB8AC3E}">
        <p14:creationId xmlns:p14="http://schemas.microsoft.com/office/powerpoint/2010/main" val="15817961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320D0-49A8-47B3-902F-0FBF36D8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Review 2: decisions and loops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DC38B4-11D6-476D-8A96-AD3E42E0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Predict the branch and trace the accumulator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5A009-9A16-40A2-8289-E61F665C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4810125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E2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F9AA7-C6AB-4387-A63F-B815CF69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4352925" cy="2124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DDF4E4"/>
                </a:solidFill>
              </a:defRPr>
            </a:defPPr>
            <a:lvl1pPr>
              <a:defRPr sz="1500" b="0">
                <a:solidFill>
                  <a:srgbClr val="DDF4E4"/>
                </a:solidFill>
              </a:defRPr>
            </a:lvl1pPr>
            <a:lvl2pPr>
              <a:defRPr sz="1500" b="0">
                <a:solidFill>
                  <a:srgbClr val="DDF4E4"/>
                </a:solidFill>
              </a:defRPr>
            </a:lvl2pPr>
            <a:lvl3pPr>
              <a:defRPr sz="1500" b="0">
                <a:solidFill>
                  <a:srgbClr val="DDF4E4"/>
                </a:solidFill>
              </a:defRPr>
            </a:lvl3pPr>
            <a:lvl4pPr>
              <a:defRPr sz="1500" b="0">
                <a:solidFill>
                  <a:srgbClr val="DDF4E4"/>
                </a:solidFill>
              </a:defRPr>
            </a:lvl4pPr>
            <a:lvl5pPr>
              <a:defRPr sz="1500" b="0">
                <a:solidFill>
                  <a:srgbClr val="DDF4E4"/>
                </a:solidFill>
              </a:defRPr>
            </a:lvl5pPr>
            <a:lvl6pPr>
              <a:defRPr sz="1500" b="0">
                <a:solidFill>
                  <a:srgbClr val="DDF4E4"/>
                </a:solidFill>
              </a:defRPr>
            </a:lvl6pPr>
            <a:lvl7pPr>
              <a:defRPr sz="1500" b="0">
                <a:solidFill>
                  <a:srgbClr val="DDF4E4"/>
                </a:solidFill>
              </a:defRPr>
            </a:lvl7pPr>
            <a:lvl8pPr>
              <a:defRPr sz="1500" b="0">
                <a:solidFill>
                  <a:srgbClr val="DDF4E4"/>
                </a:solidFill>
              </a:defRPr>
            </a:lvl8pPr>
            <a:lvl9pPr>
              <a:defRPr sz="1500" b="0">
                <a:solidFill>
                  <a:srgbClr val="DDF4E4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DDF4E4"/>
                </a:solidFill>
              </a:defRPr>
            </a:pPr>
            <a:r>
              <a:rPr sz="1500" b="0">
                <a:solidFill>
                  <a:srgbClr val="DDF4E4"/>
                </a:solidFill>
              </a:rPr>
              <a:t>score = 7</a:t>
            </a:r>
          </a:p>
          <a:p xmlns:a="http://schemas.openxmlformats.org/drawingml/2006/main">
            <a:pPr>
              <a:defRPr sz="1500" b="0">
                <a:solidFill>
                  <a:srgbClr val="DDF4E4"/>
                </a:solidFill>
              </a:defRPr>
            </a:pPr>
            <a:r>
              <a:rPr sz="1500" b="0">
                <a:solidFill>
                  <a:srgbClr val="DDF4E4"/>
                </a:solidFill>
              </a:rPr>
              <a:t>if score &gt;= 7:</a:t>
            </a:r>
          </a:p>
          <a:p xmlns:a="http://schemas.openxmlformats.org/drawingml/2006/main">
            <a:pPr>
              <a:defRPr sz="1500" b="0">
                <a:solidFill>
                  <a:srgbClr val="DDF4E4"/>
                </a:solidFill>
              </a:defRPr>
            </a:pPr>
            <a:r>
              <a:rPr sz="1500" b="0">
                <a:solidFill>
                  <a:srgbClr val="DDF4E4"/>
                </a:solidFill>
              </a:rPr>
              <a:t>    print("Pass")</a:t>
            </a:r>
          </a:p>
          <a:p xmlns:a="http://schemas.openxmlformats.org/drawingml/2006/main">
            <a:pPr>
              <a:defRPr sz="1500" b="0">
                <a:solidFill>
                  <a:srgbClr val="DDF4E4"/>
                </a:solidFill>
              </a:defRPr>
            </a:pPr>
            <a:r>
              <a:rPr sz="1500" b="0">
                <a:solidFill>
                  <a:srgbClr val="DDF4E4"/>
                </a:solidFill>
              </a:rPr>
              <a:t>else:</a:t>
            </a:r>
          </a:p>
          <a:p xmlns:a="http://schemas.openxmlformats.org/drawingml/2006/main">
            <a:pPr>
              <a:defRPr sz="1500" b="0">
                <a:solidFill>
                  <a:srgbClr val="DDF4E4"/>
                </a:solidFill>
              </a:defRPr>
            </a:pPr>
            <a:r>
              <a:rPr sz="1500" b="0">
                <a:solidFill>
                  <a:srgbClr val="DDF4E4"/>
                </a:solidFill>
              </a:rPr>
              <a:t>    print("Try again")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F45A1F-AF5C-4DFE-9BF9-E8C61C2D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524000"/>
            <a:ext cx="4810125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E2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551F76-BCE3-4378-B247-3B33FB10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695450"/>
            <a:ext cx="4352925" cy="2124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DDF4E4"/>
                </a:solidFill>
              </a:defRPr>
            </a:defPPr>
            <a:lvl1pPr>
              <a:defRPr sz="1500" b="0">
                <a:solidFill>
                  <a:srgbClr val="DDF4E4"/>
                </a:solidFill>
              </a:defRPr>
            </a:lvl1pPr>
            <a:lvl2pPr>
              <a:defRPr sz="1500" b="0">
                <a:solidFill>
                  <a:srgbClr val="DDF4E4"/>
                </a:solidFill>
              </a:defRPr>
            </a:lvl2pPr>
            <a:lvl3pPr>
              <a:defRPr sz="1500" b="0">
                <a:solidFill>
                  <a:srgbClr val="DDF4E4"/>
                </a:solidFill>
              </a:defRPr>
            </a:lvl3pPr>
            <a:lvl4pPr>
              <a:defRPr sz="1500" b="0">
                <a:solidFill>
                  <a:srgbClr val="DDF4E4"/>
                </a:solidFill>
              </a:defRPr>
            </a:lvl4pPr>
            <a:lvl5pPr>
              <a:defRPr sz="1500" b="0">
                <a:solidFill>
                  <a:srgbClr val="DDF4E4"/>
                </a:solidFill>
              </a:defRPr>
            </a:lvl5pPr>
            <a:lvl6pPr>
              <a:defRPr sz="1500" b="0">
                <a:solidFill>
                  <a:srgbClr val="DDF4E4"/>
                </a:solidFill>
              </a:defRPr>
            </a:lvl6pPr>
            <a:lvl7pPr>
              <a:defRPr sz="1500" b="0">
                <a:solidFill>
                  <a:srgbClr val="DDF4E4"/>
                </a:solidFill>
              </a:defRPr>
            </a:lvl7pPr>
            <a:lvl8pPr>
              <a:defRPr sz="1500" b="0">
                <a:solidFill>
                  <a:srgbClr val="DDF4E4"/>
                </a:solidFill>
              </a:defRPr>
            </a:lvl8pPr>
            <a:lvl9pPr>
              <a:defRPr sz="1500" b="0">
                <a:solidFill>
                  <a:srgbClr val="DDF4E4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DDF4E4"/>
                </a:solidFill>
              </a:defRPr>
            </a:pPr>
            <a:r>
              <a:rPr sz="1500" b="0">
                <a:solidFill>
                  <a:srgbClr val="DDF4E4"/>
                </a:solidFill>
              </a:rPr>
              <a:t>scores = [4, 7, 8]</a:t>
            </a:r>
          </a:p>
          <a:p xmlns:a="http://schemas.openxmlformats.org/drawingml/2006/main">
            <a:pPr>
              <a:defRPr sz="1500" b="0">
                <a:solidFill>
                  <a:srgbClr val="DDF4E4"/>
                </a:solidFill>
              </a:defRPr>
            </a:pPr>
            <a:r>
              <a:rPr sz="1500" b="0">
                <a:solidFill>
                  <a:srgbClr val="DDF4E4"/>
                </a:solidFill>
              </a:rPr>
              <a:t>total = 0</a:t>
            </a:r>
          </a:p>
          <a:p xmlns:a="http://schemas.openxmlformats.org/drawingml/2006/main">
            <a:pPr>
              <a:defRPr sz="1500" b="0">
                <a:solidFill>
                  <a:srgbClr val="DDF4E4"/>
                </a:solidFill>
              </a:defRPr>
            </a:pPr>
            <a:r>
              <a:rPr sz="1500" b="0">
                <a:solidFill>
                  <a:srgbClr val="DDF4E4"/>
                </a:solidFill>
              </a:rPr>
              <a:t>for score in scores:</a:t>
            </a:r>
          </a:p>
          <a:p xmlns:a="http://schemas.openxmlformats.org/drawingml/2006/main">
            <a:pPr>
              <a:defRPr sz="1500" b="0">
                <a:solidFill>
                  <a:srgbClr val="DDF4E4"/>
                </a:solidFill>
              </a:defRPr>
            </a:pPr>
            <a:r>
              <a:rPr sz="1500" b="0">
                <a:solidFill>
                  <a:srgbClr val="DDF4E4"/>
                </a:solidFill>
              </a:rPr>
              <a:t>    total = total +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73521C-7F2B-4D43-A385-2FC310FF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767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DF6665"/>
                </a:solidFill>
              </a:defRPr>
            </a:defPPr>
            <a:lvl1pPr>
              <a:defRPr sz="1800" b="1">
                <a:solidFill>
                  <a:srgbClr val="DF6665"/>
                </a:solidFill>
              </a:defRPr>
            </a:lvl1pPr>
            <a:lvl2pPr>
              <a:defRPr sz="1800" b="1">
                <a:solidFill>
                  <a:srgbClr val="DF6665"/>
                </a:solidFill>
              </a:defRPr>
            </a:lvl2pPr>
            <a:lvl3pPr>
              <a:defRPr sz="1800" b="1">
                <a:solidFill>
                  <a:srgbClr val="DF6665"/>
                </a:solidFill>
              </a:defRPr>
            </a:lvl3pPr>
            <a:lvl4pPr>
              <a:defRPr sz="1800" b="1">
                <a:solidFill>
                  <a:srgbClr val="DF6665"/>
                </a:solidFill>
              </a:defRPr>
            </a:lvl4pPr>
            <a:lvl5pPr>
              <a:defRPr sz="1800" b="1">
                <a:solidFill>
                  <a:srgbClr val="DF6665"/>
                </a:solidFill>
              </a:defRPr>
            </a:lvl5pPr>
            <a:lvl6pPr>
              <a:defRPr sz="1800" b="1">
                <a:solidFill>
                  <a:srgbClr val="DF6665"/>
                </a:solidFill>
              </a:defRPr>
            </a:lvl6pPr>
            <a:lvl7pPr>
              <a:defRPr sz="1800" b="1">
                <a:solidFill>
                  <a:srgbClr val="DF6665"/>
                </a:solidFill>
              </a:defRPr>
            </a:lvl7pPr>
            <a:lvl8pPr>
              <a:defRPr sz="1800" b="1">
                <a:solidFill>
                  <a:srgbClr val="DF6665"/>
                </a:solidFill>
              </a:defRPr>
            </a:lvl8pPr>
            <a:lvl9pPr>
              <a:defRPr sz="1800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DF6665"/>
                </a:solidFill>
              </a:defRPr>
            </a:pPr>
            <a:r>
              <a:rPr sz="1800" b="1">
                <a:solidFill>
                  <a:srgbClr val="DF6665"/>
                </a:solidFill>
              </a:rPr>
              <a:t>4. What prints? Why?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F2B04-8453-4FAC-A05C-CF81D818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AA446"/>
                </a:solidFill>
              </a:defRPr>
            </a:defPPr>
            <a:lvl1pPr>
              <a:defRPr sz="1725" b="1">
                <a:solidFill>
                  <a:srgbClr val="5AA446"/>
                </a:solidFill>
              </a:defRPr>
            </a:lvl1pPr>
            <a:lvl2pPr>
              <a:defRPr sz="1725" b="1">
                <a:solidFill>
                  <a:srgbClr val="5AA446"/>
                </a:solidFill>
              </a:defRPr>
            </a:lvl2pPr>
            <a:lvl3pPr>
              <a:defRPr sz="1725" b="1">
                <a:solidFill>
                  <a:srgbClr val="5AA446"/>
                </a:solidFill>
              </a:defRPr>
            </a:lvl3pPr>
            <a:lvl4pPr>
              <a:defRPr sz="1725" b="1">
                <a:solidFill>
                  <a:srgbClr val="5AA446"/>
                </a:solidFill>
              </a:defRPr>
            </a:lvl4pPr>
            <a:lvl5pPr>
              <a:defRPr sz="1725" b="1">
                <a:solidFill>
                  <a:srgbClr val="5AA446"/>
                </a:solidFill>
              </a:defRPr>
            </a:lvl5pPr>
            <a:lvl6pPr>
              <a:defRPr sz="1725" b="1">
                <a:solidFill>
                  <a:srgbClr val="5AA446"/>
                </a:solidFill>
              </a:defRPr>
            </a:lvl6pPr>
            <a:lvl7pPr>
              <a:defRPr sz="1725" b="1">
                <a:solidFill>
                  <a:srgbClr val="5AA446"/>
                </a:solidFill>
              </a:defRPr>
            </a:lvl7pPr>
            <a:lvl8pPr>
              <a:defRPr sz="1725" b="1">
                <a:solidFill>
                  <a:srgbClr val="5AA446"/>
                </a:solidFill>
              </a:defRPr>
            </a:lvl8pPr>
            <a:lvl9pPr>
              <a:defRPr sz="1725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5AA446"/>
                </a:solidFill>
              </a:defRPr>
            </a:pPr>
            <a:r>
              <a:rPr sz="1725" b="1">
                <a:solidFill>
                  <a:srgbClr val="5AA446"/>
                </a:solidFill>
              </a:rPr>
              <a:t>5. Which operator checks equality?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E4BCC-CC6F-4F2C-BAE6-C348E689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367D96"/>
                </a:solidFill>
              </a:defRPr>
            </a:defPPr>
            <a:lvl1pPr>
              <a:defRPr sz="1800" b="1">
                <a:solidFill>
                  <a:srgbClr val="367D96"/>
                </a:solidFill>
              </a:defRPr>
            </a:lvl1pPr>
            <a:lvl2pPr>
              <a:defRPr sz="1800" b="1">
                <a:solidFill>
                  <a:srgbClr val="367D96"/>
                </a:solidFill>
              </a:defRPr>
            </a:lvl2pPr>
            <a:lvl3pPr>
              <a:defRPr sz="1800" b="1">
                <a:solidFill>
                  <a:srgbClr val="367D96"/>
                </a:solidFill>
              </a:defRPr>
            </a:lvl3pPr>
            <a:lvl4pPr>
              <a:defRPr sz="1800" b="1">
                <a:solidFill>
                  <a:srgbClr val="367D96"/>
                </a:solidFill>
              </a:defRPr>
            </a:lvl4pPr>
            <a:lvl5pPr>
              <a:defRPr sz="1800" b="1">
                <a:solidFill>
                  <a:srgbClr val="367D96"/>
                </a:solidFill>
              </a:defRPr>
            </a:lvl5pPr>
            <a:lvl6pPr>
              <a:defRPr sz="1800" b="1">
                <a:solidFill>
                  <a:srgbClr val="367D96"/>
                </a:solidFill>
              </a:defRPr>
            </a:lvl6pPr>
            <a:lvl7pPr>
              <a:defRPr sz="1800" b="1">
                <a:solidFill>
                  <a:srgbClr val="367D96"/>
                </a:solidFill>
              </a:defRPr>
            </a:lvl7pPr>
            <a:lvl8pPr>
              <a:defRPr sz="1800" b="1">
                <a:solidFill>
                  <a:srgbClr val="367D96"/>
                </a:solidFill>
              </a:defRPr>
            </a:lvl8pPr>
            <a:lvl9pPr>
              <a:defRPr sz="1800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367D96"/>
                </a:solidFill>
              </a:defRPr>
            </a:pPr>
            <a:r>
              <a:rPr sz="1800" b="1">
                <a:solidFill>
                  <a:srgbClr val="367D96"/>
                </a:solidFill>
              </a:rPr>
              <a:t>6. Trace total after each iteration.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A98EB8-C921-4CCE-B9CB-2A56A039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482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E9197"/>
                </a:solidFill>
              </a:defRPr>
            </a:defPPr>
            <a:lvl1pPr>
              <a:defRPr sz="1725" b="1">
                <a:solidFill>
                  <a:srgbClr val="3E9197"/>
                </a:solidFill>
              </a:defRPr>
            </a:lvl1pPr>
            <a:lvl2pPr>
              <a:defRPr sz="1725" b="1">
                <a:solidFill>
                  <a:srgbClr val="3E9197"/>
                </a:solidFill>
              </a:defRPr>
            </a:lvl2pPr>
            <a:lvl3pPr>
              <a:defRPr sz="1725" b="1">
                <a:solidFill>
                  <a:srgbClr val="3E9197"/>
                </a:solidFill>
              </a:defRPr>
            </a:lvl3pPr>
            <a:lvl4pPr>
              <a:defRPr sz="1725" b="1">
                <a:solidFill>
                  <a:srgbClr val="3E9197"/>
                </a:solidFill>
              </a:defRPr>
            </a:lvl4pPr>
            <a:lvl5pPr>
              <a:defRPr sz="1725" b="1">
                <a:solidFill>
                  <a:srgbClr val="3E9197"/>
                </a:solidFill>
              </a:defRPr>
            </a:lvl5pPr>
            <a:lvl6pPr>
              <a:defRPr sz="1725" b="1">
                <a:solidFill>
                  <a:srgbClr val="3E9197"/>
                </a:solidFill>
              </a:defRPr>
            </a:lvl6pPr>
            <a:lvl7pPr>
              <a:defRPr sz="1725" b="1">
                <a:solidFill>
                  <a:srgbClr val="3E9197"/>
                </a:solidFill>
              </a:defRPr>
            </a:lvl7pPr>
            <a:lvl8pPr>
              <a:defRPr sz="1725" b="1">
                <a:solidFill>
                  <a:srgbClr val="3E9197"/>
                </a:solidFill>
              </a:defRPr>
            </a:lvl8pPr>
            <a:lvl9pPr>
              <a:defRPr sz="1725" b="1">
                <a:solidFill>
                  <a:srgbClr val="3E9197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E9197"/>
                </a:solidFill>
              </a:defRPr>
            </a:pPr>
            <a:r>
              <a:rPr sz="1725" b="1">
                <a:solidFill>
                  <a:srgbClr val="3E9197"/>
                </a:solidFill>
              </a:rPr>
              <a:t>7. Which loop retries invalid input?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B0AF9-D890-4955-8EF4-609F2278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9:06–9:13 | Direct review</a:t>
            </a:r>
          </a:p>
        </p:txBody>
      </p:sp>
    </p:spTree>
    <p:extLst>
      <p:ext uri="{BB962C8B-B14F-4D97-AF65-F5344CB8AC3E}">
        <p14:creationId xmlns:p14="http://schemas.microsoft.com/office/powerpoint/2010/main" val="3607778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AF3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B71A38-6EBB-4488-BDBC-477484FC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Review 3: functions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C9C78-F360-4F98-A2E2-4BCBB1CE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Trace the argument, parameter, and return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3B8191-CD06-42E6-8A3D-8E25487D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54292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0E2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ABA0A-F928-436D-8C75-895499A8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38325"/>
            <a:ext cx="497205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DDF4E4"/>
                </a:solidFill>
              </a:defRPr>
            </a:defPPr>
            <a:lvl1pPr>
              <a:defRPr sz="1650" b="0">
                <a:solidFill>
                  <a:srgbClr val="DDF4E4"/>
                </a:solidFill>
              </a:defRPr>
            </a:lvl1pPr>
            <a:lvl2pPr>
              <a:defRPr sz="1650" b="0">
                <a:solidFill>
                  <a:srgbClr val="DDF4E4"/>
                </a:solidFill>
              </a:defRPr>
            </a:lvl2pPr>
            <a:lvl3pPr>
              <a:defRPr sz="1650" b="0">
                <a:solidFill>
                  <a:srgbClr val="DDF4E4"/>
                </a:solidFill>
              </a:defRPr>
            </a:lvl3pPr>
            <a:lvl4pPr>
              <a:defRPr sz="1650" b="0">
                <a:solidFill>
                  <a:srgbClr val="DDF4E4"/>
                </a:solidFill>
              </a:defRPr>
            </a:lvl4pPr>
            <a:lvl5pPr>
              <a:defRPr sz="1650" b="0">
                <a:solidFill>
                  <a:srgbClr val="DDF4E4"/>
                </a:solidFill>
              </a:defRPr>
            </a:lvl5pPr>
            <a:lvl6pPr>
              <a:defRPr sz="1650" b="0">
                <a:solidFill>
                  <a:srgbClr val="DDF4E4"/>
                </a:solidFill>
              </a:defRPr>
            </a:lvl6pPr>
            <a:lvl7pPr>
              <a:defRPr sz="1650" b="0">
                <a:solidFill>
                  <a:srgbClr val="DDF4E4"/>
                </a:solidFill>
              </a:defRPr>
            </a:lvl7pPr>
            <a:lvl8pPr>
              <a:defRPr sz="1650" b="0">
                <a:solidFill>
                  <a:srgbClr val="DDF4E4"/>
                </a:solidFill>
              </a:defRPr>
            </a:lvl8pPr>
            <a:lvl9pPr>
              <a:defRPr sz="1650" b="0">
                <a:solidFill>
                  <a:srgbClr val="DDF4E4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DF4E4"/>
                </a:solidFill>
              </a:defRPr>
            </a:pPr>
            <a:r>
              <a:rPr sz="1650" b="0">
                <a:solidFill>
                  <a:srgbClr val="DDF4E4"/>
                </a:solidFill>
              </a:rPr>
              <a:t>def add_bonus(score):</a:t>
            </a:r>
          </a:p>
          <a:p xmlns:a="http://schemas.openxmlformats.org/drawingml/2006/main">
            <a:pPr>
              <a:defRPr sz="1650" b="0">
                <a:solidFill>
                  <a:srgbClr val="DDF4E4"/>
                </a:solidFill>
              </a:defRPr>
            </a:pPr>
            <a:r>
              <a:rPr sz="1650" b="0">
                <a:solidFill>
                  <a:srgbClr val="DDF4E4"/>
                </a:solidFill>
              </a:rPr>
              <a:t>    return score + 2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DDF4E4"/>
                </a:solidFill>
              </a:defRPr>
            </a:pPr>
            <a:r>
              <a:rPr sz="1650" b="0">
                <a:solidFill>
                  <a:srgbClr val="DDF4E4"/>
                </a:solidFill>
              </a:rPr>
              <a:t>result = add_bonus(6)</a:t>
            </a:r>
          </a:p>
          <a:p xmlns:a="http://schemas.openxmlformats.org/drawingml/2006/main">
            <a:pPr>
              <a:defRPr sz="1650" b="0">
                <a:solidFill>
                  <a:srgbClr val="DDF4E4"/>
                </a:solidFill>
              </a:defRPr>
            </a:pPr>
            <a:r>
              <a:rPr sz="1650" b="0">
                <a:solidFill>
                  <a:srgbClr val="DDF4E4"/>
                </a:solidFill>
              </a:rPr>
              <a:t>print(result)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DBC34-B0FD-48DC-A2C3-78E9B136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809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7324D"/>
                </a:solidFill>
              </a:defRPr>
            </a:defPPr>
            <a:lvl1pPr>
              <a:defRPr sz="1800" b="0">
                <a:solidFill>
                  <a:srgbClr val="17324D"/>
                </a:solidFill>
              </a:defRPr>
            </a:lvl1pPr>
            <a:lvl2pPr>
              <a:defRPr sz="1800" b="0">
                <a:solidFill>
                  <a:srgbClr val="17324D"/>
                </a:solidFill>
              </a:defRPr>
            </a:lvl2pPr>
            <a:lvl3pPr>
              <a:defRPr sz="1800" b="0">
                <a:solidFill>
                  <a:srgbClr val="17324D"/>
                </a:solidFill>
              </a:defRPr>
            </a:lvl3pPr>
            <a:lvl4pPr>
              <a:defRPr sz="1800" b="0">
                <a:solidFill>
                  <a:srgbClr val="17324D"/>
                </a:solidFill>
              </a:defRPr>
            </a:lvl4pPr>
            <a:lvl5pPr>
              <a:defRPr sz="1800" b="0">
                <a:solidFill>
                  <a:srgbClr val="17324D"/>
                </a:solidFill>
              </a:defRPr>
            </a:lvl5pPr>
            <a:lvl6pPr>
              <a:defRPr sz="1800" b="0">
                <a:solidFill>
                  <a:srgbClr val="17324D"/>
                </a:solidFill>
              </a:defRPr>
            </a:lvl6pPr>
            <a:lvl7pPr>
              <a:defRPr sz="1800" b="0">
                <a:solidFill>
                  <a:srgbClr val="17324D"/>
                </a:solidFill>
              </a:defRPr>
            </a:lvl7pPr>
            <a:lvl8pPr>
              <a:defRPr sz="1800" b="0">
                <a:solidFill>
                  <a:srgbClr val="17324D"/>
                </a:solidFill>
              </a:defRPr>
            </a:lvl8pPr>
            <a:lvl9pPr>
              <a:defRPr sz="180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324D"/>
                </a:solidFill>
              </a:defRPr>
            </a:pPr>
            <a:r>
              <a:rPr sz="1800" b="0">
                <a:solidFill>
                  <a:srgbClr val="17324D"/>
                </a:solidFill>
              </a:rPr>
              <a:t>8. What is the argument?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8FCBF-959D-4E8C-AF7C-89DEF631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2412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7324D"/>
                </a:solidFill>
              </a:defRPr>
            </a:defPPr>
            <a:lvl1pPr>
              <a:defRPr sz="1800" b="0">
                <a:solidFill>
                  <a:srgbClr val="17324D"/>
                </a:solidFill>
              </a:defRPr>
            </a:lvl1pPr>
            <a:lvl2pPr>
              <a:defRPr sz="1800" b="0">
                <a:solidFill>
                  <a:srgbClr val="17324D"/>
                </a:solidFill>
              </a:defRPr>
            </a:lvl2pPr>
            <a:lvl3pPr>
              <a:defRPr sz="1800" b="0">
                <a:solidFill>
                  <a:srgbClr val="17324D"/>
                </a:solidFill>
              </a:defRPr>
            </a:lvl3pPr>
            <a:lvl4pPr>
              <a:defRPr sz="1800" b="0">
                <a:solidFill>
                  <a:srgbClr val="17324D"/>
                </a:solidFill>
              </a:defRPr>
            </a:lvl4pPr>
            <a:lvl5pPr>
              <a:defRPr sz="1800" b="0">
                <a:solidFill>
                  <a:srgbClr val="17324D"/>
                </a:solidFill>
              </a:defRPr>
            </a:lvl5pPr>
            <a:lvl6pPr>
              <a:defRPr sz="1800" b="0">
                <a:solidFill>
                  <a:srgbClr val="17324D"/>
                </a:solidFill>
              </a:defRPr>
            </a:lvl6pPr>
            <a:lvl7pPr>
              <a:defRPr sz="1800" b="0">
                <a:solidFill>
                  <a:srgbClr val="17324D"/>
                </a:solidFill>
              </a:defRPr>
            </a:lvl7pPr>
            <a:lvl8pPr>
              <a:defRPr sz="1800" b="0">
                <a:solidFill>
                  <a:srgbClr val="17324D"/>
                </a:solidFill>
              </a:defRPr>
            </a:lvl8pPr>
            <a:lvl9pPr>
              <a:defRPr sz="180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324D"/>
                </a:solidFill>
              </a:defRPr>
            </a:pPr>
            <a:r>
              <a:rPr sz="1800" b="0">
                <a:solidFill>
                  <a:srgbClr val="17324D"/>
                </a:solidFill>
              </a:rPr>
              <a:t>9. What is the parameter?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FA10CE-2295-4670-B54D-F839456D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2385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7324D"/>
                </a:solidFill>
              </a:defRPr>
            </a:defPPr>
            <a:lvl1pPr>
              <a:defRPr sz="1800" b="0">
                <a:solidFill>
                  <a:srgbClr val="17324D"/>
                </a:solidFill>
              </a:defRPr>
            </a:lvl1pPr>
            <a:lvl2pPr>
              <a:defRPr sz="1800" b="0">
                <a:solidFill>
                  <a:srgbClr val="17324D"/>
                </a:solidFill>
              </a:defRPr>
            </a:lvl2pPr>
            <a:lvl3pPr>
              <a:defRPr sz="1800" b="0">
                <a:solidFill>
                  <a:srgbClr val="17324D"/>
                </a:solidFill>
              </a:defRPr>
            </a:lvl3pPr>
            <a:lvl4pPr>
              <a:defRPr sz="1800" b="0">
                <a:solidFill>
                  <a:srgbClr val="17324D"/>
                </a:solidFill>
              </a:defRPr>
            </a:lvl4pPr>
            <a:lvl5pPr>
              <a:defRPr sz="1800" b="0">
                <a:solidFill>
                  <a:srgbClr val="17324D"/>
                </a:solidFill>
              </a:defRPr>
            </a:lvl5pPr>
            <a:lvl6pPr>
              <a:defRPr sz="1800" b="0">
                <a:solidFill>
                  <a:srgbClr val="17324D"/>
                </a:solidFill>
              </a:defRPr>
            </a:lvl6pPr>
            <a:lvl7pPr>
              <a:defRPr sz="1800" b="0">
                <a:solidFill>
                  <a:srgbClr val="17324D"/>
                </a:solidFill>
              </a:defRPr>
            </a:lvl7pPr>
            <a:lvl8pPr>
              <a:defRPr sz="1800" b="0">
                <a:solidFill>
                  <a:srgbClr val="17324D"/>
                </a:solidFill>
              </a:defRPr>
            </a:lvl8pPr>
            <a:lvl9pPr>
              <a:defRPr sz="180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324D"/>
                </a:solidFill>
              </a:defRPr>
            </a:pPr>
            <a:r>
              <a:rPr sz="1800" b="0">
                <a:solidFill>
                  <a:srgbClr val="17324D"/>
                </a:solidFill>
              </a:rPr>
              <a:t>10. What value returns?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42BF58-AEDA-4863-8FA9-99D594C2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00050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DF6665"/>
                </a:solidFill>
              </a:defRPr>
            </a:defPPr>
            <a:lvl1pPr>
              <a:defRPr sz="1800" b="1">
                <a:solidFill>
                  <a:srgbClr val="DF6665"/>
                </a:solidFill>
              </a:defRPr>
            </a:lvl1pPr>
            <a:lvl2pPr>
              <a:defRPr sz="1800" b="1">
                <a:solidFill>
                  <a:srgbClr val="DF6665"/>
                </a:solidFill>
              </a:defRPr>
            </a:lvl2pPr>
            <a:lvl3pPr>
              <a:defRPr sz="1800" b="1">
                <a:solidFill>
                  <a:srgbClr val="DF6665"/>
                </a:solidFill>
              </a:defRPr>
            </a:lvl3pPr>
            <a:lvl4pPr>
              <a:defRPr sz="1800" b="1">
                <a:solidFill>
                  <a:srgbClr val="DF6665"/>
                </a:solidFill>
              </a:defRPr>
            </a:lvl4pPr>
            <a:lvl5pPr>
              <a:defRPr sz="1800" b="1">
                <a:solidFill>
                  <a:srgbClr val="DF6665"/>
                </a:solidFill>
              </a:defRPr>
            </a:lvl5pPr>
            <a:lvl6pPr>
              <a:defRPr sz="1800" b="1">
                <a:solidFill>
                  <a:srgbClr val="DF6665"/>
                </a:solidFill>
              </a:defRPr>
            </a:lvl6pPr>
            <a:lvl7pPr>
              <a:defRPr sz="1800" b="1">
                <a:solidFill>
                  <a:srgbClr val="DF6665"/>
                </a:solidFill>
              </a:defRPr>
            </a:lvl7pPr>
            <a:lvl8pPr>
              <a:defRPr sz="1800" b="1">
                <a:solidFill>
                  <a:srgbClr val="DF6665"/>
                </a:solidFill>
              </a:defRPr>
            </a:lvl8pPr>
            <a:lvl9pPr>
              <a:defRPr sz="1800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DF6665"/>
                </a:solidFill>
              </a:defRPr>
            </a:pPr>
            <a:r>
              <a:rPr sz="1800" b="1">
                <a:solidFill>
                  <a:srgbClr val="DF6665"/>
                </a:solidFill>
              </a:rPr>
              <a:t>How does return differ from print()?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A12F11-5BF3-4E43-B487-9F4DDE46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9:13–9:20 | Direct review</a:t>
            </a:r>
          </a:p>
        </p:txBody>
      </p:sp>
    </p:spTree>
    <p:extLst>
      <p:ext uri="{BB962C8B-B14F-4D97-AF65-F5344CB8AC3E}">
        <p14:creationId xmlns:p14="http://schemas.microsoft.com/office/powerpoint/2010/main" val="14980705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EF6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CA89F-1730-40CB-BEC5-11CE0B55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Today’s goal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F2E001-3F60-4430-B424-E73A06BC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Use the notebook to repair, test, and explain Python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77F9D1-B15F-4596-B425-4EAD952D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62125"/>
            <a:ext cx="952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850" b="1">
                <a:solidFill>
                  <a:srgbClr val="153752"/>
                </a:solidFill>
              </a:defRPr>
            </a:defPPr>
            <a:lvl1pPr algn="ctr">
              <a:defRPr sz="2850" b="1">
                <a:solidFill>
                  <a:srgbClr val="153752"/>
                </a:solidFill>
              </a:defRPr>
            </a:lvl1pPr>
            <a:lvl2pPr algn="ctr">
              <a:defRPr sz="2850" b="1">
                <a:solidFill>
                  <a:srgbClr val="153752"/>
                </a:solidFill>
              </a:defRPr>
            </a:lvl2pPr>
            <a:lvl3pPr algn="ctr">
              <a:defRPr sz="2850" b="1">
                <a:solidFill>
                  <a:srgbClr val="153752"/>
                </a:solidFill>
              </a:defRPr>
            </a:lvl3pPr>
            <a:lvl4pPr algn="ctr">
              <a:defRPr sz="2850" b="1">
                <a:solidFill>
                  <a:srgbClr val="153752"/>
                </a:solidFill>
              </a:defRPr>
            </a:lvl4pPr>
            <a:lvl5pPr algn="ctr">
              <a:defRPr sz="2850" b="1">
                <a:solidFill>
                  <a:srgbClr val="153752"/>
                </a:solidFill>
              </a:defRPr>
            </a:lvl5pPr>
            <a:lvl6pPr algn="ctr">
              <a:defRPr sz="2850" b="1">
                <a:solidFill>
                  <a:srgbClr val="153752"/>
                </a:solidFill>
              </a:defRPr>
            </a:lvl6pPr>
            <a:lvl7pPr algn="ctr">
              <a:defRPr sz="2850" b="1">
                <a:solidFill>
                  <a:srgbClr val="153752"/>
                </a:solidFill>
              </a:defRPr>
            </a:lvl7pPr>
            <a:lvl8pPr algn="ctr">
              <a:defRPr sz="2850" b="1">
                <a:solidFill>
                  <a:srgbClr val="153752"/>
                </a:solidFill>
              </a:defRPr>
            </a:lvl8pPr>
            <a:lvl9pPr algn="ctr">
              <a:defRPr sz="2850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 algn="ctr">
              <a:defRPr sz="2850" b="1">
                <a:solidFill>
                  <a:srgbClr val="153752"/>
                </a:solidFill>
              </a:defRPr>
            </a:pPr>
            <a:r>
              <a:rPr sz="2850" b="1">
                <a:solidFill>
                  <a:srgbClr val="153752"/>
                </a:solidFill>
              </a:rPr>
              <a:t>Most of class happens in Colab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33B92-7431-4C88-AE68-BF0EDA83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DF6665"/>
                </a:solidFill>
              </a:defRPr>
            </a:defPPr>
            <a:lvl1pPr>
              <a:defRPr sz="1650" b="1">
                <a:solidFill>
                  <a:srgbClr val="DF6665"/>
                </a:solidFill>
              </a:defRPr>
            </a:lvl1pPr>
            <a:lvl2pPr>
              <a:defRPr sz="1650" b="1">
                <a:solidFill>
                  <a:srgbClr val="DF6665"/>
                </a:solidFill>
              </a:defRPr>
            </a:lvl2pPr>
            <a:lvl3pPr>
              <a:defRPr sz="1650" b="1">
                <a:solidFill>
                  <a:srgbClr val="DF6665"/>
                </a:solidFill>
              </a:defRPr>
            </a:lvl3pPr>
            <a:lvl4pPr>
              <a:defRPr sz="1650" b="1">
                <a:solidFill>
                  <a:srgbClr val="DF6665"/>
                </a:solidFill>
              </a:defRPr>
            </a:lvl4pPr>
            <a:lvl5pPr>
              <a:defRPr sz="1650" b="1">
                <a:solidFill>
                  <a:srgbClr val="DF6665"/>
                </a:solidFill>
              </a:defRPr>
            </a:lvl5pPr>
            <a:lvl6pPr>
              <a:defRPr sz="1650" b="1">
                <a:solidFill>
                  <a:srgbClr val="DF6665"/>
                </a:solidFill>
              </a:defRPr>
            </a:lvl6pPr>
            <a:lvl7pPr>
              <a:defRPr sz="1650" b="1">
                <a:solidFill>
                  <a:srgbClr val="DF6665"/>
                </a:solidFill>
              </a:defRPr>
            </a:lvl7pPr>
            <a:lvl8pPr>
              <a:defRPr sz="1650" b="1">
                <a:solidFill>
                  <a:srgbClr val="DF6665"/>
                </a:solidFill>
              </a:defRPr>
            </a:lvl8pPr>
            <a:lvl9pPr>
              <a:defRPr sz="1650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DF6665"/>
                </a:solidFill>
              </a:defRPr>
            </a:pPr>
            <a:r>
              <a:rPr sz="1650" b="1">
                <a:solidFill>
                  <a:srgbClr val="DF6665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3BA649-644B-4F5B-82A5-EFC34A1C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952750"/>
            <a:ext cx="840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24D"/>
                </a:solidFill>
              </a:defRPr>
            </a:defPPr>
            <a:lvl1pPr>
              <a:defRPr sz="1875" b="0">
                <a:solidFill>
                  <a:srgbClr val="17324D"/>
                </a:solidFill>
              </a:defRPr>
            </a:lvl1pPr>
            <a:lvl2pPr>
              <a:defRPr sz="1875" b="0">
                <a:solidFill>
                  <a:srgbClr val="17324D"/>
                </a:solidFill>
              </a:defRPr>
            </a:lvl2pPr>
            <a:lvl3pPr>
              <a:defRPr sz="1875" b="0">
                <a:solidFill>
                  <a:srgbClr val="17324D"/>
                </a:solidFill>
              </a:defRPr>
            </a:lvl3pPr>
            <a:lvl4pPr>
              <a:defRPr sz="1875" b="0">
                <a:solidFill>
                  <a:srgbClr val="17324D"/>
                </a:solidFill>
              </a:defRPr>
            </a:lvl4pPr>
            <a:lvl5pPr>
              <a:defRPr sz="1875" b="0">
                <a:solidFill>
                  <a:srgbClr val="17324D"/>
                </a:solidFill>
              </a:defRPr>
            </a:lvl5pPr>
            <a:lvl6pPr>
              <a:defRPr sz="1875" b="0">
                <a:solidFill>
                  <a:srgbClr val="17324D"/>
                </a:solidFill>
              </a:defRPr>
            </a:lvl6pPr>
            <a:lvl7pPr>
              <a:defRPr sz="1875" b="0">
                <a:solidFill>
                  <a:srgbClr val="17324D"/>
                </a:solidFill>
              </a:defRPr>
            </a:lvl7pPr>
            <a:lvl8pPr>
              <a:defRPr sz="1875" b="0">
                <a:solidFill>
                  <a:srgbClr val="17324D"/>
                </a:solidFill>
              </a:defRPr>
            </a:lvl8pPr>
            <a:lvl9pPr>
              <a:defRPr sz="187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24D"/>
                </a:solidFill>
              </a:defRPr>
            </a:pPr>
            <a:r>
              <a:rPr sz="1875" b="0">
                <a:solidFill>
                  <a:srgbClr val="17324D"/>
                </a:solidFill>
              </a:rPr>
              <a:t>Complete each practice before its self-check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2AA490-B945-4000-9430-113A1628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1950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5AA446"/>
                </a:solidFill>
              </a:defRPr>
            </a:defPPr>
            <a:lvl1pPr>
              <a:defRPr sz="1650" b="1">
                <a:solidFill>
                  <a:srgbClr val="5AA446"/>
                </a:solidFill>
              </a:defRPr>
            </a:lvl1pPr>
            <a:lvl2pPr>
              <a:defRPr sz="1650" b="1">
                <a:solidFill>
                  <a:srgbClr val="5AA446"/>
                </a:solidFill>
              </a:defRPr>
            </a:lvl2pPr>
            <a:lvl3pPr>
              <a:defRPr sz="1650" b="1">
                <a:solidFill>
                  <a:srgbClr val="5AA446"/>
                </a:solidFill>
              </a:defRPr>
            </a:lvl3pPr>
            <a:lvl4pPr>
              <a:defRPr sz="1650" b="1">
                <a:solidFill>
                  <a:srgbClr val="5AA446"/>
                </a:solidFill>
              </a:defRPr>
            </a:lvl4pPr>
            <a:lvl5pPr>
              <a:defRPr sz="1650" b="1">
                <a:solidFill>
                  <a:srgbClr val="5AA446"/>
                </a:solidFill>
              </a:defRPr>
            </a:lvl5pPr>
            <a:lvl6pPr>
              <a:defRPr sz="1650" b="1">
                <a:solidFill>
                  <a:srgbClr val="5AA446"/>
                </a:solidFill>
              </a:defRPr>
            </a:lvl6pPr>
            <a:lvl7pPr>
              <a:defRPr sz="1650" b="1">
                <a:solidFill>
                  <a:srgbClr val="5AA446"/>
                </a:solidFill>
              </a:defRPr>
            </a:lvl7pPr>
            <a:lvl8pPr>
              <a:defRPr sz="1650" b="1">
                <a:solidFill>
                  <a:srgbClr val="5AA446"/>
                </a:solidFill>
              </a:defRPr>
            </a:lvl8pPr>
            <a:lvl9pPr>
              <a:defRPr sz="1650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AA446"/>
                </a:solidFill>
              </a:defRPr>
            </a:pPr>
            <a:r>
              <a:rPr sz="1650" b="1">
                <a:solidFill>
                  <a:srgbClr val="5AA446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A3331D-570C-4B10-8D4A-E6998934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19500"/>
            <a:ext cx="840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24D"/>
                </a:solidFill>
              </a:defRPr>
            </a:defPPr>
            <a:lvl1pPr>
              <a:defRPr sz="1875" b="0">
                <a:solidFill>
                  <a:srgbClr val="17324D"/>
                </a:solidFill>
              </a:defRPr>
            </a:lvl1pPr>
            <a:lvl2pPr>
              <a:defRPr sz="1875" b="0">
                <a:solidFill>
                  <a:srgbClr val="17324D"/>
                </a:solidFill>
              </a:defRPr>
            </a:lvl2pPr>
            <a:lvl3pPr>
              <a:defRPr sz="1875" b="0">
                <a:solidFill>
                  <a:srgbClr val="17324D"/>
                </a:solidFill>
              </a:defRPr>
            </a:lvl3pPr>
            <a:lvl4pPr>
              <a:defRPr sz="1875" b="0">
                <a:solidFill>
                  <a:srgbClr val="17324D"/>
                </a:solidFill>
              </a:defRPr>
            </a:lvl4pPr>
            <a:lvl5pPr>
              <a:defRPr sz="1875" b="0">
                <a:solidFill>
                  <a:srgbClr val="17324D"/>
                </a:solidFill>
              </a:defRPr>
            </a:lvl5pPr>
            <a:lvl6pPr>
              <a:defRPr sz="1875" b="0">
                <a:solidFill>
                  <a:srgbClr val="17324D"/>
                </a:solidFill>
              </a:defRPr>
            </a:lvl6pPr>
            <a:lvl7pPr>
              <a:defRPr sz="1875" b="0">
                <a:solidFill>
                  <a:srgbClr val="17324D"/>
                </a:solidFill>
              </a:defRPr>
            </a:lvl7pPr>
            <a:lvl8pPr>
              <a:defRPr sz="1875" b="0">
                <a:solidFill>
                  <a:srgbClr val="17324D"/>
                </a:solidFill>
              </a:defRPr>
            </a:lvl8pPr>
            <a:lvl9pPr>
              <a:defRPr sz="187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24D"/>
                </a:solidFill>
              </a:defRPr>
            </a:pPr>
            <a:r>
              <a:rPr sz="1875" b="0">
                <a:solidFill>
                  <a:srgbClr val="17324D"/>
                </a:solidFill>
              </a:rPr>
              <a:t>Read PASS or TRY AGAIN as useful feedback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0A862B-F631-43C6-BBFD-113EE2E6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862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367D96"/>
                </a:solidFill>
              </a:defRPr>
            </a:defPPr>
            <a:lvl1pPr>
              <a:defRPr sz="1650" b="1">
                <a:solidFill>
                  <a:srgbClr val="367D96"/>
                </a:solidFill>
              </a:defRPr>
            </a:lvl1pPr>
            <a:lvl2pPr>
              <a:defRPr sz="1650" b="1">
                <a:solidFill>
                  <a:srgbClr val="367D96"/>
                </a:solidFill>
              </a:defRPr>
            </a:lvl2pPr>
            <a:lvl3pPr>
              <a:defRPr sz="1650" b="1">
                <a:solidFill>
                  <a:srgbClr val="367D96"/>
                </a:solidFill>
              </a:defRPr>
            </a:lvl3pPr>
            <a:lvl4pPr>
              <a:defRPr sz="1650" b="1">
                <a:solidFill>
                  <a:srgbClr val="367D96"/>
                </a:solidFill>
              </a:defRPr>
            </a:lvl4pPr>
            <a:lvl5pPr>
              <a:defRPr sz="1650" b="1">
                <a:solidFill>
                  <a:srgbClr val="367D96"/>
                </a:solidFill>
              </a:defRPr>
            </a:lvl5pPr>
            <a:lvl6pPr>
              <a:defRPr sz="1650" b="1">
                <a:solidFill>
                  <a:srgbClr val="367D96"/>
                </a:solidFill>
              </a:defRPr>
            </a:lvl6pPr>
            <a:lvl7pPr>
              <a:defRPr sz="1650" b="1">
                <a:solidFill>
                  <a:srgbClr val="367D96"/>
                </a:solidFill>
              </a:defRPr>
            </a:lvl7pPr>
            <a:lvl8pPr>
              <a:defRPr sz="1650" b="1">
                <a:solidFill>
                  <a:srgbClr val="367D96"/>
                </a:solidFill>
              </a:defRPr>
            </a:lvl8pPr>
            <a:lvl9pPr>
              <a:defRPr sz="1650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367D96"/>
                </a:solidFill>
              </a:defRPr>
            </a:pPr>
            <a:r>
              <a:rPr sz="1650" b="1">
                <a:solidFill>
                  <a:srgbClr val="367D96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175251-C7A0-4ABF-9D0E-AA735FBD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840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24D"/>
                </a:solidFill>
              </a:defRPr>
            </a:defPPr>
            <a:lvl1pPr>
              <a:defRPr sz="1875" b="0">
                <a:solidFill>
                  <a:srgbClr val="17324D"/>
                </a:solidFill>
              </a:defRPr>
            </a:lvl1pPr>
            <a:lvl2pPr>
              <a:defRPr sz="1875" b="0">
                <a:solidFill>
                  <a:srgbClr val="17324D"/>
                </a:solidFill>
              </a:defRPr>
            </a:lvl2pPr>
            <a:lvl3pPr>
              <a:defRPr sz="1875" b="0">
                <a:solidFill>
                  <a:srgbClr val="17324D"/>
                </a:solidFill>
              </a:defRPr>
            </a:lvl3pPr>
            <a:lvl4pPr>
              <a:defRPr sz="1875" b="0">
                <a:solidFill>
                  <a:srgbClr val="17324D"/>
                </a:solidFill>
              </a:defRPr>
            </a:lvl4pPr>
            <a:lvl5pPr>
              <a:defRPr sz="1875" b="0">
                <a:solidFill>
                  <a:srgbClr val="17324D"/>
                </a:solidFill>
              </a:defRPr>
            </a:lvl5pPr>
            <a:lvl6pPr>
              <a:defRPr sz="1875" b="0">
                <a:solidFill>
                  <a:srgbClr val="17324D"/>
                </a:solidFill>
              </a:defRPr>
            </a:lvl6pPr>
            <a:lvl7pPr>
              <a:defRPr sz="1875" b="0">
                <a:solidFill>
                  <a:srgbClr val="17324D"/>
                </a:solidFill>
              </a:defRPr>
            </a:lvl7pPr>
            <a:lvl8pPr>
              <a:defRPr sz="1875" b="0">
                <a:solidFill>
                  <a:srgbClr val="17324D"/>
                </a:solidFill>
              </a:defRPr>
            </a:lvl8pPr>
            <a:lvl9pPr>
              <a:defRPr sz="187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24D"/>
                </a:solidFill>
              </a:defRPr>
            </a:pPr>
            <a:r>
              <a:rPr sz="1875" b="0">
                <a:solidFill>
                  <a:srgbClr val="17324D"/>
                </a:solidFill>
              </a:rPr>
              <a:t>Ask for help after tracing the values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C6700-C308-48CA-81D6-3A525D33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5300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3E9197"/>
                </a:solidFill>
              </a:defRPr>
            </a:defPPr>
            <a:lvl1pPr>
              <a:defRPr sz="1650" b="1">
                <a:solidFill>
                  <a:srgbClr val="3E9197"/>
                </a:solidFill>
              </a:defRPr>
            </a:lvl1pPr>
            <a:lvl2pPr>
              <a:defRPr sz="1650" b="1">
                <a:solidFill>
                  <a:srgbClr val="3E9197"/>
                </a:solidFill>
              </a:defRPr>
            </a:lvl2pPr>
            <a:lvl3pPr>
              <a:defRPr sz="1650" b="1">
                <a:solidFill>
                  <a:srgbClr val="3E9197"/>
                </a:solidFill>
              </a:defRPr>
            </a:lvl3pPr>
            <a:lvl4pPr>
              <a:defRPr sz="1650" b="1">
                <a:solidFill>
                  <a:srgbClr val="3E9197"/>
                </a:solidFill>
              </a:defRPr>
            </a:lvl4pPr>
            <a:lvl5pPr>
              <a:defRPr sz="1650" b="1">
                <a:solidFill>
                  <a:srgbClr val="3E9197"/>
                </a:solidFill>
              </a:defRPr>
            </a:lvl5pPr>
            <a:lvl6pPr>
              <a:defRPr sz="1650" b="1">
                <a:solidFill>
                  <a:srgbClr val="3E9197"/>
                </a:solidFill>
              </a:defRPr>
            </a:lvl6pPr>
            <a:lvl7pPr>
              <a:defRPr sz="1650" b="1">
                <a:solidFill>
                  <a:srgbClr val="3E9197"/>
                </a:solidFill>
              </a:defRPr>
            </a:lvl7pPr>
            <a:lvl8pPr>
              <a:defRPr sz="1650" b="1">
                <a:solidFill>
                  <a:srgbClr val="3E9197"/>
                </a:solidFill>
              </a:defRPr>
            </a:lvl8pPr>
            <a:lvl9pPr>
              <a:defRPr sz="1650" b="1">
                <a:solidFill>
                  <a:srgbClr val="3E9197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3E9197"/>
                </a:solidFill>
              </a:defRPr>
            </a:pPr>
            <a:r>
              <a:rPr sz="1650" b="1">
                <a:solidFill>
                  <a:srgbClr val="3E9197"/>
                </a:solidFill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0AB706-C03E-4BA8-B7B8-1B4AB99D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953000"/>
            <a:ext cx="840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24D"/>
                </a:solidFill>
              </a:defRPr>
            </a:defPPr>
            <a:lvl1pPr>
              <a:defRPr sz="1875" b="0">
                <a:solidFill>
                  <a:srgbClr val="17324D"/>
                </a:solidFill>
              </a:defRPr>
            </a:lvl1pPr>
            <a:lvl2pPr>
              <a:defRPr sz="1875" b="0">
                <a:solidFill>
                  <a:srgbClr val="17324D"/>
                </a:solidFill>
              </a:defRPr>
            </a:lvl2pPr>
            <a:lvl3pPr>
              <a:defRPr sz="1875" b="0">
                <a:solidFill>
                  <a:srgbClr val="17324D"/>
                </a:solidFill>
              </a:defRPr>
            </a:lvl3pPr>
            <a:lvl4pPr>
              <a:defRPr sz="1875" b="0">
                <a:solidFill>
                  <a:srgbClr val="17324D"/>
                </a:solidFill>
              </a:defRPr>
            </a:lvl4pPr>
            <a:lvl5pPr>
              <a:defRPr sz="1875" b="0">
                <a:solidFill>
                  <a:srgbClr val="17324D"/>
                </a:solidFill>
              </a:defRPr>
            </a:lvl5pPr>
            <a:lvl6pPr>
              <a:defRPr sz="1875" b="0">
                <a:solidFill>
                  <a:srgbClr val="17324D"/>
                </a:solidFill>
              </a:defRPr>
            </a:lvl6pPr>
            <a:lvl7pPr>
              <a:defRPr sz="1875" b="0">
                <a:solidFill>
                  <a:srgbClr val="17324D"/>
                </a:solidFill>
              </a:defRPr>
            </a:lvl7pPr>
            <a:lvl8pPr>
              <a:defRPr sz="1875" b="0">
                <a:solidFill>
                  <a:srgbClr val="17324D"/>
                </a:solidFill>
              </a:defRPr>
            </a:lvl8pPr>
            <a:lvl9pPr>
              <a:defRPr sz="187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24D"/>
                </a:solidFill>
              </a:defRPr>
            </a:pPr>
            <a:r>
              <a:rPr sz="1875" b="0">
                <a:solidFill>
                  <a:srgbClr val="17324D"/>
                </a:solidFill>
              </a:rPr>
              <a:t>Finish the minimum tracker before extensions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053BBD-7B45-4D30-BAA0-F4309C02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9:20–9:25 | Goal and expectations</a:t>
            </a:r>
          </a:p>
        </p:txBody>
      </p:sp>
    </p:spTree>
    <p:extLst>
      <p:ext uri="{BB962C8B-B14F-4D97-AF65-F5344CB8AC3E}">
        <p14:creationId xmlns:p14="http://schemas.microsoft.com/office/powerpoint/2010/main" val="20407867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17D422-A158-4D4A-897B-C5291890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Workshop schedule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2FB50-9D70-4C86-831F-DDE41461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The notebook carries the instruction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9AD6AB-8611-4926-A15D-938CF427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3811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F6665"/>
                </a:solidFill>
              </a:defRPr>
            </a:defPPr>
            <a:lvl1pPr>
              <a:defRPr sz="1425" b="1">
                <a:solidFill>
                  <a:srgbClr val="DF6665"/>
                </a:solidFill>
              </a:defRPr>
            </a:lvl1pPr>
            <a:lvl2pPr>
              <a:defRPr sz="1425" b="1">
                <a:solidFill>
                  <a:srgbClr val="DF6665"/>
                </a:solidFill>
              </a:defRPr>
            </a:lvl2pPr>
            <a:lvl3pPr>
              <a:defRPr sz="1425" b="1">
                <a:solidFill>
                  <a:srgbClr val="DF6665"/>
                </a:solidFill>
              </a:defRPr>
            </a:lvl3pPr>
            <a:lvl4pPr>
              <a:defRPr sz="1425" b="1">
                <a:solidFill>
                  <a:srgbClr val="DF6665"/>
                </a:solidFill>
              </a:defRPr>
            </a:lvl4pPr>
            <a:lvl5pPr>
              <a:defRPr sz="1425" b="1">
                <a:solidFill>
                  <a:srgbClr val="DF6665"/>
                </a:solidFill>
              </a:defRPr>
            </a:lvl5pPr>
            <a:lvl6pPr>
              <a:defRPr sz="1425" b="1">
                <a:solidFill>
                  <a:srgbClr val="DF6665"/>
                </a:solidFill>
              </a:defRPr>
            </a:lvl6pPr>
            <a:lvl7pPr>
              <a:defRPr sz="1425" b="1">
                <a:solidFill>
                  <a:srgbClr val="DF6665"/>
                </a:solidFill>
              </a:defRPr>
            </a:lvl7pPr>
            <a:lvl8pPr>
              <a:defRPr sz="1425" b="1">
                <a:solidFill>
                  <a:srgbClr val="DF6665"/>
                </a:solidFill>
              </a:defRPr>
            </a:lvl8pPr>
            <a:lvl9pPr>
              <a:defRPr sz="1425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F6665"/>
                </a:solidFill>
              </a:defRPr>
            </a:pPr>
            <a:r>
              <a:rPr sz="1425" b="1">
                <a:solidFill>
                  <a:srgbClr val="DF6665"/>
                </a:solidFill>
              </a:rPr>
              <a:t>9:00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78A96-916B-47BC-A438-3CA181B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8112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Direct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F7921-0FF1-4744-99B8-96DFC382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82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AA446"/>
                </a:solidFill>
              </a:defRPr>
            </a:defPPr>
            <a:lvl1pPr>
              <a:defRPr sz="1425" b="1">
                <a:solidFill>
                  <a:srgbClr val="5AA446"/>
                </a:solidFill>
              </a:defRPr>
            </a:lvl1pPr>
            <a:lvl2pPr>
              <a:defRPr sz="1425" b="1">
                <a:solidFill>
                  <a:srgbClr val="5AA446"/>
                </a:solidFill>
              </a:defRPr>
            </a:lvl2pPr>
            <a:lvl3pPr>
              <a:defRPr sz="1425" b="1">
                <a:solidFill>
                  <a:srgbClr val="5AA446"/>
                </a:solidFill>
              </a:defRPr>
            </a:lvl3pPr>
            <a:lvl4pPr>
              <a:defRPr sz="1425" b="1">
                <a:solidFill>
                  <a:srgbClr val="5AA446"/>
                </a:solidFill>
              </a:defRPr>
            </a:lvl4pPr>
            <a:lvl5pPr>
              <a:defRPr sz="1425" b="1">
                <a:solidFill>
                  <a:srgbClr val="5AA446"/>
                </a:solidFill>
              </a:defRPr>
            </a:lvl5pPr>
            <a:lvl6pPr>
              <a:defRPr sz="1425" b="1">
                <a:solidFill>
                  <a:srgbClr val="5AA446"/>
                </a:solidFill>
              </a:defRPr>
            </a:lvl6pPr>
            <a:lvl7pPr>
              <a:defRPr sz="1425" b="1">
                <a:solidFill>
                  <a:srgbClr val="5AA446"/>
                </a:solidFill>
              </a:defRPr>
            </a:lvl7pPr>
            <a:lvl8pPr>
              <a:defRPr sz="1425" b="1">
                <a:solidFill>
                  <a:srgbClr val="5AA446"/>
                </a:solidFill>
              </a:defRPr>
            </a:lvl8pPr>
            <a:lvl9pPr>
              <a:defRPr sz="1425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AA446"/>
                </a:solidFill>
              </a:defRPr>
            </a:pPr>
            <a:r>
              <a:rPr sz="1425" b="1">
                <a:solidFill>
                  <a:srgbClr val="5AA446"/>
                </a:solidFill>
              </a:rPr>
              <a:t>9:20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81197-50FA-40D4-89BA-D7AC4755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28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Launch Colab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F30E44-28AC-4899-A49C-C86B8D2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764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367D96"/>
                </a:solidFill>
              </a:defRPr>
            </a:defPPr>
            <a:lvl1pPr>
              <a:defRPr sz="1425" b="1">
                <a:solidFill>
                  <a:srgbClr val="367D96"/>
                </a:solidFill>
              </a:defRPr>
            </a:lvl1pPr>
            <a:lvl2pPr>
              <a:defRPr sz="1425" b="1">
                <a:solidFill>
                  <a:srgbClr val="367D96"/>
                </a:solidFill>
              </a:defRPr>
            </a:lvl2pPr>
            <a:lvl3pPr>
              <a:defRPr sz="1425" b="1">
                <a:solidFill>
                  <a:srgbClr val="367D96"/>
                </a:solidFill>
              </a:defRPr>
            </a:lvl3pPr>
            <a:lvl4pPr>
              <a:defRPr sz="1425" b="1">
                <a:solidFill>
                  <a:srgbClr val="367D96"/>
                </a:solidFill>
              </a:defRPr>
            </a:lvl4pPr>
            <a:lvl5pPr>
              <a:defRPr sz="1425" b="1">
                <a:solidFill>
                  <a:srgbClr val="367D96"/>
                </a:solidFill>
              </a:defRPr>
            </a:lvl5pPr>
            <a:lvl6pPr>
              <a:defRPr sz="1425" b="1">
                <a:solidFill>
                  <a:srgbClr val="367D96"/>
                </a:solidFill>
              </a:defRPr>
            </a:lvl6pPr>
            <a:lvl7pPr>
              <a:defRPr sz="1425" b="1">
                <a:solidFill>
                  <a:srgbClr val="367D96"/>
                </a:solidFill>
              </a:defRPr>
            </a:lvl7pPr>
            <a:lvl8pPr>
              <a:defRPr sz="1425" b="1">
                <a:solidFill>
                  <a:srgbClr val="367D96"/>
                </a:solidFill>
              </a:defRPr>
            </a:lvl8pPr>
            <a:lvl9pPr>
              <a:defRPr sz="1425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367D96"/>
                </a:solidFill>
              </a:defRPr>
            </a:pPr>
            <a:r>
              <a:rPr sz="1425" b="1">
                <a:solidFill>
                  <a:srgbClr val="367D96"/>
                </a:solidFill>
              </a:rPr>
              <a:t>9:35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1ABE20-A148-49E0-8B30-4018671F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7647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Work block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E2CFD6-B1C1-4876-A365-0AC514FD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241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3E9197"/>
                </a:solidFill>
              </a:defRPr>
            </a:defPPr>
            <a:lvl1pPr>
              <a:defRPr sz="1425" b="1">
                <a:solidFill>
                  <a:srgbClr val="3E9197"/>
                </a:solidFill>
              </a:defRPr>
            </a:lvl1pPr>
            <a:lvl2pPr>
              <a:defRPr sz="1425" b="1">
                <a:solidFill>
                  <a:srgbClr val="3E9197"/>
                </a:solidFill>
              </a:defRPr>
            </a:lvl2pPr>
            <a:lvl3pPr>
              <a:defRPr sz="1425" b="1">
                <a:solidFill>
                  <a:srgbClr val="3E9197"/>
                </a:solidFill>
              </a:defRPr>
            </a:lvl3pPr>
            <a:lvl4pPr>
              <a:defRPr sz="1425" b="1">
                <a:solidFill>
                  <a:srgbClr val="3E9197"/>
                </a:solidFill>
              </a:defRPr>
            </a:lvl4pPr>
            <a:lvl5pPr>
              <a:defRPr sz="1425" b="1">
                <a:solidFill>
                  <a:srgbClr val="3E9197"/>
                </a:solidFill>
              </a:defRPr>
            </a:lvl5pPr>
            <a:lvl6pPr>
              <a:defRPr sz="1425" b="1">
                <a:solidFill>
                  <a:srgbClr val="3E9197"/>
                </a:solidFill>
              </a:defRPr>
            </a:lvl6pPr>
            <a:lvl7pPr>
              <a:defRPr sz="1425" b="1">
                <a:solidFill>
                  <a:srgbClr val="3E9197"/>
                </a:solidFill>
              </a:defRPr>
            </a:lvl7pPr>
            <a:lvl8pPr>
              <a:defRPr sz="1425" b="1">
                <a:solidFill>
                  <a:srgbClr val="3E9197"/>
                </a:solidFill>
              </a:defRPr>
            </a:lvl8pPr>
            <a:lvl9pPr>
              <a:defRPr sz="1425" b="1">
                <a:solidFill>
                  <a:srgbClr val="3E9197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3E9197"/>
                </a:solidFill>
              </a:defRPr>
            </a:pPr>
            <a:r>
              <a:rPr sz="1425" b="1">
                <a:solidFill>
                  <a:srgbClr val="3E9197"/>
                </a:solidFill>
              </a:rPr>
              <a:t>10:25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69EEA3-53D4-410A-BF8B-25D441AD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241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Break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0D0DC-F422-4C6C-AC6B-CF316852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1718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F6665"/>
                </a:solidFill>
              </a:defRPr>
            </a:defPPr>
            <a:lvl1pPr>
              <a:defRPr sz="1425" b="1">
                <a:solidFill>
                  <a:srgbClr val="DF6665"/>
                </a:solidFill>
              </a:defRPr>
            </a:lvl1pPr>
            <a:lvl2pPr>
              <a:defRPr sz="1425" b="1">
                <a:solidFill>
                  <a:srgbClr val="DF6665"/>
                </a:solidFill>
              </a:defRPr>
            </a:lvl2pPr>
            <a:lvl3pPr>
              <a:defRPr sz="1425" b="1">
                <a:solidFill>
                  <a:srgbClr val="DF6665"/>
                </a:solidFill>
              </a:defRPr>
            </a:lvl3pPr>
            <a:lvl4pPr>
              <a:defRPr sz="1425" b="1">
                <a:solidFill>
                  <a:srgbClr val="DF6665"/>
                </a:solidFill>
              </a:defRPr>
            </a:lvl4pPr>
            <a:lvl5pPr>
              <a:defRPr sz="1425" b="1">
                <a:solidFill>
                  <a:srgbClr val="DF6665"/>
                </a:solidFill>
              </a:defRPr>
            </a:lvl5pPr>
            <a:lvl6pPr>
              <a:defRPr sz="1425" b="1">
                <a:solidFill>
                  <a:srgbClr val="DF6665"/>
                </a:solidFill>
              </a:defRPr>
            </a:lvl6pPr>
            <a:lvl7pPr>
              <a:defRPr sz="1425" b="1">
                <a:solidFill>
                  <a:srgbClr val="DF6665"/>
                </a:solidFill>
              </a:defRPr>
            </a:lvl7pPr>
            <a:lvl8pPr>
              <a:defRPr sz="1425" b="1">
                <a:solidFill>
                  <a:srgbClr val="DF6665"/>
                </a:solidFill>
              </a:defRPr>
            </a:lvl8pPr>
            <a:lvl9pPr>
              <a:defRPr sz="1425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F6665"/>
                </a:solidFill>
              </a:defRPr>
            </a:pPr>
            <a:r>
              <a:rPr sz="1425" b="1">
                <a:solidFill>
                  <a:srgbClr val="DF6665"/>
                </a:solidFill>
              </a:rPr>
              <a:t>10:35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687E7F-AC27-4321-B7A6-EEA2D3FD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7182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Work block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09D782-9462-4DEC-9662-12C2B6DD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AA446"/>
                </a:solidFill>
              </a:defRPr>
            </a:defPPr>
            <a:lvl1pPr>
              <a:defRPr sz="1425" b="1">
                <a:solidFill>
                  <a:srgbClr val="5AA446"/>
                </a:solidFill>
              </a:defRPr>
            </a:lvl1pPr>
            <a:lvl2pPr>
              <a:defRPr sz="1425" b="1">
                <a:solidFill>
                  <a:srgbClr val="5AA446"/>
                </a:solidFill>
              </a:defRPr>
            </a:lvl2pPr>
            <a:lvl3pPr>
              <a:defRPr sz="1425" b="1">
                <a:solidFill>
                  <a:srgbClr val="5AA446"/>
                </a:solidFill>
              </a:defRPr>
            </a:lvl3pPr>
            <a:lvl4pPr>
              <a:defRPr sz="1425" b="1">
                <a:solidFill>
                  <a:srgbClr val="5AA446"/>
                </a:solidFill>
              </a:defRPr>
            </a:lvl4pPr>
            <a:lvl5pPr>
              <a:defRPr sz="1425" b="1">
                <a:solidFill>
                  <a:srgbClr val="5AA446"/>
                </a:solidFill>
              </a:defRPr>
            </a:lvl5pPr>
            <a:lvl6pPr>
              <a:defRPr sz="1425" b="1">
                <a:solidFill>
                  <a:srgbClr val="5AA446"/>
                </a:solidFill>
              </a:defRPr>
            </a:lvl6pPr>
            <a:lvl7pPr>
              <a:defRPr sz="1425" b="1">
                <a:solidFill>
                  <a:srgbClr val="5AA446"/>
                </a:solidFill>
              </a:defRPr>
            </a:lvl7pPr>
            <a:lvl8pPr>
              <a:defRPr sz="1425" b="1">
                <a:solidFill>
                  <a:srgbClr val="5AA446"/>
                </a:solidFill>
              </a:defRPr>
            </a:lvl8pPr>
            <a:lvl9pPr>
              <a:defRPr sz="1425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AA446"/>
                </a:solidFill>
              </a:defRPr>
            </a:pPr>
            <a:r>
              <a:rPr sz="1425" b="1">
                <a:solidFill>
                  <a:srgbClr val="5AA446"/>
                </a:solidFill>
              </a:rPr>
              <a:t>11:20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5E137E-2CA6-4A04-B170-F16403D5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Break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BE9706-AD14-4026-BE14-B59D11FD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671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367D96"/>
                </a:solidFill>
              </a:defRPr>
            </a:defPPr>
            <a:lvl1pPr>
              <a:defRPr sz="1425" b="1">
                <a:solidFill>
                  <a:srgbClr val="367D96"/>
                </a:solidFill>
              </a:defRPr>
            </a:lvl1pPr>
            <a:lvl2pPr>
              <a:defRPr sz="1425" b="1">
                <a:solidFill>
                  <a:srgbClr val="367D96"/>
                </a:solidFill>
              </a:defRPr>
            </a:lvl2pPr>
            <a:lvl3pPr>
              <a:defRPr sz="1425" b="1">
                <a:solidFill>
                  <a:srgbClr val="367D96"/>
                </a:solidFill>
              </a:defRPr>
            </a:lvl3pPr>
            <a:lvl4pPr>
              <a:defRPr sz="1425" b="1">
                <a:solidFill>
                  <a:srgbClr val="367D96"/>
                </a:solidFill>
              </a:defRPr>
            </a:lvl4pPr>
            <a:lvl5pPr>
              <a:defRPr sz="1425" b="1">
                <a:solidFill>
                  <a:srgbClr val="367D96"/>
                </a:solidFill>
              </a:defRPr>
            </a:lvl5pPr>
            <a:lvl6pPr>
              <a:defRPr sz="1425" b="1">
                <a:solidFill>
                  <a:srgbClr val="367D96"/>
                </a:solidFill>
              </a:defRPr>
            </a:lvl6pPr>
            <a:lvl7pPr>
              <a:defRPr sz="1425" b="1">
                <a:solidFill>
                  <a:srgbClr val="367D96"/>
                </a:solidFill>
              </a:defRPr>
            </a:lvl7pPr>
            <a:lvl8pPr>
              <a:defRPr sz="1425" b="1">
                <a:solidFill>
                  <a:srgbClr val="367D96"/>
                </a:solidFill>
              </a:defRPr>
            </a:lvl8pPr>
            <a:lvl9pPr>
              <a:defRPr sz="1425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367D96"/>
                </a:solidFill>
              </a:defRPr>
            </a:pPr>
            <a:r>
              <a:rPr sz="1425" b="1">
                <a:solidFill>
                  <a:srgbClr val="367D96"/>
                </a:solidFill>
              </a:rPr>
              <a:t>11:30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C52416-5F91-4343-86E6-6BC7976A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6717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Cloud and Raspberry 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C6EC80-8F14-40F2-8B22-17C32B65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14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3E9197"/>
                </a:solidFill>
              </a:defRPr>
            </a:defPPr>
            <a:lvl1pPr>
              <a:defRPr sz="1425" b="1">
                <a:solidFill>
                  <a:srgbClr val="3E9197"/>
                </a:solidFill>
              </a:defRPr>
            </a:lvl1pPr>
            <a:lvl2pPr>
              <a:defRPr sz="1425" b="1">
                <a:solidFill>
                  <a:srgbClr val="3E9197"/>
                </a:solidFill>
              </a:defRPr>
            </a:lvl2pPr>
            <a:lvl3pPr>
              <a:defRPr sz="1425" b="1">
                <a:solidFill>
                  <a:srgbClr val="3E9197"/>
                </a:solidFill>
              </a:defRPr>
            </a:lvl3pPr>
            <a:lvl4pPr>
              <a:defRPr sz="1425" b="1">
                <a:solidFill>
                  <a:srgbClr val="3E9197"/>
                </a:solidFill>
              </a:defRPr>
            </a:lvl4pPr>
            <a:lvl5pPr>
              <a:defRPr sz="1425" b="1">
                <a:solidFill>
                  <a:srgbClr val="3E9197"/>
                </a:solidFill>
              </a:defRPr>
            </a:lvl5pPr>
            <a:lvl6pPr>
              <a:defRPr sz="1425" b="1">
                <a:solidFill>
                  <a:srgbClr val="3E9197"/>
                </a:solidFill>
              </a:defRPr>
            </a:lvl6pPr>
            <a:lvl7pPr>
              <a:defRPr sz="1425" b="1">
                <a:solidFill>
                  <a:srgbClr val="3E9197"/>
                </a:solidFill>
              </a:defRPr>
            </a:lvl7pPr>
            <a:lvl8pPr>
              <a:defRPr sz="1425" b="1">
                <a:solidFill>
                  <a:srgbClr val="3E9197"/>
                </a:solidFill>
              </a:defRPr>
            </a:lvl8pPr>
            <a:lvl9pPr>
              <a:defRPr sz="1425" b="1">
                <a:solidFill>
                  <a:srgbClr val="3E9197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3E9197"/>
                </a:solidFill>
              </a:defRPr>
            </a:pPr>
            <a:r>
              <a:rPr sz="1425" b="1">
                <a:solidFill>
                  <a:srgbClr val="3E9197"/>
                </a:solidFill>
              </a:rPr>
              <a:t>11:45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F8E96A-F71C-4B02-ACDB-2DC120C0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148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Tracker project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9B2695-3606-4147-9FFE-EADA513E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62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F6665"/>
                </a:solidFill>
              </a:defRPr>
            </a:defPPr>
            <a:lvl1pPr>
              <a:defRPr sz="1425" b="1">
                <a:solidFill>
                  <a:srgbClr val="DF6665"/>
                </a:solidFill>
              </a:defRPr>
            </a:lvl1pPr>
            <a:lvl2pPr>
              <a:defRPr sz="1425" b="1">
                <a:solidFill>
                  <a:srgbClr val="DF6665"/>
                </a:solidFill>
              </a:defRPr>
            </a:lvl2pPr>
            <a:lvl3pPr>
              <a:defRPr sz="1425" b="1">
                <a:solidFill>
                  <a:srgbClr val="DF6665"/>
                </a:solidFill>
              </a:defRPr>
            </a:lvl3pPr>
            <a:lvl4pPr>
              <a:defRPr sz="1425" b="1">
                <a:solidFill>
                  <a:srgbClr val="DF6665"/>
                </a:solidFill>
              </a:defRPr>
            </a:lvl4pPr>
            <a:lvl5pPr>
              <a:defRPr sz="1425" b="1">
                <a:solidFill>
                  <a:srgbClr val="DF6665"/>
                </a:solidFill>
              </a:defRPr>
            </a:lvl5pPr>
            <a:lvl6pPr>
              <a:defRPr sz="1425" b="1">
                <a:solidFill>
                  <a:srgbClr val="DF6665"/>
                </a:solidFill>
              </a:defRPr>
            </a:lvl6pPr>
            <a:lvl7pPr>
              <a:defRPr sz="1425" b="1">
                <a:solidFill>
                  <a:srgbClr val="DF6665"/>
                </a:solidFill>
              </a:defRPr>
            </a:lvl7pPr>
            <a:lvl8pPr>
              <a:defRPr sz="1425" b="1">
                <a:solidFill>
                  <a:srgbClr val="DF6665"/>
                </a:solidFill>
              </a:defRPr>
            </a:lvl8pPr>
            <a:lvl9pPr>
              <a:defRPr sz="1425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F6665"/>
                </a:solidFill>
              </a:defRPr>
            </a:pPr>
            <a:r>
              <a:rPr sz="1425" b="1">
                <a:solidFill>
                  <a:srgbClr val="DF6665"/>
                </a:solidFill>
              </a:rPr>
              <a:t>12:25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3BA73E-7D0D-4289-84AA-E169354A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6252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Peer test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42072D-BA90-4BA9-A541-2D478B88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102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5AA446"/>
                </a:solidFill>
              </a:defRPr>
            </a:defPPr>
            <a:lvl1pPr>
              <a:defRPr sz="1425" b="1">
                <a:solidFill>
                  <a:srgbClr val="5AA446"/>
                </a:solidFill>
              </a:defRPr>
            </a:lvl1pPr>
            <a:lvl2pPr>
              <a:defRPr sz="1425" b="1">
                <a:solidFill>
                  <a:srgbClr val="5AA446"/>
                </a:solidFill>
              </a:defRPr>
            </a:lvl2pPr>
            <a:lvl3pPr>
              <a:defRPr sz="1425" b="1">
                <a:solidFill>
                  <a:srgbClr val="5AA446"/>
                </a:solidFill>
              </a:defRPr>
            </a:lvl3pPr>
            <a:lvl4pPr>
              <a:defRPr sz="1425" b="1">
                <a:solidFill>
                  <a:srgbClr val="5AA446"/>
                </a:solidFill>
              </a:defRPr>
            </a:lvl4pPr>
            <a:lvl5pPr>
              <a:defRPr sz="1425" b="1">
                <a:solidFill>
                  <a:srgbClr val="5AA446"/>
                </a:solidFill>
              </a:defRPr>
            </a:lvl5pPr>
            <a:lvl6pPr>
              <a:defRPr sz="1425" b="1">
                <a:solidFill>
                  <a:srgbClr val="5AA446"/>
                </a:solidFill>
              </a:defRPr>
            </a:lvl6pPr>
            <a:lvl7pPr>
              <a:defRPr sz="1425" b="1">
                <a:solidFill>
                  <a:srgbClr val="5AA446"/>
                </a:solidFill>
              </a:defRPr>
            </a:lvl7pPr>
            <a:lvl8pPr>
              <a:defRPr sz="1425" b="1">
                <a:solidFill>
                  <a:srgbClr val="5AA446"/>
                </a:solidFill>
              </a:defRPr>
            </a:lvl8pPr>
            <a:lvl9pPr>
              <a:defRPr sz="1425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AA446"/>
                </a:solidFill>
              </a:defRPr>
            </a:pPr>
            <a:r>
              <a:rPr sz="1425" b="1">
                <a:solidFill>
                  <a:srgbClr val="5AA446"/>
                </a:solidFill>
              </a:rPr>
              <a:t>12:45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6792E5-350F-43C1-9872-2515D05F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4102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7324D"/>
                </a:solidFill>
              </a:defRPr>
            </a:defPPr>
            <a:lvl1pPr>
              <a:defRPr sz="1650" b="0">
                <a:solidFill>
                  <a:srgbClr val="17324D"/>
                </a:solidFill>
              </a:defRPr>
            </a:lvl1pPr>
            <a:lvl2pPr>
              <a:defRPr sz="1650" b="0">
                <a:solidFill>
                  <a:srgbClr val="17324D"/>
                </a:solidFill>
              </a:defRPr>
            </a:lvl2pPr>
            <a:lvl3pPr>
              <a:defRPr sz="1650" b="0">
                <a:solidFill>
                  <a:srgbClr val="17324D"/>
                </a:solidFill>
              </a:defRPr>
            </a:lvl3pPr>
            <a:lvl4pPr>
              <a:defRPr sz="1650" b="0">
                <a:solidFill>
                  <a:srgbClr val="17324D"/>
                </a:solidFill>
              </a:defRPr>
            </a:lvl4pPr>
            <a:lvl5pPr>
              <a:defRPr sz="1650" b="0">
                <a:solidFill>
                  <a:srgbClr val="17324D"/>
                </a:solidFill>
              </a:defRPr>
            </a:lvl5pPr>
            <a:lvl6pPr>
              <a:defRPr sz="1650" b="0">
                <a:solidFill>
                  <a:srgbClr val="17324D"/>
                </a:solidFill>
              </a:defRPr>
            </a:lvl6pPr>
            <a:lvl7pPr>
              <a:defRPr sz="1650" b="0">
                <a:solidFill>
                  <a:srgbClr val="17324D"/>
                </a:solidFill>
              </a:defRPr>
            </a:lvl7pPr>
            <a:lvl8pPr>
              <a:defRPr sz="1650" b="0">
                <a:solidFill>
                  <a:srgbClr val="17324D"/>
                </a:solidFill>
              </a:defRPr>
            </a:lvl8pPr>
            <a:lvl9pPr>
              <a:defRPr sz="16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Exit ticket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048764-39A4-4187-B534-388B2C80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9:25–9:28 | Schedule</a:t>
            </a:r>
          </a:p>
        </p:txBody>
      </p:sp>
    </p:spTree>
    <p:extLst>
      <p:ext uri="{BB962C8B-B14F-4D97-AF65-F5344CB8AC3E}">
        <p14:creationId xmlns:p14="http://schemas.microsoft.com/office/powerpoint/2010/main" val="4974966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AF3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2F1307-BCF1-42D5-814D-A3938561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Colab launch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7BF5E-AA83-4E0D-A4A3-FB4934D4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Open the shared link and make your own copy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B176D-665E-4FCD-83E6-28940A23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192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DF6665"/>
                </a:solidFill>
              </a:defRPr>
            </a:defPPr>
            <a:lvl1pPr>
              <a:defRPr sz="1800" b="1">
                <a:solidFill>
                  <a:srgbClr val="DF6665"/>
                </a:solidFill>
              </a:defRPr>
            </a:lvl1pPr>
            <a:lvl2pPr>
              <a:defRPr sz="1800" b="1">
                <a:solidFill>
                  <a:srgbClr val="DF6665"/>
                </a:solidFill>
              </a:defRPr>
            </a:lvl2pPr>
            <a:lvl3pPr>
              <a:defRPr sz="1800" b="1">
                <a:solidFill>
                  <a:srgbClr val="DF6665"/>
                </a:solidFill>
              </a:defRPr>
            </a:lvl3pPr>
            <a:lvl4pPr>
              <a:defRPr sz="1800" b="1">
                <a:solidFill>
                  <a:srgbClr val="DF6665"/>
                </a:solidFill>
              </a:defRPr>
            </a:lvl4pPr>
            <a:lvl5pPr>
              <a:defRPr sz="1800" b="1">
                <a:solidFill>
                  <a:srgbClr val="DF6665"/>
                </a:solidFill>
              </a:defRPr>
            </a:lvl5pPr>
            <a:lvl6pPr>
              <a:defRPr sz="1800" b="1">
                <a:solidFill>
                  <a:srgbClr val="DF6665"/>
                </a:solidFill>
              </a:defRPr>
            </a:lvl6pPr>
            <a:lvl7pPr>
              <a:defRPr sz="1800" b="1">
                <a:solidFill>
                  <a:srgbClr val="DF6665"/>
                </a:solidFill>
              </a:defRPr>
            </a:lvl7pPr>
            <a:lvl8pPr>
              <a:defRPr sz="1800" b="1">
                <a:solidFill>
                  <a:srgbClr val="DF6665"/>
                </a:solidFill>
              </a:defRPr>
            </a:lvl8pPr>
            <a:lvl9pPr>
              <a:defRPr sz="1800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DF6665"/>
                </a:solidFill>
              </a:defRPr>
            </a:pPr>
            <a:r>
              <a:rPr sz="1800" b="1">
                <a:solidFill>
                  <a:srgbClr val="DF6665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5D2B1-2733-41E3-925D-EB02A83E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619250"/>
            <a:ext cx="678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</a:defRPr>
            </a:defPPr>
            <a:lvl1pPr>
              <a:defRPr sz="2025" b="0">
                <a:solidFill>
                  <a:srgbClr val="17324D"/>
                </a:solidFill>
              </a:defRPr>
            </a:lvl1pPr>
            <a:lvl2pPr>
              <a:defRPr sz="2025" b="0">
                <a:solidFill>
                  <a:srgbClr val="17324D"/>
                </a:solidFill>
              </a:defRPr>
            </a:lvl2pPr>
            <a:lvl3pPr>
              <a:defRPr sz="2025" b="0">
                <a:solidFill>
                  <a:srgbClr val="17324D"/>
                </a:solidFill>
              </a:defRPr>
            </a:lvl3pPr>
            <a:lvl4pPr>
              <a:defRPr sz="2025" b="0">
                <a:solidFill>
                  <a:srgbClr val="17324D"/>
                </a:solidFill>
              </a:defRPr>
            </a:lvl4pPr>
            <a:lvl5pPr>
              <a:defRPr sz="2025" b="0">
                <a:solidFill>
                  <a:srgbClr val="17324D"/>
                </a:solidFill>
              </a:defRPr>
            </a:lvl5pPr>
            <a:lvl6pPr>
              <a:defRPr sz="2025" b="0">
                <a:solidFill>
                  <a:srgbClr val="17324D"/>
                </a:solidFill>
              </a:defRPr>
            </a:lvl6pPr>
            <a:lvl7pPr>
              <a:defRPr sz="2025" b="0">
                <a:solidFill>
                  <a:srgbClr val="17324D"/>
                </a:solidFill>
              </a:defRPr>
            </a:lvl7pPr>
            <a:lvl8pPr>
              <a:defRPr sz="2025" b="0">
                <a:solidFill>
                  <a:srgbClr val="17324D"/>
                </a:solidFill>
              </a:defRPr>
            </a:lvl8pPr>
            <a:lvl9pPr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Open the Week 4 Colab link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E3325-3C1E-4AF9-98C8-365F68DD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193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5AA446"/>
                </a:solidFill>
              </a:defRPr>
            </a:defPPr>
            <a:lvl1pPr>
              <a:defRPr sz="1800" b="1">
                <a:solidFill>
                  <a:srgbClr val="5AA446"/>
                </a:solidFill>
              </a:defRPr>
            </a:lvl1pPr>
            <a:lvl2pPr>
              <a:defRPr sz="1800" b="1">
                <a:solidFill>
                  <a:srgbClr val="5AA446"/>
                </a:solidFill>
              </a:defRPr>
            </a:lvl2pPr>
            <a:lvl3pPr>
              <a:defRPr sz="1800" b="1">
                <a:solidFill>
                  <a:srgbClr val="5AA446"/>
                </a:solidFill>
              </a:defRPr>
            </a:lvl3pPr>
            <a:lvl4pPr>
              <a:defRPr sz="1800" b="1">
                <a:solidFill>
                  <a:srgbClr val="5AA446"/>
                </a:solidFill>
              </a:defRPr>
            </a:lvl4pPr>
            <a:lvl5pPr>
              <a:defRPr sz="1800" b="1">
                <a:solidFill>
                  <a:srgbClr val="5AA446"/>
                </a:solidFill>
              </a:defRPr>
            </a:lvl5pPr>
            <a:lvl6pPr>
              <a:defRPr sz="1800" b="1">
                <a:solidFill>
                  <a:srgbClr val="5AA446"/>
                </a:solidFill>
              </a:defRPr>
            </a:lvl6pPr>
            <a:lvl7pPr>
              <a:defRPr sz="1800" b="1">
                <a:solidFill>
                  <a:srgbClr val="5AA446"/>
                </a:solidFill>
              </a:defRPr>
            </a:lvl7pPr>
            <a:lvl8pPr>
              <a:defRPr sz="1800" b="1">
                <a:solidFill>
                  <a:srgbClr val="5AA446"/>
                </a:solidFill>
              </a:defRPr>
            </a:lvl8pPr>
            <a:lvl9pPr>
              <a:defRPr sz="1800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5AA446"/>
                </a:solidFill>
              </a:defRPr>
            </a:pPr>
            <a:r>
              <a:rPr sz="1800" b="1">
                <a:solidFill>
                  <a:srgbClr val="5AA446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2CB91-1AB6-45D9-9EF5-65EEFE7E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419350"/>
            <a:ext cx="678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</a:defRPr>
            </a:defPPr>
            <a:lvl1pPr>
              <a:defRPr sz="2025" b="0">
                <a:solidFill>
                  <a:srgbClr val="17324D"/>
                </a:solidFill>
              </a:defRPr>
            </a:lvl1pPr>
            <a:lvl2pPr>
              <a:defRPr sz="2025" b="0">
                <a:solidFill>
                  <a:srgbClr val="17324D"/>
                </a:solidFill>
              </a:defRPr>
            </a:lvl2pPr>
            <a:lvl3pPr>
              <a:defRPr sz="2025" b="0">
                <a:solidFill>
                  <a:srgbClr val="17324D"/>
                </a:solidFill>
              </a:defRPr>
            </a:lvl3pPr>
            <a:lvl4pPr>
              <a:defRPr sz="2025" b="0">
                <a:solidFill>
                  <a:srgbClr val="17324D"/>
                </a:solidFill>
              </a:defRPr>
            </a:lvl4pPr>
            <a:lvl5pPr>
              <a:defRPr sz="2025" b="0">
                <a:solidFill>
                  <a:srgbClr val="17324D"/>
                </a:solidFill>
              </a:defRPr>
            </a:lvl5pPr>
            <a:lvl6pPr>
              <a:defRPr sz="2025" b="0">
                <a:solidFill>
                  <a:srgbClr val="17324D"/>
                </a:solidFill>
              </a:defRPr>
            </a:lvl6pPr>
            <a:lvl7pPr>
              <a:defRPr sz="2025" b="0">
                <a:solidFill>
                  <a:srgbClr val="17324D"/>
                </a:solidFill>
              </a:defRPr>
            </a:lvl7pPr>
            <a:lvl8pPr>
              <a:defRPr sz="2025" b="0">
                <a:solidFill>
                  <a:srgbClr val="17324D"/>
                </a:solidFill>
              </a:defRPr>
            </a:lvl8pPr>
            <a:lvl9pPr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Choose File &gt; Save a copy in Drive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A154F-9A42-4AEE-AFF4-669BEEE7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194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367D96"/>
                </a:solidFill>
              </a:defRPr>
            </a:defPPr>
            <a:lvl1pPr>
              <a:defRPr sz="1800" b="1">
                <a:solidFill>
                  <a:srgbClr val="367D96"/>
                </a:solidFill>
              </a:defRPr>
            </a:lvl1pPr>
            <a:lvl2pPr>
              <a:defRPr sz="1800" b="1">
                <a:solidFill>
                  <a:srgbClr val="367D96"/>
                </a:solidFill>
              </a:defRPr>
            </a:lvl2pPr>
            <a:lvl3pPr>
              <a:defRPr sz="1800" b="1">
                <a:solidFill>
                  <a:srgbClr val="367D96"/>
                </a:solidFill>
              </a:defRPr>
            </a:lvl3pPr>
            <a:lvl4pPr>
              <a:defRPr sz="1800" b="1">
                <a:solidFill>
                  <a:srgbClr val="367D96"/>
                </a:solidFill>
              </a:defRPr>
            </a:lvl4pPr>
            <a:lvl5pPr>
              <a:defRPr sz="1800" b="1">
                <a:solidFill>
                  <a:srgbClr val="367D96"/>
                </a:solidFill>
              </a:defRPr>
            </a:lvl5pPr>
            <a:lvl6pPr>
              <a:defRPr sz="1800" b="1">
                <a:solidFill>
                  <a:srgbClr val="367D96"/>
                </a:solidFill>
              </a:defRPr>
            </a:lvl6pPr>
            <a:lvl7pPr>
              <a:defRPr sz="1800" b="1">
                <a:solidFill>
                  <a:srgbClr val="367D96"/>
                </a:solidFill>
              </a:defRPr>
            </a:lvl7pPr>
            <a:lvl8pPr>
              <a:defRPr sz="1800" b="1">
                <a:solidFill>
                  <a:srgbClr val="367D96"/>
                </a:solidFill>
              </a:defRPr>
            </a:lvl8pPr>
            <a:lvl9pPr>
              <a:defRPr sz="1800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367D96"/>
                </a:solidFill>
              </a:defRPr>
            </a:pPr>
            <a:r>
              <a:rPr sz="1800" b="1">
                <a:solidFill>
                  <a:srgbClr val="367D96"/>
                </a:solidFill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682BD-2D82-4B9D-817A-8F17561D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219450"/>
            <a:ext cx="678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</a:defRPr>
            </a:defPPr>
            <a:lvl1pPr>
              <a:defRPr sz="2025" b="0">
                <a:solidFill>
                  <a:srgbClr val="17324D"/>
                </a:solidFill>
              </a:defRPr>
            </a:lvl1pPr>
            <a:lvl2pPr>
              <a:defRPr sz="2025" b="0">
                <a:solidFill>
                  <a:srgbClr val="17324D"/>
                </a:solidFill>
              </a:defRPr>
            </a:lvl2pPr>
            <a:lvl3pPr>
              <a:defRPr sz="2025" b="0">
                <a:solidFill>
                  <a:srgbClr val="17324D"/>
                </a:solidFill>
              </a:defRPr>
            </a:lvl3pPr>
            <a:lvl4pPr>
              <a:defRPr sz="2025" b="0">
                <a:solidFill>
                  <a:srgbClr val="17324D"/>
                </a:solidFill>
              </a:defRPr>
            </a:lvl4pPr>
            <a:lvl5pPr>
              <a:defRPr sz="2025" b="0">
                <a:solidFill>
                  <a:srgbClr val="17324D"/>
                </a:solidFill>
              </a:defRPr>
            </a:lvl5pPr>
            <a:lvl6pPr>
              <a:defRPr sz="2025" b="0">
                <a:solidFill>
                  <a:srgbClr val="17324D"/>
                </a:solidFill>
              </a:defRPr>
            </a:lvl6pPr>
            <a:lvl7pPr>
              <a:defRPr sz="2025" b="0">
                <a:solidFill>
                  <a:srgbClr val="17324D"/>
                </a:solidFill>
              </a:defRPr>
            </a:lvl7pPr>
            <a:lvl8pPr>
              <a:defRPr sz="2025" b="0">
                <a:solidFill>
                  <a:srgbClr val="17324D"/>
                </a:solidFill>
              </a:defRPr>
            </a:lvl8pPr>
            <a:lvl9pPr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Run Runtime check and Self-check helper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0FE536-4B5A-4F2A-B25B-6E559205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195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3E9197"/>
                </a:solidFill>
              </a:defRPr>
            </a:defPPr>
            <a:lvl1pPr>
              <a:defRPr sz="1800" b="1">
                <a:solidFill>
                  <a:srgbClr val="3E9197"/>
                </a:solidFill>
              </a:defRPr>
            </a:lvl1pPr>
            <a:lvl2pPr>
              <a:defRPr sz="1800" b="1">
                <a:solidFill>
                  <a:srgbClr val="3E9197"/>
                </a:solidFill>
              </a:defRPr>
            </a:lvl2pPr>
            <a:lvl3pPr>
              <a:defRPr sz="1800" b="1">
                <a:solidFill>
                  <a:srgbClr val="3E9197"/>
                </a:solidFill>
              </a:defRPr>
            </a:lvl3pPr>
            <a:lvl4pPr>
              <a:defRPr sz="1800" b="1">
                <a:solidFill>
                  <a:srgbClr val="3E9197"/>
                </a:solidFill>
              </a:defRPr>
            </a:lvl4pPr>
            <a:lvl5pPr>
              <a:defRPr sz="1800" b="1">
                <a:solidFill>
                  <a:srgbClr val="3E9197"/>
                </a:solidFill>
              </a:defRPr>
            </a:lvl5pPr>
            <a:lvl6pPr>
              <a:defRPr sz="1800" b="1">
                <a:solidFill>
                  <a:srgbClr val="3E9197"/>
                </a:solidFill>
              </a:defRPr>
            </a:lvl6pPr>
            <a:lvl7pPr>
              <a:defRPr sz="1800" b="1">
                <a:solidFill>
                  <a:srgbClr val="3E9197"/>
                </a:solidFill>
              </a:defRPr>
            </a:lvl7pPr>
            <a:lvl8pPr>
              <a:defRPr sz="1800" b="1">
                <a:solidFill>
                  <a:srgbClr val="3E9197"/>
                </a:solidFill>
              </a:defRPr>
            </a:lvl8pPr>
            <a:lvl9pPr>
              <a:defRPr sz="1800" b="1">
                <a:solidFill>
                  <a:srgbClr val="3E9197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3E9197"/>
                </a:solidFill>
              </a:defRPr>
            </a:pPr>
            <a:r>
              <a:rPr sz="1800" b="1">
                <a:solidFill>
                  <a:srgbClr val="3E9197"/>
                </a:solidFill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5DFFDE-E11D-4059-988E-0033E3F5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019550"/>
            <a:ext cx="678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</a:defRPr>
            </a:defPPr>
            <a:lvl1pPr>
              <a:defRPr sz="2025" b="0">
                <a:solidFill>
                  <a:srgbClr val="17324D"/>
                </a:solidFill>
              </a:defRPr>
            </a:lvl1pPr>
            <a:lvl2pPr>
              <a:defRPr sz="2025" b="0">
                <a:solidFill>
                  <a:srgbClr val="17324D"/>
                </a:solidFill>
              </a:defRPr>
            </a:lvl2pPr>
            <a:lvl3pPr>
              <a:defRPr sz="2025" b="0">
                <a:solidFill>
                  <a:srgbClr val="17324D"/>
                </a:solidFill>
              </a:defRPr>
            </a:lvl3pPr>
            <a:lvl4pPr>
              <a:defRPr sz="2025" b="0">
                <a:solidFill>
                  <a:srgbClr val="17324D"/>
                </a:solidFill>
              </a:defRPr>
            </a:lvl4pPr>
            <a:lvl5pPr>
              <a:defRPr sz="2025" b="0">
                <a:solidFill>
                  <a:srgbClr val="17324D"/>
                </a:solidFill>
              </a:defRPr>
            </a:lvl5pPr>
            <a:lvl6pPr>
              <a:defRPr sz="2025" b="0">
                <a:solidFill>
                  <a:srgbClr val="17324D"/>
                </a:solidFill>
              </a:defRPr>
            </a:lvl6pPr>
            <a:lvl7pPr>
              <a:defRPr sz="2025" b="0">
                <a:solidFill>
                  <a:srgbClr val="17324D"/>
                </a:solidFill>
              </a:defRPr>
            </a:lvl7pPr>
            <a:lvl8pPr>
              <a:defRPr sz="2025" b="0">
                <a:solidFill>
                  <a:srgbClr val="17324D"/>
                </a:solidFill>
              </a:defRPr>
            </a:lvl8pPr>
            <a:lvl9pPr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Rename the copy with your name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608C34-A8E1-4B00-A691-75561760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571625"/>
            <a:ext cx="2571750" cy="261937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537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BEBD79-CECD-40E7-8C8D-9B5DDC72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1907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850" b="1">
                <a:solidFill>
                  <a:srgbClr val="FFFFFF"/>
                </a:solidFill>
              </a:defRPr>
            </a:defPPr>
            <a:lvl1pPr algn="ctr">
              <a:defRPr sz="2850" b="1">
                <a:solidFill>
                  <a:srgbClr val="FFFFFF"/>
                </a:solidFill>
              </a:defRPr>
            </a:lvl1pPr>
            <a:lvl2pPr algn="ctr">
              <a:defRPr sz="2850" b="1">
                <a:solidFill>
                  <a:srgbClr val="FFFFFF"/>
                </a:solidFill>
              </a:defRPr>
            </a:lvl2pPr>
            <a:lvl3pPr algn="ctr">
              <a:defRPr sz="2850" b="1">
                <a:solidFill>
                  <a:srgbClr val="FFFFFF"/>
                </a:solidFill>
              </a:defRPr>
            </a:lvl3pPr>
            <a:lvl4pPr algn="ctr">
              <a:defRPr sz="2850" b="1">
                <a:solidFill>
                  <a:srgbClr val="FFFFFF"/>
                </a:solidFill>
              </a:defRPr>
            </a:lvl4pPr>
            <a:lvl5pPr algn="ctr">
              <a:defRPr sz="2850" b="1">
                <a:solidFill>
                  <a:srgbClr val="FFFFFF"/>
                </a:solidFill>
              </a:defRPr>
            </a:lvl5pPr>
            <a:lvl6pPr algn="ctr">
              <a:defRPr sz="2850" b="1">
                <a:solidFill>
                  <a:srgbClr val="FFFFFF"/>
                </a:solidFill>
              </a:defRPr>
            </a:lvl6pPr>
            <a:lvl7pPr algn="ctr">
              <a:defRPr sz="2850" b="1">
                <a:solidFill>
                  <a:srgbClr val="FFFFFF"/>
                </a:solidFill>
              </a:defRPr>
            </a:lvl7pPr>
            <a:lvl8pPr algn="ctr">
              <a:defRPr sz="2850" b="1">
                <a:solidFill>
                  <a:srgbClr val="FFFFFF"/>
                </a:solidFill>
              </a:defRPr>
            </a:lvl8pPr>
            <a:lvl9pPr algn="ctr">
              <a:defRPr sz="28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READY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C67AE7-FA5A-4396-9B58-4012020D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095625"/>
            <a:ext cx="180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75" b="0">
                <a:solidFill>
                  <a:srgbClr val="B9D7E2"/>
                </a:solidFill>
              </a:defRPr>
            </a:defPPr>
            <a:lvl1pPr algn="ctr">
              <a:defRPr sz="1575" b="0">
                <a:solidFill>
                  <a:srgbClr val="B9D7E2"/>
                </a:solidFill>
              </a:defRPr>
            </a:lvl1pPr>
            <a:lvl2pPr algn="ctr">
              <a:defRPr sz="1575" b="0">
                <a:solidFill>
                  <a:srgbClr val="B9D7E2"/>
                </a:solidFill>
              </a:defRPr>
            </a:lvl2pPr>
            <a:lvl3pPr algn="ctr">
              <a:defRPr sz="1575" b="0">
                <a:solidFill>
                  <a:srgbClr val="B9D7E2"/>
                </a:solidFill>
              </a:defRPr>
            </a:lvl3pPr>
            <a:lvl4pPr algn="ctr">
              <a:defRPr sz="1575" b="0">
                <a:solidFill>
                  <a:srgbClr val="B9D7E2"/>
                </a:solidFill>
              </a:defRPr>
            </a:lvl4pPr>
            <a:lvl5pPr algn="ctr">
              <a:defRPr sz="1575" b="0">
                <a:solidFill>
                  <a:srgbClr val="B9D7E2"/>
                </a:solidFill>
              </a:defRPr>
            </a:lvl5pPr>
            <a:lvl6pPr algn="ctr">
              <a:defRPr sz="1575" b="0">
                <a:solidFill>
                  <a:srgbClr val="B9D7E2"/>
                </a:solidFill>
              </a:defRPr>
            </a:lvl6pPr>
            <a:lvl7pPr algn="ctr">
              <a:defRPr sz="1575" b="0">
                <a:solidFill>
                  <a:srgbClr val="B9D7E2"/>
                </a:solidFill>
              </a:defRPr>
            </a:lvl7pPr>
            <a:lvl8pPr algn="ctr">
              <a:defRPr sz="1575" b="0">
                <a:solidFill>
                  <a:srgbClr val="B9D7E2"/>
                </a:solidFill>
              </a:defRPr>
            </a:lvl8pPr>
            <a:lvl9pPr algn="ctr">
              <a:defRPr sz="1575" b="0">
                <a:solidFill>
                  <a:srgbClr val="B9D7E2"/>
                </a:solidFill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B9D7E2"/>
                </a:solidFill>
              </a:defRPr>
            </a:pPr>
            <a:r>
              <a:rPr sz="1575" b="0">
                <a:solidFill>
                  <a:srgbClr val="B9D7E2"/>
                </a:solidFill>
              </a:rPr>
              <a:t>Python version</a:t>
            </a:r>
          </a:p>
          <a:p xmlns:a="http://schemas.openxmlformats.org/drawingml/2006/main">
            <a:pPr algn="ctr">
              <a:defRPr sz="1575" b="0">
                <a:solidFill>
                  <a:srgbClr val="B9D7E2"/>
                </a:solidFill>
              </a:defRPr>
            </a:pPr>
            <a:r>
              <a:rPr sz="1575" b="0">
                <a:solidFill>
                  <a:srgbClr val="B9D7E2"/>
                </a:solidFill>
              </a:rPr>
              <a:t>Notebook ready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94559B-A740-4ABE-9830-BD1A3541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340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00" b="1">
                <a:solidFill>
                  <a:srgbClr val="DF6665"/>
                </a:solidFill>
              </a:defRPr>
            </a:defPPr>
            <a:lvl1pPr algn="ctr">
              <a:defRPr sz="1800" b="1">
                <a:solidFill>
                  <a:srgbClr val="DF6665"/>
                </a:solidFill>
              </a:defRPr>
            </a:lvl1pPr>
            <a:lvl2pPr algn="ctr">
              <a:defRPr sz="1800" b="1">
                <a:solidFill>
                  <a:srgbClr val="DF6665"/>
                </a:solidFill>
              </a:defRPr>
            </a:lvl2pPr>
            <a:lvl3pPr algn="ctr">
              <a:defRPr sz="1800" b="1">
                <a:solidFill>
                  <a:srgbClr val="DF6665"/>
                </a:solidFill>
              </a:defRPr>
            </a:lvl3pPr>
            <a:lvl4pPr algn="ctr">
              <a:defRPr sz="1800" b="1">
                <a:solidFill>
                  <a:srgbClr val="DF6665"/>
                </a:solidFill>
              </a:defRPr>
            </a:lvl4pPr>
            <a:lvl5pPr algn="ctr">
              <a:defRPr sz="1800" b="1">
                <a:solidFill>
                  <a:srgbClr val="DF6665"/>
                </a:solidFill>
              </a:defRPr>
            </a:lvl5pPr>
            <a:lvl6pPr algn="ctr">
              <a:defRPr sz="1800" b="1">
                <a:solidFill>
                  <a:srgbClr val="DF6665"/>
                </a:solidFill>
              </a:defRPr>
            </a:lvl6pPr>
            <a:lvl7pPr algn="ctr">
              <a:defRPr sz="1800" b="1">
                <a:solidFill>
                  <a:srgbClr val="DF6665"/>
                </a:solidFill>
              </a:defRPr>
            </a:lvl7pPr>
            <a:lvl8pPr algn="ctr">
              <a:defRPr sz="1800" b="1">
                <a:solidFill>
                  <a:srgbClr val="DF6665"/>
                </a:solidFill>
              </a:defRPr>
            </a:lvl8pPr>
            <a:lvl9pPr algn="ctr">
              <a:defRPr sz="1800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DF6665"/>
                </a:solidFill>
              </a:defRPr>
            </a:pPr>
            <a:r>
              <a:rPr sz="1800" b="1">
                <a:solidFill>
                  <a:srgbClr val="DF6665"/>
                </a:solidFill>
              </a:rPr>
              <a:t>End of class: download the .ipynb file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4964E7-9614-4EE0-A33D-7E5288B9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9:28–9:35 | Notebook launch</a:t>
            </a:r>
          </a:p>
        </p:txBody>
      </p:sp>
    </p:spTree>
    <p:extLst>
      <p:ext uri="{BB962C8B-B14F-4D97-AF65-F5344CB8AC3E}">
        <p14:creationId xmlns:p14="http://schemas.microsoft.com/office/powerpoint/2010/main" val="1045792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EF6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C16FF8-CDF0-47A0-AC7F-E40ABB5A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Colab work block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5D4B7-33AF-41EA-9D76-618BC925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Values, decisions, lists, and for loops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B1F566-5847-473F-BBE8-535534A6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5AA446"/>
                </a:solidFill>
              </a:defRPr>
            </a:defPPr>
            <a:lvl1pPr>
              <a:defRPr sz="2100" b="1">
                <a:solidFill>
                  <a:srgbClr val="5AA446"/>
                </a:solidFill>
              </a:defRPr>
            </a:lvl1pPr>
            <a:lvl2pPr>
              <a:defRPr sz="2100" b="1">
                <a:solidFill>
                  <a:srgbClr val="5AA446"/>
                </a:solidFill>
              </a:defRPr>
            </a:lvl2pPr>
            <a:lvl3pPr>
              <a:defRPr sz="2100" b="1">
                <a:solidFill>
                  <a:srgbClr val="5AA446"/>
                </a:solidFill>
              </a:defRPr>
            </a:lvl3pPr>
            <a:lvl4pPr>
              <a:defRPr sz="2100" b="1">
                <a:solidFill>
                  <a:srgbClr val="5AA446"/>
                </a:solidFill>
              </a:defRPr>
            </a:lvl4pPr>
            <a:lvl5pPr>
              <a:defRPr sz="2100" b="1">
                <a:solidFill>
                  <a:srgbClr val="5AA446"/>
                </a:solidFill>
              </a:defRPr>
            </a:lvl5pPr>
            <a:lvl6pPr>
              <a:defRPr sz="2100" b="1">
                <a:solidFill>
                  <a:srgbClr val="5AA446"/>
                </a:solidFill>
              </a:defRPr>
            </a:lvl6pPr>
            <a:lvl7pPr>
              <a:defRPr sz="2100" b="1">
                <a:solidFill>
                  <a:srgbClr val="5AA446"/>
                </a:solidFill>
              </a:defRPr>
            </a:lvl7pPr>
            <a:lvl8pPr>
              <a:defRPr sz="2100" b="1">
                <a:solidFill>
                  <a:srgbClr val="5AA446"/>
                </a:solidFill>
              </a:defRPr>
            </a:lvl8pPr>
            <a:lvl9pPr>
              <a:defRPr sz="2100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5AA446"/>
                </a:solidFill>
              </a:defRPr>
            </a:pPr>
            <a:r>
              <a:rPr sz="2100" b="1">
                <a:solidFill>
                  <a:srgbClr val="5AA446"/>
                </a:solidFill>
              </a:rPr>
              <a:t>WORK UNTIL 10:25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86E87-D885-4F2E-A7B2-59450D49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F6665"/>
                </a:solidFill>
              </a:defRPr>
            </a:defPPr>
            <a:lvl1pPr>
              <a:defRPr sz="1725" b="1">
                <a:solidFill>
                  <a:srgbClr val="DF6665"/>
                </a:solidFill>
              </a:defRPr>
            </a:lvl1pPr>
            <a:lvl2pPr>
              <a:defRPr sz="1725" b="1">
                <a:solidFill>
                  <a:srgbClr val="DF6665"/>
                </a:solidFill>
              </a:defRPr>
            </a:lvl2pPr>
            <a:lvl3pPr>
              <a:defRPr sz="1725" b="1">
                <a:solidFill>
                  <a:srgbClr val="DF6665"/>
                </a:solidFill>
              </a:defRPr>
            </a:lvl3pPr>
            <a:lvl4pPr>
              <a:defRPr sz="1725" b="1">
                <a:solidFill>
                  <a:srgbClr val="DF6665"/>
                </a:solidFill>
              </a:defRPr>
            </a:lvl4pPr>
            <a:lvl5pPr>
              <a:defRPr sz="1725" b="1">
                <a:solidFill>
                  <a:srgbClr val="DF6665"/>
                </a:solidFill>
              </a:defRPr>
            </a:lvl5pPr>
            <a:lvl6pPr>
              <a:defRPr sz="1725" b="1">
                <a:solidFill>
                  <a:srgbClr val="DF6665"/>
                </a:solidFill>
              </a:defRPr>
            </a:lvl6pPr>
            <a:lvl7pPr>
              <a:defRPr sz="1725" b="1">
                <a:solidFill>
                  <a:srgbClr val="DF6665"/>
                </a:solidFill>
              </a:defRPr>
            </a:lvl7pPr>
            <a:lvl8pPr>
              <a:defRPr sz="1725" b="1">
                <a:solidFill>
                  <a:srgbClr val="DF6665"/>
                </a:solidFill>
              </a:defRPr>
            </a:lvl8pPr>
            <a:lvl9pPr>
              <a:defRPr sz="1725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DF6665"/>
                </a:solidFill>
              </a:defRPr>
            </a:pPr>
            <a:r>
              <a:rPr sz="1725" b="1">
                <a:solidFill>
                  <a:srgbClr val="DF6665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08CA-4920-451D-B6C7-E696DD06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238375"/>
            <a:ext cx="487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Sections 1–4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321759-892A-4FAF-B64D-82CBF926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622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AA446"/>
                </a:solidFill>
              </a:defRPr>
            </a:defPPr>
            <a:lvl1pPr>
              <a:defRPr sz="1725" b="1">
                <a:solidFill>
                  <a:srgbClr val="5AA446"/>
                </a:solidFill>
              </a:defRPr>
            </a:lvl1pPr>
            <a:lvl2pPr>
              <a:defRPr sz="1725" b="1">
                <a:solidFill>
                  <a:srgbClr val="5AA446"/>
                </a:solidFill>
              </a:defRPr>
            </a:lvl2pPr>
            <a:lvl3pPr>
              <a:defRPr sz="1725" b="1">
                <a:solidFill>
                  <a:srgbClr val="5AA446"/>
                </a:solidFill>
              </a:defRPr>
            </a:lvl3pPr>
            <a:lvl4pPr>
              <a:defRPr sz="1725" b="1">
                <a:solidFill>
                  <a:srgbClr val="5AA446"/>
                </a:solidFill>
              </a:defRPr>
            </a:lvl4pPr>
            <a:lvl5pPr>
              <a:defRPr sz="1725" b="1">
                <a:solidFill>
                  <a:srgbClr val="5AA446"/>
                </a:solidFill>
              </a:defRPr>
            </a:lvl5pPr>
            <a:lvl6pPr>
              <a:defRPr sz="1725" b="1">
                <a:solidFill>
                  <a:srgbClr val="5AA446"/>
                </a:solidFill>
              </a:defRPr>
            </a:lvl6pPr>
            <a:lvl7pPr>
              <a:defRPr sz="1725" b="1">
                <a:solidFill>
                  <a:srgbClr val="5AA446"/>
                </a:solidFill>
              </a:defRPr>
            </a:lvl7pPr>
            <a:lvl8pPr>
              <a:defRPr sz="1725" b="1">
                <a:solidFill>
                  <a:srgbClr val="5AA446"/>
                </a:solidFill>
              </a:defRPr>
            </a:lvl8pPr>
            <a:lvl9pPr>
              <a:defRPr sz="1725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5AA446"/>
                </a:solidFill>
              </a:defRPr>
            </a:pPr>
            <a:r>
              <a:rPr sz="1725" b="1">
                <a:solidFill>
                  <a:srgbClr val="5AA446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4213B-2DC6-4188-A024-2E88DCF2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62275"/>
            <a:ext cx="487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Practices 1–6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655977-18B9-47DD-8F4F-8F91957B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861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67D96"/>
                </a:solidFill>
              </a:defRPr>
            </a:defPPr>
            <a:lvl1pPr>
              <a:defRPr sz="1725" b="1">
                <a:solidFill>
                  <a:srgbClr val="367D96"/>
                </a:solidFill>
              </a:defRPr>
            </a:lvl1pPr>
            <a:lvl2pPr>
              <a:defRPr sz="1725" b="1">
                <a:solidFill>
                  <a:srgbClr val="367D96"/>
                </a:solidFill>
              </a:defRPr>
            </a:lvl2pPr>
            <a:lvl3pPr>
              <a:defRPr sz="1725" b="1">
                <a:solidFill>
                  <a:srgbClr val="367D96"/>
                </a:solidFill>
              </a:defRPr>
            </a:lvl3pPr>
            <a:lvl4pPr>
              <a:defRPr sz="1725" b="1">
                <a:solidFill>
                  <a:srgbClr val="367D96"/>
                </a:solidFill>
              </a:defRPr>
            </a:lvl4pPr>
            <a:lvl5pPr>
              <a:defRPr sz="1725" b="1">
                <a:solidFill>
                  <a:srgbClr val="367D96"/>
                </a:solidFill>
              </a:defRPr>
            </a:lvl5pPr>
            <a:lvl6pPr>
              <a:defRPr sz="1725" b="1">
                <a:solidFill>
                  <a:srgbClr val="367D96"/>
                </a:solidFill>
              </a:defRPr>
            </a:lvl6pPr>
            <a:lvl7pPr>
              <a:defRPr sz="1725" b="1">
                <a:solidFill>
                  <a:srgbClr val="367D96"/>
                </a:solidFill>
              </a:defRPr>
            </a:lvl7pPr>
            <a:lvl8pPr>
              <a:defRPr sz="1725" b="1">
                <a:solidFill>
                  <a:srgbClr val="367D96"/>
                </a:solidFill>
              </a:defRPr>
            </a:lvl8pPr>
            <a:lvl9pPr>
              <a:defRPr sz="1725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67D96"/>
                </a:solidFill>
              </a:defRPr>
            </a:pPr>
            <a:r>
              <a:rPr sz="1725" b="1">
                <a:solidFill>
                  <a:srgbClr val="367D96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490EDD-C111-45AD-BB80-ED1D373F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86175"/>
            <a:ext cx="487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Checkpoints 1 and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D53EE-BEBA-44FE-93BE-6361D369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00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E9197"/>
                </a:solidFill>
              </a:defRPr>
            </a:defPPr>
            <a:lvl1pPr>
              <a:defRPr sz="1725" b="1">
                <a:solidFill>
                  <a:srgbClr val="3E9197"/>
                </a:solidFill>
              </a:defRPr>
            </a:lvl1pPr>
            <a:lvl2pPr>
              <a:defRPr sz="1725" b="1">
                <a:solidFill>
                  <a:srgbClr val="3E9197"/>
                </a:solidFill>
              </a:defRPr>
            </a:lvl2pPr>
            <a:lvl3pPr>
              <a:defRPr sz="1725" b="1">
                <a:solidFill>
                  <a:srgbClr val="3E9197"/>
                </a:solidFill>
              </a:defRPr>
            </a:lvl3pPr>
            <a:lvl4pPr>
              <a:defRPr sz="1725" b="1">
                <a:solidFill>
                  <a:srgbClr val="3E9197"/>
                </a:solidFill>
              </a:defRPr>
            </a:lvl4pPr>
            <a:lvl5pPr>
              <a:defRPr sz="1725" b="1">
                <a:solidFill>
                  <a:srgbClr val="3E9197"/>
                </a:solidFill>
              </a:defRPr>
            </a:lvl5pPr>
            <a:lvl6pPr>
              <a:defRPr sz="1725" b="1">
                <a:solidFill>
                  <a:srgbClr val="3E9197"/>
                </a:solidFill>
              </a:defRPr>
            </a:lvl6pPr>
            <a:lvl7pPr>
              <a:defRPr sz="1725" b="1">
                <a:solidFill>
                  <a:srgbClr val="3E9197"/>
                </a:solidFill>
              </a:defRPr>
            </a:lvl7pPr>
            <a:lvl8pPr>
              <a:defRPr sz="1725" b="1">
                <a:solidFill>
                  <a:srgbClr val="3E9197"/>
                </a:solidFill>
              </a:defRPr>
            </a:lvl8pPr>
            <a:lvl9pPr>
              <a:defRPr sz="1725" b="1">
                <a:solidFill>
                  <a:srgbClr val="3E9197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E9197"/>
                </a:solidFill>
              </a:defRPr>
            </a:pPr>
            <a:r>
              <a:rPr sz="1725" b="1">
                <a:solidFill>
                  <a:srgbClr val="3E9197"/>
                </a:solidFill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8A662-2F03-459D-A76B-FB058E29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10075"/>
            <a:ext cx="487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Run every self-check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5E589C-D0E0-422C-AC8E-163E1588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66875"/>
            <a:ext cx="371475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AA44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B16E72-F205-49A4-9BD9-397C0971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>
                <a:solidFill>
                  <a:srgbClr val="5AA446"/>
                </a:solidFill>
              </a:defRPr>
            </a:defPPr>
            <a:lvl1pPr algn="ctr">
              <a:defRPr sz="1500" b="1">
                <a:solidFill>
                  <a:srgbClr val="5AA446"/>
                </a:solidFill>
              </a:defRPr>
            </a:lvl1pPr>
            <a:lvl2pPr algn="ctr">
              <a:defRPr sz="1500" b="1">
                <a:solidFill>
                  <a:srgbClr val="5AA446"/>
                </a:solidFill>
              </a:defRPr>
            </a:lvl2pPr>
            <a:lvl3pPr algn="ctr">
              <a:defRPr sz="1500" b="1">
                <a:solidFill>
                  <a:srgbClr val="5AA446"/>
                </a:solidFill>
              </a:defRPr>
            </a:lvl3pPr>
            <a:lvl4pPr algn="ctr">
              <a:defRPr sz="1500" b="1">
                <a:solidFill>
                  <a:srgbClr val="5AA446"/>
                </a:solidFill>
              </a:defRPr>
            </a:lvl4pPr>
            <a:lvl5pPr algn="ctr">
              <a:defRPr sz="1500" b="1">
                <a:solidFill>
                  <a:srgbClr val="5AA446"/>
                </a:solidFill>
              </a:defRPr>
            </a:lvl5pPr>
            <a:lvl6pPr algn="ctr">
              <a:defRPr sz="1500" b="1">
                <a:solidFill>
                  <a:srgbClr val="5AA446"/>
                </a:solidFill>
              </a:defRPr>
            </a:lvl6pPr>
            <a:lvl7pPr algn="ctr">
              <a:defRPr sz="1500" b="1">
                <a:solidFill>
                  <a:srgbClr val="5AA446"/>
                </a:solidFill>
              </a:defRPr>
            </a:lvl7pPr>
            <a:lvl8pPr algn="ctr">
              <a:defRPr sz="1500" b="1">
                <a:solidFill>
                  <a:srgbClr val="5AA446"/>
                </a:solidFill>
              </a:defRPr>
            </a:lvl8pPr>
            <a:lvl9pPr algn="ctr">
              <a:defRPr sz="1500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5AA446"/>
                </a:solidFill>
              </a:defRPr>
            </a:pPr>
            <a:r>
              <a:rPr sz="1500" b="1">
                <a:solidFill>
                  <a:srgbClr val="5AA446"/>
                </a:solidFill>
              </a:rPr>
              <a:t>HELP ROUTINE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2CEF45-1DDB-4A7D-A05D-3F03CE53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14625"/>
            <a:ext cx="2762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025" b="0">
                <a:solidFill>
                  <a:srgbClr val="17324D"/>
                </a:solidFill>
              </a:defRPr>
            </a:defPPr>
            <a:lvl1pPr algn="ctr">
              <a:defRPr sz="2025" b="0">
                <a:solidFill>
                  <a:srgbClr val="17324D"/>
                </a:solidFill>
              </a:defRPr>
            </a:lvl1pPr>
            <a:lvl2pPr algn="ctr">
              <a:defRPr sz="2025" b="0">
                <a:solidFill>
                  <a:srgbClr val="17324D"/>
                </a:solidFill>
              </a:defRPr>
            </a:lvl2pPr>
            <a:lvl3pPr algn="ctr">
              <a:defRPr sz="2025" b="0">
                <a:solidFill>
                  <a:srgbClr val="17324D"/>
                </a:solidFill>
              </a:defRPr>
            </a:lvl3pPr>
            <a:lvl4pPr algn="ctr">
              <a:defRPr sz="2025" b="0">
                <a:solidFill>
                  <a:srgbClr val="17324D"/>
                </a:solidFill>
              </a:defRPr>
            </a:lvl4pPr>
            <a:lvl5pPr algn="ctr">
              <a:defRPr sz="2025" b="0">
                <a:solidFill>
                  <a:srgbClr val="17324D"/>
                </a:solidFill>
              </a:defRPr>
            </a:lvl5pPr>
            <a:lvl6pPr algn="ctr">
              <a:defRPr sz="2025" b="0">
                <a:solidFill>
                  <a:srgbClr val="17324D"/>
                </a:solidFill>
              </a:defRPr>
            </a:lvl6pPr>
            <a:lvl7pPr algn="ctr">
              <a:defRPr sz="2025" b="0">
                <a:solidFill>
                  <a:srgbClr val="17324D"/>
                </a:solidFill>
              </a:defRPr>
            </a:lvl7pPr>
            <a:lvl8pPr algn="ctr">
              <a:defRPr sz="2025" b="0">
                <a:solidFill>
                  <a:srgbClr val="17324D"/>
                </a:solidFill>
              </a:defRPr>
            </a:lvl8pPr>
            <a:lvl9pPr algn="ctr"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Read the message</a:t>
            </a:r>
          </a:p>
          <a:p xmlns:a="http://schemas.openxmlformats.org/drawingml/2006/main">
            <a:pPr algn="ctr"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Trace the values</a:t>
            </a:r>
          </a:p>
          <a:p xmlns:a="http://schemas.openxmlformats.org/drawingml/2006/main">
            <a:pPr algn="ctr"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Change one line</a:t>
            </a:r>
          </a:p>
          <a:p xmlns:a="http://schemas.openxmlformats.org/drawingml/2006/main">
            <a:pPr algn="ctr"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Run the same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7D49C-FC97-4FF5-BEBB-3EBF5361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8162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00" b="1">
                <a:solidFill>
                  <a:srgbClr val="DF6665"/>
                </a:solidFill>
              </a:defRPr>
            </a:defPPr>
            <a:lvl1pPr algn="ctr">
              <a:defRPr sz="1800" b="1">
                <a:solidFill>
                  <a:srgbClr val="DF6665"/>
                </a:solidFill>
              </a:defRPr>
            </a:lvl1pPr>
            <a:lvl2pPr algn="ctr">
              <a:defRPr sz="1800" b="1">
                <a:solidFill>
                  <a:srgbClr val="DF6665"/>
                </a:solidFill>
              </a:defRPr>
            </a:lvl2pPr>
            <a:lvl3pPr algn="ctr">
              <a:defRPr sz="1800" b="1">
                <a:solidFill>
                  <a:srgbClr val="DF6665"/>
                </a:solidFill>
              </a:defRPr>
            </a:lvl3pPr>
            <a:lvl4pPr algn="ctr">
              <a:defRPr sz="1800" b="1">
                <a:solidFill>
                  <a:srgbClr val="DF6665"/>
                </a:solidFill>
              </a:defRPr>
            </a:lvl4pPr>
            <a:lvl5pPr algn="ctr">
              <a:defRPr sz="1800" b="1">
                <a:solidFill>
                  <a:srgbClr val="DF6665"/>
                </a:solidFill>
              </a:defRPr>
            </a:lvl5pPr>
            <a:lvl6pPr algn="ctr">
              <a:defRPr sz="1800" b="1">
                <a:solidFill>
                  <a:srgbClr val="DF6665"/>
                </a:solidFill>
              </a:defRPr>
            </a:lvl6pPr>
            <a:lvl7pPr algn="ctr">
              <a:defRPr sz="1800" b="1">
                <a:solidFill>
                  <a:srgbClr val="DF6665"/>
                </a:solidFill>
              </a:defRPr>
            </a:lvl7pPr>
            <a:lvl8pPr algn="ctr">
              <a:defRPr sz="1800" b="1">
                <a:solidFill>
                  <a:srgbClr val="DF6665"/>
                </a:solidFill>
              </a:defRPr>
            </a:lvl8pPr>
            <a:lvl9pPr algn="ctr">
              <a:defRPr sz="1800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DF6665"/>
                </a:solidFill>
              </a:defRPr>
            </a:pPr>
            <a:r>
              <a:rPr sz="1800" b="1">
                <a:solidFill>
                  <a:srgbClr val="DF6665"/>
                </a:solidFill>
              </a:rPr>
              <a:t>Show the instructor your first unresolved TRY AGAIN.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2BAFCE-22FA-4DEE-A904-3D5D9F39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9:35–10:25 | Notebook work</a:t>
            </a:r>
          </a:p>
        </p:txBody>
      </p:sp>
    </p:spTree>
    <p:extLst>
      <p:ext uri="{BB962C8B-B14F-4D97-AF65-F5344CB8AC3E}">
        <p14:creationId xmlns:p14="http://schemas.microsoft.com/office/powerpoint/2010/main" val="12495850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DF666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4D691-0981-431F-A4AC-43CDAF09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FFFFFF"/>
                </a:solidFill>
              </a:defRPr>
            </a:defPPr>
            <a:lvl1pPr>
              <a:defRPr sz="4050" b="1">
                <a:solidFill>
                  <a:srgbClr val="FFFFFF"/>
                </a:solidFill>
              </a:defRPr>
            </a:lvl1pPr>
            <a:lvl2pPr>
              <a:defRPr sz="4050" b="1">
                <a:solidFill>
                  <a:srgbClr val="FFFFFF"/>
                </a:solidFill>
              </a:defRPr>
            </a:lvl2pPr>
            <a:lvl3pPr>
              <a:defRPr sz="4050" b="1">
                <a:solidFill>
                  <a:srgbClr val="FFFFFF"/>
                </a:solidFill>
              </a:defRPr>
            </a:lvl3pPr>
            <a:lvl4pPr>
              <a:defRPr sz="4050" b="1">
                <a:solidFill>
                  <a:srgbClr val="FFFFFF"/>
                </a:solidFill>
              </a:defRPr>
            </a:lvl4pPr>
            <a:lvl5pPr>
              <a:defRPr sz="4050" b="1">
                <a:solidFill>
                  <a:srgbClr val="FFFFFF"/>
                </a:solidFill>
              </a:defRPr>
            </a:lvl5pPr>
            <a:lvl6pPr>
              <a:defRPr sz="4050" b="1">
                <a:solidFill>
                  <a:srgbClr val="FFFFFF"/>
                </a:solidFill>
              </a:defRPr>
            </a:lvl6pPr>
            <a:lvl7pPr>
              <a:defRPr sz="4050" b="1">
                <a:solidFill>
                  <a:srgbClr val="FFFFFF"/>
                </a:solidFill>
              </a:defRPr>
            </a:lvl7pPr>
            <a:lvl8pPr>
              <a:defRPr sz="4050" b="1">
                <a:solidFill>
                  <a:srgbClr val="FFFFFF"/>
                </a:solidFill>
              </a:defRPr>
            </a:lvl8pPr>
            <a:lvl9pPr>
              <a:defRPr sz="40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Break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ACA8B2-17AF-4EF9-B408-6689B9EC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Return at 10:35</a:t>
            </a:r>
          </a:p>
        </p:txBody>
      </p:sp>
    </p:spTree>
    <p:extLst>
      <p:ext uri="{BB962C8B-B14F-4D97-AF65-F5344CB8AC3E}">
        <p14:creationId xmlns:p14="http://schemas.microsoft.com/office/powerpoint/2010/main" val="8862044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AF3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ACC65F-4B1B-4B4D-AB35-F7E332C2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Colab work block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493E25-4105-45C0-B815-8544E896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While loops, functions, decomposition, and debugging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46A7C2-6709-4694-856C-6100EC2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367D96"/>
                </a:solidFill>
              </a:defRPr>
            </a:defPPr>
            <a:lvl1pPr>
              <a:defRPr sz="2100" b="1">
                <a:solidFill>
                  <a:srgbClr val="367D96"/>
                </a:solidFill>
              </a:defRPr>
            </a:lvl1pPr>
            <a:lvl2pPr>
              <a:defRPr sz="2100" b="1">
                <a:solidFill>
                  <a:srgbClr val="367D96"/>
                </a:solidFill>
              </a:defRPr>
            </a:lvl2pPr>
            <a:lvl3pPr>
              <a:defRPr sz="2100" b="1">
                <a:solidFill>
                  <a:srgbClr val="367D96"/>
                </a:solidFill>
              </a:defRPr>
            </a:lvl3pPr>
            <a:lvl4pPr>
              <a:defRPr sz="2100" b="1">
                <a:solidFill>
                  <a:srgbClr val="367D96"/>
                </a:solidFill>
              </a:defRPr>
            </a:lvl4pPr>
            <a:lvl5pPr>
              <a:defRPr sz="2100" b="1">
                <a:solidFill>
                  <a:srgbClr val="367D96"/>
                </a:solidFill>
              </a:defRPr>
            </a:lvl5pPr>
            <a:lvl6pPr>
              <a:defRPr sz="2100" b="1">
                <a:solidFill>
                  <a:srgbClr val="367D96"/>
                </a:solidFill>
              </a:defRPr>
            </a:lvl6pPr>
            <a:lvl7pPr>
              <a:defRPr sz="2100" b="1">
                <a:solidFill>
                  <a:srgbClr val="367D96"/>
                </a:solidFill>
              </a:defRPr>
            </a:lvl7pPr>
            <a:lvl8pPr>
              <a:defRPr sz="2100" b="1">
                <a:solidFill>
                  <a:srgbClr val="367D96"/>
                </a:solidFill>
              </a:defRPr>
            </a:lvl8pPr>
            <a:lvl9pPr>
              <a:defRPr sz="2100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367D96"/>
                </a:solidFill>
              </a:defRPr>
            </a:pPr>
            <a:r>
              <a:rPr sz="2100" b="1">
                <a:solidFill>
                  <a:srgbClr val="367D96"/>
                </a:solidFill>
              </a:rPr>
              <a:t>WORK UNTIL 11:20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FF99D-6B02-41E3-BABC-074A7A1A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F6665"/>
                </a:solidFill>
              </a:defRPr>
            </a:defPPr>
            <a:lvl1pPr>
              <a:defRPr sz="1725" b="1">
                <a:solidFill>
                  <a:srgbClr val="DF6665"/>
                </a:solidFill>
              </a:defRPr>
            </a:lvl1pPr>
            <a:lvl2pPr>
              <a:defRPr sz="1725" b="1">
                <a:solidFill>
                  <a:srgbClr val="DF6665"/>
                </a:solidFill>
              </a:defRPr>
            </a:lvl2pPr>
            <a:lvl3pPr>
              <a:defRPr sz="1725" b="1">
                <a:solidFill>
                  <a:srgbClr val="DF6665"/>
                </a:solidFill>
              </a:defRPr>
            </a:lvl3pPr>
            <a:lvl4pPr>
              <a:defRPr sz="1725" b="1">
                <a:solidFill>
                  <a:srgbClr val="DF6665"/>
                </a:solidFill>
              </a:defRPr>
            </a:lvl4pPr>
            <a:lvl5pPr>
              <a:defRPr sz="1725" b="1">
                <a:solidFill>
                  <a:srgbClr val="DF6665"/>
                </a:solidFill>
              </a:defRPr>
            </a:lvl5pPr>
            <a:lvl6pPr>
              <a:defRPr sz="1725" b="1">
                <a:solidFill>
                  <a:srgbClr val="DF6665"/>
                </a:solidFill>
              </a:defRPr>
            </a:lvl6pPr>
            <a:lvl7pPr>
              <a:defRPr sz="1725" b="1">
                <a:solidFill>
                  <a:srgbClr val="DF6665"/>
                </a:solidFill>
              </a:defRPr>
            </a:lvl7pPr>
            <a:lvl8pPr>
              <a:defRPr sz="1725" b="1">
                <a:solidFill>
                  <a:srgbClr val="DF6665"/>
                </a:solidFill>
              </a:defRPr>
            </a:lvl8pPr>
            <a:lvl9pPr>
              <a:defRPr sz="1725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DF6665"/>
                </a:solidFill>
              </a:defRPr>
            </a:pPr>
            <a:r>
              <a:rPr sz="1725" b="1">
                <a:solidFill>
                  <a:srgbClr val="DF6665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332F52-E2CA-41B2-92C0-74692A2B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238375"/>
            <a:ext cx="516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Sections 5–8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E506E-618A-4795-8004-B95D8617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622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AA446"/>
                </a:solidFill>
              </a:defRPr>
            </a:defPPr>
            <a:lvl1pPr>
              <a:defRPr sz="1725" b="1">
                <a:solidFill>
                  <a:srgbClr val="5AA446"/>
                </a:solidFill>
              </a:defRPr>
            </a:lvl1pPr>
            <a:lvl2pPr>
              <a:defRPr sz="1725" b="1">
                <a:solidFill>
                  <a:srgbClr val="5AA446"/>
                </a:solidFill>
              </a:defRPr>
            </a:lvl2pPr>
            <a:lvl3pPr>
              <a:defRPr sz="1725" b="1">
                <a:solidFill>
                  <a:srgbClr val="5AA446"/>
                </a:solidFill>
              </a:defRPr>
            </a:lvl3pPr>
            <a:lvl4pPr>
              <a:defRPr sz="1725" b="1">
                <a:solidFill>
                  <a:srgbClr val="5AA446"/>
                </a:solidFill>
              </a:defRPr>
            </a:lvl4pPr>
            <a:lvl5pPr>
              <a:defRPr sz="1725" b="1">
                <a:solidFill>
                  <a:srgbClr val="5AA446"/>
                </a:solidFill>
              </a:defRPr>
            </a:lvl5pPr>
            <a:lvl6pPr>
              <a:defRPr sz="1725" b="1">
                <a:solidFill>
                  <a:srgbClr val="5AA446"/>
                </a:solidFill>
              </a:defRPr>
            </a:lvl6pPr>
            <a:lvl7pPr>
              <a:defRPr sz="1725" b="1">
                <a:solidFill>
                  <a:srgbClr val="5AA446"/>
                </a:solidFill>
              </a:defRPr>
            </a:lvl7pPr>
            <a:lvl8pPr>
              <a:defRPr sz="1725" b="1">
                <a:solidFill>
                  <a:srgbClr val="5AA446"/>
                </a:solidFill>
              </a:defRPr>
            </a:lvl8pPr>
            <a:lvl9pPr>
              <a:defRPr sz="1725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5AA446"/>
                </a:solidFill>
              </a:defRPr>
            </a:pPr>
            <a:r>
              <a:rPr sz="1725" b="1">
                <a:solidFill>
                  <a:srgbClr val="5AA446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D7E64F-0365-4424-8D1B-55D2E8FD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62275"/>
            <a:ext cx="516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Practices 7–9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6BF60-058D-424A-A468-DA88EA41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861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67D96"/>
                </a:solidFill>
              </a:defRPr>
            </a:defPPr>
            <a:lvl1pPr>
              <a:defRPr sz="1725" b="1">
                <a:solidFill>
                  <a:srgbClr val="367D96"/>
                </a:solidFill>
              </a:defRPr>
            </a:lvl1pPr>
            <a:lvl2pPr>
              <a:defRPr sz="1725" b="1">
                <a:solidFill>
                  <a:srgbClr val="367D96"/>
                </a:solidFill>
              </a:defRPr>
            </a:lvl2pPr>
            <a:lvl3pPr>
              <a:defRPr sz="1725" b="1">
                <a:solidFill>
                  <a:srgbClr val="367D96"/>
                </a:solidFill>
              </a:defRPr>
            </a:lvl3pPr>
            <a:lvl4pPr>
              <a:defRPr sz="1725" b="1">
                <a:solidFill>
                  <a:srgbClr val="367D96"/>
                </a:solidFill>
              </a:defRPr>
            </a:lvl4pPr>
            <a:lvl5pPr>
              <a:defRPr sz="1725" b="1">
                <a:solidFill>
                  <a:srgbClr val="367D96"/>
                </a:solidFill>
              </a:defRPr>
            </a:lvl5pPr>
            <a:lvl6pPr>
              <a:defRPr sz="1725" b="1">
                <a:solidFill>
                  <a:srgbClr val="367D96"/>
                </a:solidFill>
              </a:defRPr>
            </a:lvl6pPr>
            <a:lvl7pPr>
              <a:defRPr sz="1725" b="1">
                <a:solidFill>
                  <a:srgbClr val="367D96"/>
                </a:solidFill>
              </a:defRPr>
            </a:lvl7pPr>
            <a:lvl8pPr>
              <a:defRPr sz="1725" b="1">
                <a:solidFill>
                  <a:srgbClr val="367D96"/>
                </a:solidFill>
              </a:defRPr>
            </a:lvl8pPr>
            <a:lvl9pPr>
              <a:defRPr sz="1725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67D96"/>
                </a:solidFill>
              </a:defRPr>
            </a:pPr>
            <a:r>
              <a:rPr sz="1725" b="1">
                <a:solidFill>
                  <a:srgbClr val="367D96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88A43B-59CC-4DC2-99A6-4E167886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86175"/>
            <a:ext cx="516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Checkpoint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F82C41-D99F-4A8C-8FCF-45B79C02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00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E9197"/>
                </a:solidFill>
              </a:defRPr>
            </a:defPPr>
            <a:lvl1pPr>
              <a:defRPr sz="1725" b="1">
                <a:solidFill>
                  <a:srgbClr val="3E9197"/>
                </a:solidFill>
              </a:defRPr>
            </a:lvl1pPr>
            <a:lvl2pPr>
              <a:defRPr sz="1725" b="1">
                <a:solidFill>
                  <a:srgbClr val="3E9197"/>
                </a:solidFill>
              </a:defRPr>
            </a:lvl2pPr>
            <a:lvl3pPr>
              <a:defRPr sz="1725" b="1">
                <a:solidFill>
                  <a:srgbClr val="3E9197"/>
                </a:solidFill>
              </a:defRPr>
            </a:lvl3pPr>
            <a:lvl4pPr>
              <a:defRPr sz="1725" b="1">
                <a:solidFill>
                  <a:srgbClr val="3E9197"/>
                </a:solidFill>
              </a:defRPr>
            </a:lvl4pPr>
            <a:lvl5pPr>
              <a:defRPr sz="1725" b="1">
                <a:solidFill>
                  <a:srgbClr val="3E9197"/>
                </a:solidFill>
              </a:defRPr>
            </a:lvl5pPr>
            <a:lvl6pPr>
              <a:defRPr sz="1725" b="1">
                <a:solidFill>
                  <a:srgbClr val="3E9197"/>
                </a:solidFill>
              </a:defRPr>
            </a:lvl6pPr>
            <a:lvl7pPr>
              <a:defRPr sz="1725" b="1">
                <a:solidFill>
                  <a:srgbClr val="3E9197"/>
                </a:solidFill>
              </a:defRPr>
            </a:lvl7pPr>
            <a:lvl8pPr>
              <a:defRPr sz="1725" b="1">
                <a:solidFill>
                  <a:srgbClr val="3E9197"/>
                </a:solidFill>
              </a:defRPr>
            </a:lvl8pPr>
            <a:lvl9pPr>
              <a:defRPr sz="1725" b="1">
                <a:solidFill>
                  <a:srgbClr val="3E9197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E9197"/>
                </a:solidFill>
              </a:defRPr>
            </a:pPr>
            <a:r>
              <a:rPr sz="1725" b="1">
                <a:solidFill>
                  <a:srgbClr val="3E9197"/>
                </a:solidFill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6AD7B6-72F7-46A1-935C-47211B11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10075"/>
            <a:ext cx="516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Both debugging challenges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182E6F-1FB4-4235-9BF2-56CC346B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66875"/>
            <a:ext cx="3619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D9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05CCC0-D7D4-4253-97E8-6FFBB2B5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955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>
                <a:solidFill>
                  <a:srgbClr val="367D96"/>
                </a:solidFill>
              </a:defRPr>
            </a:defPPr>
            <a:lvl1pPr algn="ctr">
              <a:defRPr sz="1500" b="1">
                <a:solidFill>
                  <a:srgbClr val="367D96"/>
                </a:solidFill>
              </a:defRPr>
            </a:lvl1pPr>
            <a:lvl2pPr algn="ctr">
              <a:defRPr sz="1500" b="1">
                <a:solidFill>
                  <a:srgbClr val="367D96"/>
                </a:solidFill>
              </a:defRPr>
            </a:lvl2pPr>
            <a:lvl3pPr algn="ctr">
              <a:defRPr sz="1500" b="1">
                <a:solidFill>
                  <a:srgbClr val="367D96"/>
                </a:solidFill>
              </a:defRPr>
            </a:lvl3pPr>
            <a:lvl4pPr algn="ctr">
              <a:defRPr sz="1500" b="1">
                <a:solidFill>
                  <a:srgbClr val="367D96"/>
                </a:solidFill>
              </a:defRPr>
            </a:lvl4pPr>
            <a:lvl5pPr algn="ctr">
              <a:defRPr sz="1500" b="1">
                <a:solidFill>
                  <a:srgbClr val="367D96"/>
                </a:solidFill>
              </a:defRPr>
            </a:lvl5pPr>
            <a:lvl6pPr algn="ctr">
              <a:defRPr sz="1500" b="1">
                <a:solidFill>
                  <a:srgbClr val="367D96"/>
                </a:solidFill>
              </a:defRPr>
            </a:lvl6pPr>
            <a:lvl7pPr algn="ctr">
              <a:defRPr sz="1500" b="1">
                <a:solidFill>
                  <a:srgbClr val="367D96"/>
                </a:solidFill>
              </a:defRPr>
            </a:lvl7pPr>
            <a:lvl8pPr algn="ctr">
              <a:defRPr sz="1500" b="1">
                <a:solidFill>
                  <a:srgbClr val="367D96"/>
                </a:solidFill>
              </a:defRPr>
            </a:lvl8pPr>
            <a:lvl9pPr algn="ctr">
              <a:defRPr sz="1500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367D96"/>
                </a:solidFill>
              </a:defRPr>
            </a:pPr>
            <a:r>
              <a:rPr sz="1500" b="1">
                <a:solidFill>
                  <a:srgbClr val="367D96"/>
                </a:solidFill>
              </a:rPr>
              <a:t>BEFORE MOVING 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FFF70C-6631-4AB3-909F-683AD605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809875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025" b="0">
                <a:solidFill>
                  <a:srgbClr val="17324D"/>
                </a:solidFill>
              </a:defRPr>
            </a:defPPr>
            <a:lvl1pPr algn="ctr">
              <a:defRPr sz="2025" b="0">
                <a:solidFill>
                  <a:srgbClr val="17324D"/>
                </a:solidFill>
              </a:defRPr>
            </a:lvl1pPr>
            <a:lvl2pPr algn="ctr">
              <a:defRPr sz="2025" b="0">
                <a:solidFill>
                  <a:srgbClr val="17324D"/>
                </a:solidFill>
              </a:defRPr>
            </a:lvl2pPr>
            <a:lvl3pPr algn="ctr">
              <a:defRPr sz="2025" b="0">
                <a:solidFill>
                  <a:srgbClr val="17324D"/>
                </a:solidFill>
              </a:defRPr>
            </a:lvl3pPr>
            <a:lvl4pPr algn="ctr">
              <a:defRPr sz="2025" b="0">
                <a:solidFill>
                  <a:srgbClr val="17324D"/>
                </a:solidFill>
              </a:defRPr>
            </a:lvl4pPr>
            <a:lvl5pPr algn="ctr">
              <a:defRPr sz="2025" b="0">
                <a:solidFill>
                  <a:srgbClr val="17324D"/>
                </a:solidFill>
              </a:defRPr>
            </a:lvl5pPr>
            <a:lvl6pPr algn="ctr">
              <a:defRPr sz="2025" b="0">
                <a:solidFill>
                  <a:srgbClr val="17324D"/>
                </a:solidFill>
              </a:defRPr>
            </a:lvl6pPr>
            <a:lvl7pPr algn="ctr">
              <a:defRPr sz="2025" b="0">
                <a:solidFill>
                  <a:srgbClr val="17324D"/>
                </a:solidFill>
              </a:defRPr>
            </a:lvl7pPr>
            <a:lvl8pPr algn="ctr">
              <a:defRPr sz="2025" b="0">
                <a:solidFill>
                  <a:srgbClr val="17324D"/>
                </a:solidFill>
              </a:defRPr>
            </a:lvl8pPr>
            <a:lvl9pPr algn="ctr"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Function tests pass</a:t>
            </a:r>
          </a:p>
          <a:p xmlns:a="http://schemas.openxmlformats.org/drawingml/2006/main">
            <a:pPr algn="ctr"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You can explain return</a:t>
            </a:r>
          </a:p>
          <a:p xmlns:a="http://schemas.openxmlformats.org/drawingml/2006/main">
            <a:pPr algn="ctr"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Both bugs are repaired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A25CE6-FD98-4297-A2E7-270628FC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81625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00" b="1">
                <a:solidFill>
                  <a:srgbClr val="DF6665"/>
                </a:solidFill>
              </a:defRPr>
            </a:defPPr>
            <a:lvl1pPr algn="ctr">
              <a:defRPr sz="1800" b="1">
                <a:solidFill>
                  <a:srgbClr val="DF6665"/>
                </a:solidFill>
              </a:defRPr>
            </a:lvl1pPr>
            <a:lvl2pPr algn="ctr">
              <a:defRPr sz="1800" b="1">
                <a:solidFill>
                  <a:srgbClr val="DF6665"/>
                </a:solidFill>
              </a:defRPr>
            </a:lvl2pPr>
            <a:lvl3pPr algn="ctr">
              <a:defRPr sz="1800" b="1">
                <a:solidFill>
                  <a:srgbClr val="DF6665"/>
                </a:solidFill>
              </a:defRPr>
            </a:lvl3pPr>
            <a:lvl4pPr algn="ctr">
              <a:defRPr sz="1800" b="1">
                <a:solidFill>
                  <a:srgbClr val="DF6665"/>
                </a:solidFill>
              </a:defRPr>
            </a:lvl4pPr>
            <a:lvl5pPr algn="ctr">
              <a:defRPr sz="1800" b="1">
                <a:solidFill>
                  <a:srgbClr val="DF6665"/>
                </a:solidFill>
              </a:defRPr>
            </a:lvl5pPr>
            <a:lvl6pPr algn="ctr">
              <a:defRPr sz="1800" b="1">
                <a:solidFill>
                  <a:srgbClr val="DF6665"/>
                </a:solidFill>
              </a:defRPr>
            </a:lvl6pPr>
            <a:lvl7pPr algn="ctr">
              <a:defRPr sz="1800" b="1">
                <a:solidFill>
                  <a:srgbClr val="DF6665"/>
                </a:solidFill>
              </a:defRPr>
            </a:lvl7pPr>
            <a:lvl8pPr algn="ctr">
              <a:defRPr sz="1800" b="1">
                <a:solidFill>
                  <a:srgbClr val="DF6665"/>
                </a:solidFill>
              </a:defRPr>
            </a:lvl8pPr>
            <a:lvl9pPr algn="ctr">
              <a:defRPr sz="1800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DF6665"/>
                </a:solidFill>
              </a:defRPr>
            </a:pPr>
            <a:r>
              <a:rPr sz="1800" b="1">
                <a:solidFill>
                  <a:srgbClr val="DF6665"/>
                </a:solidFill>
              </a:rPr>
              <a:t>A partner may explain. The keyboard stays with the developer.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AB5E3-EB72-4724-8170-6145A2F0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10:35–11:20 | Notebook work</a:t>
            </a:r>
          </a:p>
        </p:txBody>
      </p:sp>
    </p:spTree>
    <p:extLst>
      <p:ext uri="{BB962C8B-B14F-4D97-AF65-F5344CB8AC3E}">
        <p14:creationId xmlns:p14="http://schemas.microsoft.com/office/powerpoint/2010/main" val="13996235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DF666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CCE7B8-E1C7-44E0-9F79-F1C18718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FFFFFF"/>
                </a:solidFill>
              </a:defRPr>
            </a:defPPr>
            <a:lvl1pPr>
              <a:defRPr sz="4050" b="1">
                <a:solidFill>
                  <a:srgbClr val="FFFFFF"/>
                </a:solidFill>
              </a:defRPr>
            </a:lvl1pPr>
            <a:lvl2pPr>
              <a:defRPr sz="4050" b="1">
                <a:solidFill>
                  <a:srgbClr val="FFFFFF"/>
                </a:solidFill>
              </a:defRPr>
            </a:lvl2pPr>
            <a:lvl3pPr>
              <a:defRPr sz="4050" b="1">
                <a:solidFill>
                  <a:srgbClr val="FFFFFF"/>
                </a:solidFill>
              </a:defRPr>
            </a:lvl3pPr>
            <a:lvl4pPr>
              <a:defRPr sz="4050" b="1">
                <a:solidFill>
                  <a:srgbClr val="FFFFFF"/>
                </a:solidFill>
              </a:defRPr>
            </a:lvl4pPr>
            <a:lvl5pPr>
              <a:defRPr sz="4050" b="1">
                <a:solidFill>
                  <a:srgbClr val="FFFFFF"/>
                </a:solidFill>
              </a:defRPr>
            </a:lvl5pPr>
            <a:lvl6pPr>
              <a:defRPr sz="4050" b="1">
                <a:solidFill>
                  <a:srgbClr val="FFFFFF"/>
                </a:solidFill>
              </a:defRPr>
            </a:lvl6pPr>
            <a:lvl7pPr>
              <a:defRPr sz="4050" b="1">
                <a:solidFill>
                  <a:srgbClr val="FFFFFF"/>
                </a:solidFill>
              </a:defRPr>
            </a:lvl7pPr>
            <a:lvl8pPr>
              <a:defRPr sz="4050" b="1">
                <a:solidFill>
                  <a:srgbClr val="FFFFFF"/>
                </a:solidFill>
              </a:defRPr>
            </a:lvl8pPr>
            <a:lvl9pPr>
              <a:defRPr sz="40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Break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F948F-75C9-4F95-98D0-FD1649C8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Return at 11:30</a:t>
            </a:r>
          </a:p>
        </p:txBody>
      </p:sp>
    </p:spTree>
    <p:extLst>
      <p:ext uri="{BB962C8B-B14F-4D97-AF65-F5344CB8AC3E}">
        <p14:creationId xmlns:p14="http://schemas.microsoft.com/office/powerpoint/2010/main" val="20770826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537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9250C6-0BD2-4F9D-A342-BD6ACF1F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FFFFFF"/>
                </a:solidFill>
              </a:defRPr>
            </a:defPPr>
            <a:lvl1pPr>
              <a:defRPr sz="2625" b="1">
                <a:solidFill>
                  <a:srgbClr val="FFFFFF"/>
                </a:solidFill>
              </a:defRPr>
            </a:lvl1pPr>
            <a:lvl2pPr>
              <a:defRPr sz="2625" b="1">
                <a:solidFill>
                  <a:srgbClr val="FFFFFF"/>
                </a:solidFill>
              </a:defRPr>
            </a:lvl2pPr>
            <a:lvl3pPr>
              <a:defRPr sz="2625" b="1">
                <a:solidFill>
                  <a:srgbClr val="FFFFFF"/>
                </a:solidFill>
              </a:defRPr>
            </a:lvl3pPr>
            <a:lvl4pPr>
              <a:defRPr sz="2625" b="1">
                <a:solidFill>
                  <a:srgbClr val="FFFFFF"/>
                </a:solidFill>
              </a:defRPr>
            </a:lvl4pPr>
            <a:lvl5pPr>
              <a:defRPr sz="2625" b="1">
                <a:solidFill>
                  <a:srgbClr val="FFFFFF"/>
                </a:solidFill>
              </a:defRPr>
            </a:lvl5pPr>
            <a:lvl6pPr>
              <a:defRPr sz="2625" b="1">
                <a:solidFill>
                  <a:srgbClr val="FFFFFF"/>
                </a:solidFill>
              </a:defRPr>
            </a:lvl6pPr>
            <a:lvl7pPr>
              <a:defRPr sz="2625" b="1">
                <a:solidFill>
                  <a:srgbClr val="FFFFFF"/>
                </a:solidFill>
              </a:defRPr>
            </a:lvl7pPr>
            <a:lvl8pPr>
              <a:defRPr sz="2625" b="1">
                <a:solidFill>
                  <a:srgbClr val="FFFFFF"/>
                </a:solidFill>
              </a:defRPr>
            </a:lvl8pPr>
            <a:lvl9pPr>
              <a:defRPr sz="26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FFFFFF"/>
                </a:solidFill>
              </a:defRPr>
            </a:pPr>
            <a:r>
              <a:rPr sz="2625" b="1">
                <a:solidFill>
                  <a:srgbClr val="FFFFFF"/>
                </a:solidFill>
              </a:rPr>
              <a:t>Where Colab runs the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DFCBEF-99C3-48DA-A4D2-5DD500AA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6668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>
                <a:solidFill>
                  <a:srgbClr val="9ED4D7"/>
                </a:solidFill>
              </a:defRPr>
            </a:defPPr>
            <a:lvl1pPr algn="ctr">
              <a:defRPr sz="1650" b="1">
                <a:solidFill>
                  <a:srgbClr val="9ED4D7"/>
                </a:solidFill>
              </a:defRPr>
            </a:lvl1pPr>
            <a:lvl2pPr algn="ctr">
              <a:defRPr sz="1650" b="1">
                <a:solidFill>
                  <a:srgbClr val="9ED4D7"/>
                </a:solidFill>
              </a:defRPr>
            </a:lvl2pPr>
            <a:lvl3pPr algn="ctr">
              <a:defRPr sz="1650" b="1">
                <a:solidFill>
                  <a:srgbClr val="9ED4D7"/>
                </a:solidFill>
              </a:defRPr>
            </a:lvl3pPr>
            <a:lvl4pPr algn="ctr">
              <a:defRPr sz="1650" b="1">
                <a:solidFill>
                  <a:srgbClr val="9ED4D7"/>
                </a:solidFill>
              </a:defRPr>
            </a:lvl4pPr>
            <a:lvl5pPr algn="ctr">
              <a:defRPr sz="1650" b="1">
                <a:solidFill>
                  <a:srgbClr val="9ED4D7"/>
                </a:solidFill>
              </a:defRPr>
            </a:lvl5pPr>
            <a:lvl6pPr algn="ctr">
              <a:defRPr sz="1650" b="1">
                <a:solidFill>
                  <a:srgbClr val="9ED4D7"/>
                </a:solidFill>
              </a:defRPr>
            </a:lvl6pPr>
            <a:lvl7pPr algn="ctr">
              <a:defRPr sz="1650" b="1">
                <a:solidFill>
                  <a:srgbClr val="9ED4D7"/>
                </a:solidFill>
              </a:defRPr>
            </a:lvl7pPr>
            <a:lvl8pPr algn="ctr">
              <a:defRPr sz="1650" b="1">
                <a:solidFill>
                  <a:srgbClr val="9ED4D7"/>
                </a:solidFill>
              </a:defRPr>
            </a:lvl8pPr>
            <a:lvl9pPr algn="ctr">
              <a:defRPr sz="1650" b="1">
                <a:solidFill>
                  <a:srgbClr val="9ED4D7"/>
                </a:solidFill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9ED4D7"/>
                </a:solidFill>
              </a:defRPr>
            </a:pPr>
            <a:r>
              <a:rPr sz="1650" b="1">
                <a:solidFill>
                  <a:srgbClr val="9ED4D7"/>
                </a:solidFill>
              </a:rPr>
              <a:t>BROWSER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E9D39-8B43-4BE6-8EB5-4784D159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75" b="0">
                <a:solidFill>
                  <a:srgbClr val="FFFFFF"/>
                </a:solidFill>
              </a:defRPr>
            </a:defPPr>
            <a:lvl1pPr algn="ctr">
              <a:defRPr sz="1875" b="0">
                <a:solidFill>
                  <a:srgbClr val="FFFFFF"/>
                </a:solidFill>
              </a:defRPr>
            </a:lvl1pPr>
            <a:lvl2pPr algn="ctr">
              <a:defRPr sz="1875" b="0">
                <a:solidFill>
                  <a:srgbClr val="FFFFFF"/>
                </a:solidFill>
              </a:defRPr>
            </a:lvl2pPr>
            <a:lvl3pPr algn="ctr">
              <a:defRPr sz="1875" b="0">
                <a:solidFill>
                  <a:srgbClr val="FFFFFF"/>
                </a:solidFill>
              </a:defRPr>
            </a:lvl3pPr>
            <a:lvl4pPr algn="ctr">
              <a:defRPr sz="1875" b="0">
                <a:solidFill>
                  <a:srgbClr val="FFFFFF"/>
                </a:solidFill>
              </a:defRPr>
            </a:lvl4pPr>
            <a:lvl5pPr algn="ctr">
              <a:defRPr sz="1875" b="0">
                <a:solidFill>
                  <a:srgbClr val="FFFFFF"/>
                </a:solidFill>
              </a:defRPr>
            </a:lvl5pPr>
            <a:lvl6pPr algn="ctr">
              <a:defRPr sz="1875" b="0">
                <a:solidFill>
                  <a:srgbClr val="FFFFFF"/>
                </a:solidFill>
              </a:defRPr>
            </a:lvl6pPr>
            <a:lvl7pPr algn="ctr">
              <a:defRPr sz="1875" b="0">
                <a:solidFill>
                  <a:srgbClr val="FFFFFF"/>
                </a:solidFill>
              </a:defRPr>
            </a:lvl7pPr>
            <a:lvl8pPr algn="ctr">
              <a:defRPr sz="1875" b="0">
                <a:solidFill>
                  <a:srgbClr val="FFFFFF"/>
                </a:solidFill>
              </a:defRPr>
            </a:lvl8pPr>
            <a:lvl9pPr algn="ctr"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Write and run cells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210E14-CA40-4991-9D91-DA0FC5C7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6668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>
                <a:solidFill>
                  <a:srgbClr val="A6D698"/>
                </a:solidFill>
              </a:defRPr>
            </a:defPPr>
            <a:lvl1pPr algn="ctr">
              <a:defRPr sz="1650" b="1">
                <a:solidFill>
                  <a:srgbClr val="A6D698"/>
                </a:solidFill>
              </a:defRPr>
            </a:lvl1pPr>
            <a:lvl2pPr algn="ctr">
              <a:defRPr sz="1650" b="1">
                <a:solidFill>
                  <a:srgbClr val="A6D698"/>
                </a:solidFill>
              </a:defRPr>
            </a:lvl2pPr>
            <a:lvl3pPr algn="ctr">
              <a:defRPr sz="1650" b="1">
                <a:solidFill>
                  <a:srgbClr val="A6D698"/>
                </a:solidFill>
              </a:defRPr>
            </a:lvl3pPr>
            <a:lvl4pPr algn="ctr">
              <a:defRPr sz="1650" b="1">
                <a:solidFill>
                  <a:srgbClr val="A6D698"/>
                </a:solidFill>
              </a:defRPr>
            </a:lvl4pPr>
            <a:lvl5pPr algn="ctr">
              <a:defRPr sz="1650" b="1">
                <a:solidFill>
                  <a:srgbClr val="A6D698"/>
                </a:solidFill>
              </a:defRPr>
            </a:lvl5pPr>
            <a:lvl6pPr algn="ctr">
              <a:defRPr sz="1650" b="1">
                <a:solidFill>
                  <a:srgbClr val="A6D698"/>
                </a:solidFill>
              </a:defRPr>
            </a:lvl6pPr>
            <a:lvl7pPr algn="ctr">
              <a:defRPr sz="1650" b="1">
                <a:solidFill>
                  <a:srgbClr val="A6D698"/>
                </a:solidFill>
              </a:defRPr>
            </a:lvl7pPr>
            <a:lvl8pPr algn="ctr">
              <a:defRPr sz="1650" b="1">
                <a:solidFill>
                  <a:srgbClr val="A6D698"/>
                </a:solidFill>
              </a:defRPr>
            </a:lvl8pPr>
            <a:lvl9pPr algn="ctr">
              <a:defRPr sz="1650" b="1">
                <a:solidFill>
                  <a:srgbClr val="A6D698"/>
                </a:solidFill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A6D698"/>
                </a:solidFill>
              </a:defRPr>
            </a:pPr>
            <a:r>
              <a:rPr sz="1650" b="1">
                <a:solidFill>
                  <a:srgbClr val="A6D698"/>
                </a:solidFill>
              </a:rPr>
              <a:t>NETWORK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38D1DF-B945-4A12-AAA8-4509B48D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75" b="0">
                <a:solidFill>
                  <a:srgbClr val="FFFFFF"/>
                </a:solidFill>
              </a:defRPr>
            </a:defPPr>
            <a:lvl1pPr algn="ctr">
              <a:defRPr sz="1875" b="0">
                <a:solidFill>
                  <a:srgbClr val="FFFFFF"/>
                </a:solidFill>
              </a:defRPr>
            </a:lvl1pPr>
            <a:lvl2pPr algn="ctr">
              <a:defRPr sz="1875" b="0">
                <a:solidFill>
                  <a:srgbClr val="FFFFFF"/>
                </a:solidFill>
              </a:defRPr>
            </a:lvl2pPr>
            <a:lvl3pPr algn="ctr">
              <a:defRPr sz="1875" b="0">
                <a:solidFill>
                  <a:srgbClr val="FFFFFF"/>
                </a:solidFill>
              </a:defRPr>
            </a:lvl3pPr>
            <a:lvl4pPr algn="ctr">
              <a:defRPr sz="1875" b="0">
                <a:solidFill>
                  <a:srgbClr val="FFFFFF"/>
                </a:solidFill>
              </a:defRPr>
            </a:lvl4pPr>
            <a:lvl5pPr algn="ctr">
              <a:defRPr sz="1875" b="0">
                <a:solidFill>
                  <a:srgbClr val="FFFFFF"/>
                </a:solidFill>
              </a:defRPr>
            </a:lvl5pPr>
            <a:lvl6pPr algn="ctr">
              <a:defRPr sz="1875" b="0">
                <a:solidFill>
                  <a:srgbClr val="FFFFFF"/>
                </a:solidFill>
              </a:defRPr>
            </a:lvl6pPr>
            <a:lvl7pPr algn="ctr">
              <a:defRPr sz="1875" b="0">
                <a:solidFill>
                  <a:srgbClr val="FFFFFF"/>
                </a:solidFill>
              </a:defRPr>
            </a:lvl7pPr>
            <a:lvl8pPr algn="ctr">
              <a:defRPr sz="1875" b="0">
                <a:solidFill>
                  <a:srgbClr val="FFFFFF"/>
                </a:solidFill>
              </a:defRPr>
            </a:lvl8pPr>
            <a:lvl9pPr algn="ctr"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Carries commands</a:t>
            </a:r>
          </a:p>
          <a:p xmlns:a="http://schemas.openxmlformats.org/drawingml/2006/main">
            <a:pPr algn="ctr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and results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66DDA-810D-4B2E-87E4-FE59E3D1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6668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>
                <a:solidFill>
                  <a:srgbClr val="F1AAA4"/>
                </a:solidFill>
              </a:defRPr>
            </a:defPPr>
            <a:lvl1pPr algn="ctr">
              <a:defRPr sz="1650" b="1">
                <a:solidFill>
                  <a:srgbClr val="F1AAA4"/>
                </a:solidFill>
              </a:defRPr>
            </a:lvl1pPr>
            <a:lvl2pPr algn="ctr">
              <a:defRPr sz="1650" b="1">
                <a:solidFill>
                  <a:srgbClr val="F1AAA4"/>
                </a:solidFill>
              </a:defRPr>
            </a:lvl2pPr>
            <a:lvl3pPr algn="ctr">
              <a:defRPr sz="1650" b="1">
                <a:solidFill>
                  <a:srgbClr val="F1AAA4"/>
                </a:solidFill>
              </a:defRPr>
            </a:lvl3pPr>
            <a:lvl4pPr algn="ctr">
              <a:defRPr sz="1650" b="1">
                <a:solidFill>
                  <a:srgbClr val="F1AAA4"/>
                </a:solidFill>
              </a:defRPr>
            </a:lvl4pPr>
            <a:lvl5pPr algn="ctr">
              <a:defRPr sz="1650" b="1">
                <a:solidFill>
                  <a:srgbClr val="F1AAA4"/>
                </a:solidFill>
              </a:defRPr>
            </a:lvl5pPr>
            <a:lvl6pPr algn="ctr">
              <a:defRPr sz="1650" b="1">
                <a:solidFill>
                  <a:srgbClr val="F1AAA4"/>
                </a:solidFill>
              </a:defRPr>
            </a:lvl6pPr>
            <a:lvl7pPr algn="ctr">
              <a:defRPr sz="1650" b="1">
                <a:solidFill>
                  <a:srgbClr val="F1AAA4"/>
                </a:solidFill>
              </a:defRPr>
            </a:lvl7pPr>
            <a:lvl8pPr algn="ctr">
              <a:defRPr sz="1650" b="1">
                <a:solidFill>
                  <a:srgbClr val="F1AAA4"/>
                </a:solidFill>
              </a:defRPr>
            </a:lvl8pPr>
            <a:lvl9pPr algn="ctr">
              <a:defRPr sz="1650" b="1">
                <a:solidFill>
                  <a:srgbClr val="F1AAA4"/>
                </a:solidFill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1AAA4"/>
                </a:solidFill>
              </a:defRPr>
            </a:pPr>
            <a:r>
              <a:rPr sz="1650" b="1">
                <a:solidFill>
                  <a:srgbClr val="F1AAA4"/>
                </a:solidFill>
              </a:rPr>
              <a:t>REMOTE RUNTIME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B19C11-EE2D-4823-B5E3-B9590CC4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333625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75" b="0">
                <a:solidFill>
                  <a:srgbClr val="FFFFFF"/>
                </a:solidFill>
              </a:defRPr>
            </a:defPPr>
            <a:lvl1pPr algn="ctr">
              <a:defRPr sz="1875" b="0">
                <a:solidFill>
                  <a:srgbClr val="FFFFFF"/>
                </a:solidFill>
              </a:defRPr>
            </a:lvl1pPr>
            <a:lvl2pPr algn="ctr">
              <a:defRPr sz="1875" b="0">
                <a:solidFill>
                  <a:srgbClr val="FFFFFF"/>
                </a:solidFill>
              </a:defRPr>
            </a:lvl2pPr>
            <a:lvl3pPr algn="ctr">
              <a:defRPr sz="1875" b="0">
                <a:solidFill>
                  <a:srgbClr val="FFFFFF"/>
                </a:solidFill>
              </a:defRPr>
            </a:lvl3pPr>
            <a:lvl4pPr algn="ctr">
              <a:defRPr sz="1875" b="0">
                <a:solidFill>
                  <a:srgbClr val="FFFFFF"/>
                </a:solidFill>
              </a:defRPr>
            </a:lvl4pPr>
            <a:lvl5pPr algn="ctr">
              <a:defRPr sz="1875" b="0">
                <a:solidFill>
                  <a:srgbClr val="FFFFFF"/>
                </a:solidFill>
              </a:defRPr>
            </a:lvl5pPr>
            <a:lvl6pPr algn="ctr">
              <a:defRPr sz="1875" b="0">
                <a:solidFill>
                  <a:srgbClr val="FFFFFF"/>
                </a:solidFill>
              </a:defRPr>
            </a:lvl6pPr>
            <a:lvl7pPr algn="ctr">
              <a:defRPr sz="1875" b="0">
                <a:solidFill>
                  <a:srgbClr val="FFFFFF"/>
                </a:solidFill>
              </a:defRPr>
            </a:lvl7pPr>
            <a:lvl8pPr algn="ctr">
              <a:defRPr sz="1875" b="0">
                <a:solidFill>
                  <a:srgbClr val="FFFFFF"/>
                </a:solidFill>
              </a:defRPr>
            </a:lvl8pPr>
            <a:lvl9pPr algn="ctr"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Executes Python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9CA6A-8654-4FE7-B3BE-4E84CBF1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025" b="1">
                <a:solidFill>
                  <a:srgbClr val="A6D698"/>
                </a:solidFill>
              </a:defRPr>
            </a:defPPr>
            <a:lvl1pPr algn="ctr">
              <a:defRPr sz="2025" b="1">
                <a:solidFill>
                  <a:srgbClr val="A6D698"/>
                </a:solidFill>
              </a:defRPr>
            </a:lvl1pPr>
            <a:lvl2pPr algn="ctr">
              <a:defRPr sz="2025" b="1">
                <a:solidFill>
                  <a:srgbClr val="A6D698"/>
                </a:solidFill>
              </a:defRPr>
            </a:lvl2pPr>
            <a:lvl3pPr algn="ctr">
              <a:defRPr sz="2025" b="1">
                <a:solidFill>
                  <a:srgbClr val="A6D698"/>
                </a:solidFill>
              </a:defRPr>
            </a:lvl3pPr>
            <a:lvl4pPr algn="ctr">
              <a:defRPr sz="2025" b="1">
                <a:solidFill>
                  <a:srgbClr val="A6D698"/>
                </a:solidFill>
              </a:defRPr>
            </a:lvl4pPr>
            <a:lvl5pPr algn="ctr">
              <a:defRPr sz="2025" b="1">
                <a:solidFill>
                  <a:srgbClr val="A6D698"/>
                </a:solidFill>
              </a:defRPr>
            </a:lvl5pPr>
            <a:lvl6pPr algn="ctr">
              <a:defRPr sz="2025" b="1">
                <a:solidFill>
                  <a:srgbClr val="A6D698"/>
                </a:solidFill>
              </a:defRPr>
            </a:lvl6pPr>
            <a:lvl7pPr algn="ctr">
              <a:defRPr sz="2025" b="1">
                <a:solidFill>
                  <a:srgbClr val="A6D698"/>
                </a:solidFill>
              </a:defRPr>
            </a:lvl7pPr>
            <a:lvl8pPr algn="ctr">
              <a:defRPr sz="2025" b="1">
                <a:solidFill>
                  <a:srgbClr val="A6D698"/>
                </a:solidFill>
              </a:defRPr>
            </a:lvl8pPr>
            <a:lvl9pPr algn="ctr">
              <a:defRPr sz="2025" b="1">
                <a:solidFill>
                  <a:srgbClr val="A6D698"/>
                </a:solidFill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A6D698"/>
                </a:solidFill>
              </a:defRPr>
            </a:pPr>
            <a:r>
              <a:rPr sz="2025" b="1">
                <a:solidFill>
                  <a:srgbClr val="A6D698"/>
                </a:solidFill>
              </a:rPr>
              <a:t>Raspberry 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39825C-DE78-482D-8255-39485479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0">
                <a:solidFill>
                  <a:srgbClr val="FFFFFF"/>
                </a:solidFill>
              </a:defRPr>
            </a:defPPr>
            <a:lvl1pPr algn="ctr">
              <a:defRPr sz="1650" b="0">
                <a:solidFill>
                  <a:srgbClr val="FFFFFF"/>
                </a:solidFill>
              </a:defRPr>
            </a:lvl1pPr>
            <a:lvl2pPr algn="ctr">
              <a:defRPr sz="1650" b="0">
                <a:solidFill>
                  <a:srgbClr val="FFFFFF"/>
                </a:solidFill>
              </a:defRPr>
            </a:lvl2pPr>
            <a:lvl3pPr algn="ctr">
              <a:defRPr sz="1650" b="0">
                <a:solidFill>
                  <a:srgbClr val="FFFFFF"/>
                </a:solidFill>
              </a:defRPr>
            </a:lvl3pPr>
            <a:lvl4pPr algn="ctr">
              <a:defRPr sz="1650" b="0">
                <a:solidFill>
                  <a:srgbClr val="FFFFFF"/>
                </a:solidFill>
              </a:defRPr>
            </a:lvl4pPr>
            <a:lvl5pPr algn="ctr">
              <a:defRPr sz="1650" b="0">
                <a:solidFill>
                  <a:srgbClr val="FFFFFF"/>
                </a:solidFill>
              </a:defRPr>
            </a:lvl5pPr>
            <a:lvl6pPr algn="ctr">
              <a:defRPr sz="1650" b="0">
                <a:solidFill>
                  <a:srgbClr val="FFFFFF"/>
                </a:solidFill>
              </a:defRPr>
            </a:lvl6pPr>
            <a:lvl7pPr algn="ctr">
              <a:defRPr sz="1650" b="0">
                <a:solidFill>
                  <a:srgbClr val="FFFFFF"/>
                </a:solidFill>
              </a:defRPr>
            </a:lvl7pPr>
            <a:lvl8pPr algn="ctr">
              <a:defRPr sz="1650" b="0">
                <a:solidFill>
                  <a:srgbClr val="FFFFFF"/>
                </a:solidFill>
              </a:defRPr>
            </a:lvl8pPr>
            <a:lvl9pPr algn="ctr">
              <a:defRPr sz="16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One small computer with compute, storage, and networking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AACF0-0FEE-4CA1-9051-E1B65920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005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025" b="1">
                <a:solidFill>
                  <a:srgbClr val="9ED4D7"/>
                </a:solidFill>
              </a:defRPr>
            </a:defPPr>
            <a:lvl1pPr algn="ctr">
              <a:defRPr sz="2025" b="1">
                <a:solidFill>
                  <a:srgbClr val="9ED4D7"/>
                </a:solidFill>
              </a:defRPr>
            </a:lvl1pPr>
            <a:lvl2pPr algn="ctr">
              <a:defRPr sz="2025" b="1">
                <a:solidFill>
                  <a:srgbClr val="9ED4D7"/>
                </a:solidFill>
              </a:defRPr>
            </a:lvl2pPr>
            <a:lvl3pPr algn="ctr">
              <a:defRPr sz="2025" b="1">
                <a:solidFill>
                  <a:srgbClr val="9ED4D7"/>
                </a:solidFill>
              </a:defRPr>
            </a:lvl3pPr>
            <a:lvl4pPr algn="ctr">
              <a:defRPr sz="2025" b="1">
                <a:solidFill>
                  <a:srgbClr val="9ED4D7"/>
                </a:solidFill>
              </a:defRPr>
            </a:lvl4pPr>
            <a:lvl5pPr algn="ctr">
              <a:defRPr sz="2025" b="1">
                <a:solidFill>
                  <a:srgbClr val="9ED4D7"/>
                </a:solidFill>
              </a:defRPr>
            </a:lvl5pPr>
            <a:lvl6pPr algn="ctr">
              <a:defRPr sz="2025" b="1">
                <a:solidFill>
                  <a:srgbClr val="9ED4D7"/>
                </a:solidFill>
              </a:defRPr>
            </a:lvl6pPr>
            <a:lvl7pPr algn="ctr">
              <a:defRPr sz="2025" b="1">
                <a:solidFill>
                  <a:srgbClr val="9ED4D7"/>
                </a:solidFill>
              </a:defRPr>
            </a:lvl7pPr>
            <a:lvl8pPr algn="ctr">
              <a:defRPr sz="2025" b="1">
                <a:solidFill>
                  <a:srgbClr val="9ED4D7"/>
                </a:solidFill>
              </a:defRPr>
            </a:lvl8pPr>
            <a:lvl9pPr algn="ctr">
              <a:defRPr sz="2025" b="1">
                <a:solidFill>
                  <a:srgbClr val="9ED4D7"/>
                </a:solidFill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9ED4D7"/>
                </a:solidFill>
              </a:defRPr>
            </a:pPr>
            <a:r>
              <a:rPr sz="2025" b="1">
                <a:solidFill>
                  <a:srgbClr val="9ED4D7"/>
                </a:solidFill>
              </a:rPr>
              <a:t>Cloud provider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0F46F7-9D18-4FD2-90B7-22F040FC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1962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0">
                <a:solidFill>
                  <a:srgbClr val="FFFFFF"/>
                </a:solidFill>
              </a:defRPr>
            </a:defPPr>
            <a:lvl1pPr algn="ctr">
              <a:defRPr sz="1650" b="0">
                <a:solidFill>
                  <a:srgbClr val="FFFFFF"/>
                </a:solidFill>
              </a:defRPr>
            </a:lvl1pPr>
            <a:lvl2pPr algn="ctr">
              <a:defRPr sz="1650" b="0">
                <a:solidFill>
                  <a:srgbClr val="FFFFFF"/>
                </a:solidFill>
              </a:defRPr>
            </a:lvl2pPr>
            <a:lvl3pPr algn="ctr">
              <a:defRPr sz="1650" b="0">
                <a:solidFill>
                  <a:srgbClr val="FFFFFF"/>
                </a:solidFill>
              </a:defRPr>
            </a:lvl3pPr>
            <a:lvl4pPr algn="ctr">
              <a:defRPr sz="1650" b="0">
                <a:solidFill>
                  <a:srgbClr val="FFFFFF"/>
                </a:solidFill>
              </a:defRPr>
            </a:lvl4pPr>
            <a:lvl5pPr algn="ctr">
              <a:defRPr sz="1650" b="0">
                <a:solidFill>
                  <a:srgbClr val="FFFFFF"/>
                </a:solidFill>
              </a:defRPr>
            </a:lvl5pPr>
            <a:lvl6pPr algn="ctr">
              <a:defRPr sz="1650" b="0">
                <a:solidFill>
                  <a:srgbClr val="FFFFFF"/>
                </a:solidFill>
              </a:defRPr>
            </a:lvl6pPr>
            <a:lvl7pPr algn="ctr">
              <a:defRPr sz="1650" b="0">
                <a:solidFill>
                  <a:srgbClr val="FFFFFF"/>
                </a:solidFill>
              </a:defRPr>
            </a:lvl7pPr>
            <a:lvl8pPr algn="ctr">
              <a:defRPr sz="1650" b="0">
                <a:solidFill>
                  <a:srgbClr val="FFFFFF"/>
                </a:solidFill>
              </a:defRPr>
            </a:lvl8pPr>
            <a:lvl9pPr algn="ctr">
              <a:defRPr sz="16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Large fleets plus facilities and automation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F8361-8666-45D9-8D48-4C9859EF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11:30–11:45 | Cloud and Raspberry Pi</a:t>
            </a:r>
          </a:p>
        </p:txBody>
      </p:sp>
    </p:spTree>
    <p:extLst>
      <p:ext uri="{BB962C8B-B14F-4D97-AF65-F5344CB8AC3E}">
        <p14:creationId xmlns:p14="http://schemas.microsoft.com/office/powerpoint/2010/main" val="15955732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EF6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D69660-63A4-4914-8038-C56F605D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Tracker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E1AA53-B351-47AA-AB82-A178201F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Complete the four notebook checkpoints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F00A7D-DCF8-4A9E-B15F-FB8FD0DE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DF6665"/>
                </a:solidFill>
              </a:defRPr>
            </a:defPPr>
            <a:lvl1pPr>
              <a:defRPr sz="1800" b="1">
                <a:solidFill>
                  <a:srgbClr val="DF6665"/>
                </a:solidFill>
              </a:defRPr>
            </a:lvl1pPr>
            <a:lvl2pPr>
              <a:defRPr sz="1800" b="1">
                <a:solidFill>
                  <a:srgbClr val="DF6665"/>
                </a:solidFill>
              </a:defRPr>
            </a:lvl2pPr>
            <a:lvl3pPr>
              <a:defRPr sz="1800" b="1">
                <a:solidFill>
                  <a:srgbClr val="DF6665"/>
                </a:solidFill>
              </a:defRPr>
            </a:lvl3pPr>
            <a:lvl4pPr>
              <a:defRPr sz="1800" b="1">
                <a:solidFill>
                  <a:srgbClr val="DF6665"/>
                </a:solidFill>
              </a:defRPr>
            </a:lvl4pPr>
            <a:lvl5pPr>
              <a:defRPr sz="1800" b="1">
                <a:solidFill>
                  <a:srgbClr val="DF6665"/>
                </a:solidFill>
              </a:defRPr>
            </a:lvl5pPr>
            <a:lvl6pPr>
              <a:defRPr sz="1800" b="1">
                <a:solidFill>
                  <a:srgbClr val="DF6665"/>
                </a:solidFill>
              </a:defRPr>
            </a:lvl6pPr>
            <a:lvl7pPr>
              <a:defRPr sz="1800" b="1">
                <a:solidFill>
                  <a:srgbClr val="DF6665"/>
                </a:solidFill>
              </a:defRPr>
            </a:lvl7pPr>
            <a:lvl8pPr>
              <a:defRPr sz="1800" b="1">
                <a:solidFill>
                  <a:srgbClr val="DF6665"/>
                </a:solidFill>
              </a:defRPr>
            </a:lvl8pPr>
            <a:lvl9pPr>
              <a:defRPr sz="1800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DF6665"/>
                </a:solidFill>
              </a:defRPr>
            </a:pPr>
            <a:r>
              <a:rPr sz="1800" b="1">
                <a:solidFill>
                  <a:srgbClr val="DF6665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5B2B1-0575-48C4-A88B-FF7C0DAA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619250"/>
            <a:ext cx="678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</a:defRPr>
            </a:defPPr>
            <a:lvl1pPr>
              <a:defRPr sz="2025" b="0">
                <a:solidFill>
                  <a:srgbClr val="17324D"/>
                </a:solidFill>
              </a:defRPr>
            </a:lvl1pPr>
            <a:lvl2pPr>
              <a:defRPr sz="2025" b="0">
                <a:solidFill>
                  <a:srgbClr val="17324D"/>
                </a:solidFill>
              </a:defRPr>
            </a:lvl2pPr>
            <a:lvl3pPr>
              <a:defRPr sz="2025" b="0">
                <a:solidFill>
                  <a:srgbClr val="17324D"/>
                </a:solidFill>
              </a:defRPr>
            </a:lvl3pPr>
            <a:lvl4pPr>
              <a:defRPr sz="2025" b="0">
                <a:solidFill>
                  <a:srgbClr val="17324D"/>
                </a:solidFill>
              </a:defRPr>
            </a:lvl4pPr>
            <a:lvl5pPr>
              <a:defRPr sz="2025" b="0">
                <a:solidFill>
                  <a:srgbClr val="17324D"/>
                </a:solidFill>
              </a:defRPr>
            </a:lvl5pPr>
            <a:lvl6pPr>
              <a:defRPr sz="2025" b="0">
                <a:solidFill>
                  <a:srgbClr val="17324D"/>
                </a:solidFill>
              </a:defRPr>
            </a:lvl6pPr>
            <a:lvl7pPr>
              <a:defRPr sz="2025" b="0">
                <a:solidFill>
                  <a:srgbClr val="17324D"/>
                </a:solidFill>
              </a:defRPr>
            </a:lvl7pPr>
            <a:lvl8pPr>
              <a:defRPr sz="2025" b="0">
                <a:solidFill>
                  <a:srgbClr val="17324D"/>
                </a:solidFill>
              </a:defRPr>
            </a:lvl8pPr>
            <a:lvl9pPr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A: calculate the average with a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88AF24-50A7-42C5-B5B7-CCCA12FB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5AA446"/>
                </a:solidFill>
              </a:defRPr>
            </a:defPPr>
            <a:lvl1pPr>
              <a:defRPr sz="1800" b="1">
                <a:solidFill>
                  <a:srgbClr val="5AA446"/>
                </a:solidFill>
              </a:defRPr>
            </a:lvl1pPr>
            <a:lvl2pPr>
              <a:defRPr sz="1800" b="1">
                <a:solidFill>
                  <a:srgbClr val="5AA446"/>
                </a:solidFill>
              </a:defRPr>
            </a:lvl2pPr>
            <a:lvl3pPr>
              <a:defRPr sz="1800" b="1">
                <a:solidFill>
                  <a:srgbClr val="5AA446"/>
                </a:solidFill>
              </a:defRPr>
            </a:lvl3pPr>
            <a:lvl4pPr>
              <a:defRPr sz="1800" b="1">
                <a:solidFill>
                  <a:srgbClr val="5AA446"/>
                </a:solidFill>
              </a:defRPr>
            </a:lvl4pPr>
            <a:lvl5pPr>
              <a:defRPr sz="1800" b="1">
                <a:solidFill>
                  <a:srgbClr val="5AA446"/>
                </a:solidFill>
              </a:defRPr>
            </a:lvl5pPr>
            <a:lvl6pPr>
              <a:defRPr sz="1800" b="1">
                <a:solidFill>
                  <a:srgbClr val="5AA446"/>
                </a:solidFill>
              </a:defRPr>
            </a:lvl6pPr>
            <a:lvl7pPr>
              <a:defRPr sz="1800" b="1">
                <a:solidFill>
                  <a:srgbClr val="5AA446"/>
                </a:solidFill>
              </a:defRPr>
            </a:lvl7pPr>
            <a:lvl8pPr>
              <a:defRPr sz="1800" b="1">
                <a:solidFill>
                  <a:srgbClr val="5AA446"/>
                </a:solidFill>
              </a:defRPr>
            </a:lvl8pPr>
            <a:lvl9pPr>
              <a:defRPr sz="1800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5AA446"/>
                </a:solidFill>
              </a:defRPr>
            </a:pPr>
            <a:r>
              <a:rPr sz="1800" b="1">
                <a:solidFill>
                  <a:srgbClr val="5AA446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A368AA-71C4-43D6-A324-FDB2F4F8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419350"/>
            <a:ext cx="678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</a:defRPr>
            </a:defPPr>
            <a:lvl1pPr>
              <a:defRPr sz="2025" b="0">
                <a:solidFill>
                  <a:srgbClr val="17324D"/>
                </a:solidFill>
              </a:defRPr>
            </a:lvl1pPr>
            <a:lvl2pPr>
              <a:defRPr sz="2025" b="0">
                <a:solidFill>
                  <a:srgbClr val="17324D"/>
                </a:solidFill>
              </a:defRPr>
            </a:lvl2pPr>
            <a:lvl3pPr>
              <a:defRPr sz="2025" b="0">
                <a:solidFill>
                  <a:srgbClr val="17324D"/>
                </a:solidFill>
              </a:defRPr>
            </a:lvl3pPr>
            <a:lvl4pPr>
              <a:defRPr sz="2025" b="0">
                <a:solidFill>
                  <a:srgbClr val="17324D"/>
                </a:solidFill>
              </a:defRPr>
            </a:lvl4pPr>
            <a:lvl5pPr>
              <a:defRPr sz="2025" b="0">
                <a:solidFill>
                  <a:srgbClr val="17324D"/>
                </a:solidFill>
              </a:defRPr>
            </a:lvl5pPr>
            <a:lvl6pPr>
              <a:defRPr sz="2025" b="0">
                <a:solidFill>
                  <a:srgbClr val="17324D"/>
                </a:solidFill>
              </a:defRPr>
            </a:lvl6pPr>
            <a:lvl7pPr>
              <a:defRPr sz="2025" b="0">
                <a:solidFill>
                  <a:srgbClr val="17324D"/>
                </a:solidFill>
              </a:defRPr>
            </a:lvl7pPr>
            <a:lvl8pPr>
              <a:defRPr sz="2025" b="0">
                <a:solidFill>
                  <a:srgbClr val="17324D"/>
                </a:solidFill>
              </a:defRPr>
            </a:lvl8pPr>
            <a:lvl9pPr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B: return feedback from a conditional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481023-372E-4E67-B89D-3E248E17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194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367D96"/>
                </a:solidFill>
              </a:defRPr>
            </a:defPPr>
            <a:lvl1pPr>
              <a:defRPr sz="1800" b="1">
                <a:solidFill>
                  <a:srgbClr val="367D96"/>
                </a:solidFill>
              </a:defRPr>
            </a:lvl1pPr>
            <a:lvl2pPr>
              <a:defRPr sz="1800" b="1">
                <a:solidFill>
                  <a:srgbClr val="367D96"/>
                </a:solidFill>
              </a:defRPr>
            </a:lvl2pPr>
            <a:lvl3pPr>
              <a:defRPr sz="1800" b="1">
                <a:solidFill>
                  <a:srgbClr val="367D96"/>
                </a:solidFill>
              </a:defRPr>
            </a:lvl3pPr>
            <a:lvl4pPr>
              <a:defRPr sz="1800" b="1">
                <a:solidFill>
                  <a:srgbClr val="367D96"/>
                </a:solidFill>
              </a:defRPr>
            </a:lvl4pPr>
            <a:lvl5pPr>
              <a:defRPr sz="1800" b="1">
                <a:solidFill>
                  <a:srgbClr val="367D96"/>
                </a:solidFill>
              </a:defRPr>
            </a:lvl5pPr>
            <a:lvl6pPr>
              <a:defRPr sz="1800" b="1">
                <a:solidFill>
                  <a:srgbClr val="367D96"/>
                </a:solidFill>
              </a:defRPr>
            </a:lvl6pPr>
            <a:lvl7pPr>
              <a:defRPr sz="1800" b="1">
                <a:solidFill>
                  <a:srgbClr val="367D96"/>
                </a:solidFill>
              </a:defRPr>
            </a:lvl7pPr>
            <a:lvl8pPr>
              <a:defRPr sz="1800" b="1">
                <a:solidFill>
                  <a:srgbClr val="367D96"/>
                </a:solidFill>
              </a:defRPr>
            </a:lvl8pPr>
            <a:lvl9pPr>
              <a:defRPr sz="1800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367D96"/>
                </a:solidFill>
              </a:defRPr>
            </a:pPr>
            <a:r>
              <a:rPr sz="1800" b="1">
                <a:solidFill>
                  <a:srgbClr val="367D96"/>
                </a:solidFill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963C3F-A54F-459F-8E67-47494A68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219450"/>
            <a:ext cx="678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</a:defRPr>
            </a:defPPr>
            <a:lvl1pPr>
              <a:defRPr sz="2025" b="0">
                <a:solidFill>
                  <a:srgbClr val="17324D"/>
                </a:solidFill>
              </a:defRPr>
            </a:lvl1pPr>
            <a:lvl2pPr>
              <a:defRPr sz="2025" b="0">
                <a:solidFill>
                  <a:srgbClr val="17324D"/>
                </a:solidFill>
              </a:defRPr>
            </a:lvl2pPr>
            <a:lvl3pPr>
              <a:defRPr sz="2025" b="0">
                <a:solidFill>
                  <a:srgbClr val="17324D"/>
                </a:solidFill>
              </a:defRPr>
            </a:lvl3pPr>
            <a:lvl4pPr>
              <a:defRPr sz="2025" b="0">
                <a:solidFill>
                  <a:srgbClr val="17324D"/>
                </a:solidFill>
              </a:defRPr>
            </a:lvl4pPr>
            <a:lvl5pPr>
              <a:defRPr sz="2025" b="0">
                <a:solidFill>
                  <a:srgbClr val="17324D"/>
                </a:solidFill>
              </a:defRPr>
            </a:lvl5pPr>
            <a:lvl6pPr>
              <a:defRPr sz="2025" b="0">
                <a:solidFill>
                  <a:srgbClr val="17324D"/>
                </a:solidFill>
              </a:defRPr>
            </a:lvl6pPr>
            <a:lvl7pPr>
              <a:defRPr sz="2025" b="0">
                <a:solidFill>
                  <a:srgbClr val="17324D"/>
                </a:solidFill>
              </a:defRPr>
            </a:lvl7pPr>
            <a:lvl8pPr>
              <a:defRPr sz="2025" b="0">
                <a:solidFill>
                  <a:srgbClr val="17324D"/>
                </a:solidFill>
              </a:defRPr>
            </a:lvl8pPr>
            <a:lvl9pPr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C: assemble the student report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1D0E4-FB8B-4A43-AF60-1FCF2357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3E9197"/>
                </a:solidFill>
              </a:defRPr>
            </a:defPPr>
            <a:lvl1pPr>
              <a:defRPr sz="1800" b="1">
                <a:solidFill>
                  <a:srgbClr val="3E9197"/>
                </a:solidFill>
              </a:defRPr>
            </a:lvl1pPr>
            <a:lvl2pPr>
              <a:defRPr sz="1800" b="1">
                <a:solidFill>
                  <a:srgbClr val="3E9197"/>
                </a:solidFill>
              </a:defRPr>
            </a:lvl2pPr>
            <a:lvl3pPr>
              <a:defRPr sz="1800" b="1">
                <a:solidFill>
                  <a:srgbClr val="3E9197"/>
                </a:solidFill>
              </a:defRPr>
            </a:lvl3pPr>
            <a:lvl4pPr>
              <a:defRPr sz="1800" b="1">
                <a:solidFill>
                  <a:srgbClr val="3E9197"/>
                </a:solidFill>
              </a:defRPr>
            </a:lvl4pPr>
            <a:lvl5pPr>
              <a:defRPr sz="1800" b="1">
                <a:solidFill>
                  <a:srgbClr val="3E9197"/>
                </a:solidFill>
              </a:defRPr>
            </a:lvl5pPr>
            <a:lvl6pPr>
              <a:defRPr sz="1800" b="1">
                <a:solidFill>
                  <a:srgbClr val="3E9197"/>
                </a:solidFill>
              </a:defRPr>
            </a:lvl6pPr>
            <a:lvl7pPr>
              <a:defRPr sz="1800" b="1">
                <a:solidFill>
                  <a:srgbClr val="3E9197"/>
                </a:solidFill>
              </a:defRPr>
            </a:lvl7pPr>
            <a:lvl8pPr>
              <a:defRPr sz="1800" b="1">
                <a:solidFill>
                  <a:srgbClr val="3E9197"/>
                </a:solidFill>
              </a:defRPr>
            </a:lvl8pPr>
            <a:lvl9pPr>
              <a:defRPr sz="1800" b="1">
                <a:solidFill>
                  <a:srgbClr val="3E9197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3E9197"/>
                </a:solidFill>
              </a:defRPr>
            </a:pPr>
            <a:r>
              <a:rPr sz="1800" b="1">
                <a:solidFill>
                  <a:srgbClr val="3E9197"/>
                </a:solidFill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A5648-10E4-4D0A-8649-63074263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19550"/>
            <a:ext cx="678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</a:defRPr>
            </a:defPPr>
            <a:lvl1pPr>
              <a:defRPr sz="2025" b="0">
                <a:solidFill>
                  <a:srgbClr val="17324D"/>
                </a:solidFill>
              </a:defRPr>
            </a:lvl1pPr>
            <a:lvl2pPr>
              <a:defRPr sz="2025" b="0">
                <a:solidFill>
                  <a:srgbClr val="17324D"/>
                </a:solidFill>
              </a:defRPr>
            </a:lvl2pPr>
            <a:lvl3pPr>
              <a:defRPr sz="2025" b="0">
                <a:solidFill>
                  <a:srgbClr val="17324D"/>
                </a:solidFill>
              </a:defRPr>
            </a:lvl3pPr>
            <a:lvl4pPr>
              <a:defRPr sz="2025" b="0">
                <a:solidFill>
                  <a:srgbClr val="17324D"/>
                </a:solidFill>
              </a:defRPr>
            </a:lvl4pPr>
            <a:lvl5pPr>
              <a:defRPr sz="2025" b="0">
                <a:solidFill>
                  <a:srgbClr val="17324D"/>
                </a:solidFill>
              </a:defRPr>
            </a:lvl5pPr>
            <a:lvl6pPr>
              <a:defRPr sz="2025" b="0">
                <a:solidFill>
                  <a:srgbClr val="17324D"/>
                </a:solidFill>
              </a:defRPr>
            </a:lvl6pPr>
            <a:lvl7pPr>
              <a:defRPr sz="2025" b="0">
                <a:solidFill>
                  <a:srgbClr val="17324D"/>
                </a:solidFill>
              </a:defRPr>
            </a:lvl7pPr>
            <a:lvl8pPr>
              <a:defRPr sz="2025" b="0">
                <a:solidFill>
                  <a:srgbClr val="17324D"/>
                </a:solidFill>
              </a:defRPr>
            </a:lvl8pPr>
            <a:lvl9pPr>
              <a:defRPr sz="2025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</a:defRPr>
            </a:pPr>
            <a:r>
              <a:rPr sz="2025" b="0">
                <a:solidFill>
                  <a:srgbClr val="17324D"/>
                </a:solidFill>
              </a:rPr>
              <a:t>D: run every boundary 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44CEB4-4F42-4B7B-A622-3BB621A5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66875"/>
            <a:ext cx="2428875" cy="2857500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AA44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887F5-9B55-4C4D-BB36-74C025F3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1857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75" b="1">
                <a:solidFill>
                  <a:srgbClr val="5AA446"/>
                </a:solidFill>
              </a:defRPr>
            </a:defPPr>
            <a:lvl1pPr algn="ctr">
              <a:defRPr sz="1575" b="1">
                <a:solidFill>
                  <a:srgbClr val="5AA446"/>
                </a:solidFill>
              </a:defRPr>
            </a:lvl1pPr>
            <a:lvl2pPr algn="ctr">
              <a:defRPr sz="1575" b="1">
                <a:solidFill>
                  <a:srgbClr val="5AA446"/>
                </a:solidFill>
              </a:defRPr>
            </a:lvl2pPr>
            <a:lvl3pPr algn="ctr">
              <a:defRPr sz="1575" b="1">
                <a:solidFill>
                  <a:srgbClr val="5AA446"/>
                </a:solidFill>
              </a:defRPr>
            </a:lvl3pPr>
            <a:lvl4pPr algn="ctr">
              <a:defRPr sz="1575" b="1">
                <a:solidFill>
                  <a:srgbClr val="5AA446"/>
                </a:solidFill>
              </a:defRPr>
            </a:lvl4pPr>
            <a:lvl5pPr algn="ctr">
              <a:defRPr sz="1575" b="1">
                <a:solidFill>
                  <a:srgbClr val="5AA446"/>
                </a:solidFill>
              </a:defRPr>
            </a:lvl5pPr>
            <a:lvl6pPr algn="ctr">
              <a:defRPr sz="1575" b="1">
                <a:solidFill>
                  <a:srgbClr val="5AA446"/>
                </a:solidFill>
              </a:defRPr>
            </a:lvl6pPr>
            <a:lvl7pPr algn="ctr">
              <a:defRPr sz="1575" b="1">
                <a:solidFill>
                  <a:srgbClr val="5AA446"/>
                </a:solidFill>
              </a:defRPr>
            </a:lvl7pPr>
            <a:lvl8pPr algn="ctr">
              <a:defRPr sz="1575" b="1">
                <a:solidFill>
                  <a:srgbClr val="5AA446"/>
                </a:solidFill>
              </a:defRPr>
            </a:lvl8pPr>
            <a:lvl9pPr algn="ctr">
              <a:defRPr sz="1575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5AA446"/>
                </a:solidFill>
              </a:defRPr>
            </a:pPr>
            <a:r>
              <a:rPr sz="1575" b="1">
                <a:solidFill>
                  <a:srgbClr val="5AA446"/>
                </a:solidFill>
              </a:rPr>
              <a:t>MINIMUM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3ACAC0-7365-4239-87E2-8B6BD426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09875"/>
            <a:ext cx="18573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00" b="0">
                <a:solidFill>
                  <a:srgbClr val="17324D"/>
                </a:solidFill>
              </a:defRPr>
            </a:defPPr>
            <a:lvl1pPr algn="ctr">
              <a:defRPr sz="1800" b="0">
                <a:solidFill>
                  <a:srgbClr val="17324D"/>
                </a:solidFill>
              </a:defRPr>
            </a:lvl1pPr>
            <a:lvl2pPr algn="ctr">
              <a:defRPr sz="1800" b="0">
                <a:solidFill>
                  <a:srgbClr val="17324D"/>
                </a:solidFill>
              </a:defRPr>
            </a:lvl2pPr>
            <a:lvl3pPr algn="ctr">
              <a:defRPr sz="1800" b="0">
                <a:solidFill>
                  <a:srgbClr val="17324D"/>
                </a:solidFill>
              </a:defRPr>
            </a:lvl3pPr>
            <a:lvl4pPr algn="ctr">
              <a:defRPr sz="1800" b="0">
                <a:solidFill>
                  <a:srgbClr val="17324D"/>
                </a:solidFill>
              </a:defRPr>
            </a:lvl4pPr>
            <a:lvl5pPr algn="ctr">
              <a:defRPr sz="1800" b="0">
                <a:solidFill>
                  <a:srgbClr val="17324D"/>
                </a:solidFill>
              </a:defRPr>
            </a:lvl5pPr>
            <a:lvl6pPr algn="ctr">
              <a:defRPr sz="1800" b="0">
                <a:solidFill>
                  <a:srgbClr val="17324D"/>
                </a:solidFill>
              </a:defRPr>
            </a:lvl6pPr>
            <a:lvl7pPr algn="ctr">
              <a:defRPr sz="1800" b="0">
                <a:solidFill>
                  <a:srgbClr val="17324D"/>
                </a:solidFill>
              </a:defRPr>
            </a:lvl7pPr>
            <a:lvl8pPr algn="ctr">
              <a:defRPr sz="1800" b="0">
                <a:solidFill>
                  <a:srgbClr val="17324D"/>
                </a:solidFill>
              </a:defRPr>
            </a:lvl8pPr>
            <a:lvl9pPr algn="ctr">
              <a:defRPr sz="180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7324D"/>
                </a:solidFill>
              </a:defRPr>
            </a:pPr>
            <a:r>
              <a:rPr sz="1800" b="0">
                <a:solidFill>
                  <a:srgbClr val="17324D"/>
                </a:solidFill>
              </a:rPr>
              <a:t>All project checks pass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800" b="0">
                <a:solidFill>
                  <a:srgbClr val="17324D"/>
                </a:solidFill>
              </a:defRPr>
            </a:pPr>
            <a:r>
              <a:rPr sz="1800" b="0">
                <a:solidFill>
                  <a:srgbClr val="17324D"/>
                </a:solidFill>
              </a:rPr>
              <a:t>You can trace one function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E69B9E-7AB8-4F49-9321-A280E077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81625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00" b="1">
                <a:solidFill>
                  <a:srgbClr val="DF6665"/>
                </a:solidFill>
              </a:defRPr>
            </a:defPPr>
            <a:lvl1pPr algn="ctr">
              <a:defRPr sz="1800" b="1">
                <a:solidFill>
                  <a:srgbClr val="DF6665"/>
                </a:solidFill>
              </a:defRPr>
            </a:lvl1pPr>
            <a:lvl2pPr algn="ctr">
              <a:defRPr sz="1800" b="1">
                <a:solidFill>
                  <a:srgbClr val="DF6665"/>
                </a:solidFill>
              </a:defRPr>
            </a:lvl2pPr>
            <a:lvl3pPr algn="ctr">
              <a:defRPr sz="1800" b="1">
                <a:solidFill>
                  <a:srgbClr val="DF6665"/>
                </a:solidFill>
              </a:defRPr>
            </a:lvl3pPr>
            <a:lvl4pPr algn="ctr">
              <a:defRPr sz="1800" b="1">
                <a:solidFill>
                  <a:srgbClr val="DF6665"/>
                </a:solidFill>
              </a:defRPr>
            </a:lvl4pPr>
            <a:lvl5pPr algn="ctr">
              <a:defRPr sz="1800" b="1">
                <a:solidFill>
                  <a:srgbClr val="DF6665"/>
                </a:solidFill>
              </a:defRPr>
            </a:lvl5pPr>
            <a:lvl6pPr algn="ctr">
              <a:defRPr sz="1800" b="1">
                <a:solidFill>
                  <a:srgbClr val="DF6665"/>
                </a:solidFill>
              </a:defRPr>
            </a:lvl6pPr>
            <a:lvl7pPr algn="ctr">
              <a:defRPr sz="1800" b="1">
                <a:solidFill>
                  <a:srgbClr val="DF6665"/>
                </a:solidFill>
              </a:defRPr>
            </a:lvl7pPr>
            <a:lvl8pPr algn="ctr">
              <a:defRPr sz="1800" b="1">
                <a:solidFill>
                  <a:srgbClr val="DF6665"/>
                </a:solidFill>
              </a:defRPr>
            </a:lvl8pPr>
            <a:lvl9pPr algn="ctr">
              <a:defRPr sz="1800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DF6665"/>
                </a:solidFill>
              </a:defRPr>
            </a:pPr>
            <a:r>
              <a:rPr sz="1800" b="1">
                <a:solidFill>
                  <a:srgbClr val="DF6665"/>
                </a:solidFill>
              </a:rPr>
              <a:t>Extensions begin only after the minimum version works.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3E98BC-7F92-4ABA-8A7C-8397810A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11:45–12:25 | Project build</a:t>
            </a:r>
          </a:p>
        </p:txBody>
      </p:sp>
    </p:spTree>
    <p:extLst>
      <p:ext uri="{BB962C8B-B14F-4D97-AF65-F5344CB8AC3E}">
        <p14:creationId xmlns:p14="http://schemas.microsoft.com/office/powerpoint/2010/main" val="21095251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ED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E325D1-4DED-4848-8E2C-84E4175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10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53752"/>
                </a:solidFill>
              </a:defRPr>
            </a:defPPr>
            <a:lvl1pPr>
              <a:defRPr sz="2625" b="1">
                <a:solidFill>
                  <a:srgbClr val="153752"/>
                </a:solidFill>
              </a:defRPr>
            </a:lvl1pPr>
            <a:lvl2pPr>
              <a:defRPr sz="2625" b="1">
                <a:solidFill>
                  <a:srgbClr val="153752"/>
                </a:solidFill>
              </a:defRPr>
            </a:lvl2pPr>
            <a:lvl3pPr>
              <a:defRPr sz="2625" b="1">
                <a:solidFill>
                  <a:srgbClr val="153752"/>
                </a:solidFill>
              </a:defRPr>
            </a:lvl3pPr>
            <a:lvl4pPr>
              <a:defRPr sz="2625" b="1">
                <a:solidFill>
                  <a:srgbClr val="153752"/>
                </a:solidFill>
              </a:defRPr>
            </a:lvl4pPr>
            <a:lvl5pPr>
              <a:defRPr sz="2625" b="1">
                <a:solidFill>
                  <a:srgbClr val="153752"/>
                </a:solidFill>
              </a:defRPr>
            </a:lvl5pPr>
            <a:lvl6pPr>
              <a:defRPr sz="2625" b="1">
                <a:solidFill>
                  <a:srgbClr val="153752"/>
                </a:solidFill>
              </a:defRPr>
            </a:lvl6pPr>
            <a:lvl7pPr>
              <a:defRPr sz="2625" b="1">
                <a:solidFill>
                  <a:srgbClr val="153752"/>
                </a:solidFill>
              </a:defRPr>
            </a:lvl7pPr>
            <a:lvl8pPr>
              <a:defRPr sz="2625" b="1">
                <a:solidFill>
                  <a:srgbClr val="153752"/>
                </a:solidFill>
              </a:defRPr>
            </a:lvl8pPr>
            <a:lvl9pPr>
              <a:defRPr sz="2625" b="1">
                <a:solidFill>
                  <a:srgbClr val="153752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53752"/>
                </a:solidFill>
              </a:defRPr>
            </a:pPr>
            <a:r>
              <a:rPr sz="2625" b="1">
                <a:solidFill>
                  <a:srgbClr val="153752"/>
                </a:solidFill>
              </a:rPr>
              <a:t>Peer test and repair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E7FE99-752B-4437-A7B9-75BCD4ED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57086"/>
                </a:solidFill>
              </a:defRPr>
            </a:defPPr>
            <a:lvl1pPr>
              <a:defRPr sz="1350" b="0">
                <a:solidFill>
                  <a:srgbClr val="557086"/>
                </a:solidFill>
              </a:defRPr>
            </a:lvl1pPr>
            <a:lvl2pPr>
              <a:defRPr sz="1350" b="0">
                <a:solidFill>
                  <a:srgbClr val="557086"/>
                </a:solidFill>
              </a:defRPr>
            </a:lvl2pPr>
            <a:lvl3pPr>
              <a:defRPr sz="1350" b="0">
                <a:solidFill>
                  <a:srgbClr val="557086"/>
                </a:solidFill>
              </a:defRPr>
            </a:lvl3pPr>
            <a:lvl4pPr>
              <a:defRPr sz="1350" b="0">
                <a:solidFill>
                  <a:srgbClr val="557086"/>
                </a:solidFill>
              </a:defRPr>
            </a:lvl4pPr>
            <a:lvl5pPr>
              <a:defRPr sz="1350" b="0">
                <a:solidFill>
                  <a:srgbClr val="557086"/>
                </a:solidFill>
              </a:defRPr>
            </a:lvl5pPr>
            <a:lvl6pPr>
              <a:defRPr sz="1350" b="0">
                <a:solidFill>
                  <a:srgbClr val="557086"/>
                </a:solidFill>
              </a:defRPr>
            </a:lvl6pPr>
            <a:lvl7pPr>
              <a:defRPr sz="1350" b="0">
                <a:solidFill>
                  <a:srgbClr val="557086"/>
                </a:solidFill>
              </a:defRPr>
            </a:lvl7pPr>
            <a:lvl8pPr>
              <a:defRPr sz="1350" b="0">
                <a:solidFill>
                  <a:srgbClr val="557086"/>
                </a:solidFill>
              </a:defRPr>
            </a:lvl8pPr>
            <a:lvl9pPr>
              <a:defRPr sz="1350" b="0">
                <a:solidFill>
                  <a:srgbClr val="557086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7086"/>
                </a:solidFill>
              </a:defRPr>
            </a:pPr>
            <a:r>
              <a:rPr sz="1350" b="0">
                <a:solidFill>
                  <a:srgbClr val="557086"/>
                </a:solidFill>
              </a:rPr>
              <a:t>Use evidence from the same test before and after the change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E84A5-3696-4DE3-B00A-70E83FDD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763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F6665"/>
                </a:solidFill>
              </a:defRPr>
            </a:defPPr>
            <a:lvl1pPr>
              <a:defRPr sz="1725" b="1">
                <a:solidFill>
                  <a:srgbClr val="DF6665"/>
                </a:solidFill>
              </a:defRPr>
            </a:lvl1pPr>
            <a:lvl2pPr>
              <a:defRPr sz="1725" b="1">
                <a:solidFill>
                  <a:srgbClr val="DF6665"/>
                </a:solidFill>
              </a:defRPr>
            </a:lvl2pPr>
            <a:lvl3pPr>
              <a:defRPr sz="1725" b="1">
                <a:solidFill>
                  <a:srgbClr val="DF6665"/>
                </a:solidFill>
              </a:defRPr>
            </a:lvl3pPr>
            <a:lvl4pPr>
              <a:defRPr sz="1725" b="1">
                <a:solidFill>
                  <a:srgbClr val="DF6665"/>
                </a:solidFill>
              </a:defRPr>
            </a:lvl4pPr>
            <a:lvl5pPr>
              <a:defRPr sz="1725" b="1">
                <a:solidFill>
                  <a:srgbClr val="DF6665"/>
                </a:solidFill>
              </a:defRPr>
            </a:lvl5pPr>
            <a:lvl6pPr>
              <a:defRPr sz="1725" b="1">
                <a:solidFill>
                  <a:srgbClr val="DF6665"/>
                </a:solidFill>
              </a:defRPr>
            </a:lvl6pPr>
            <a:lvl7pPr>
              <a:defRPr sz="1725" b="1">
                <a:solidFill>
                  <a:srgbClr val="DF6665"/>
                </a:solidFill>
              </a:defRPr>
            </a:lvl7pPr>
            <a:lvl8pPr>
              <a:defRPr sz="1725" b="1">
                <a:solidFill>
                  <a:srgbClr val="DF6665"/>
                </a:solidFill>
              </a:defRPr>
            </a:lvl8pPr>
            <a:lvl9pPr>
              <a:defRPr sz="1725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DF6665"/>
                </a:solidFill>
              </a:defRPr>
            </a:pPr>
            <a:r>
              <a:rPr sz="1725" b="1">
                <a:solidFill>
                  <a:srgbClr val="DF6665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C57F71-6701-4155-8B76-113D965D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476375"/>
            <a:ext cx="944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Run the normal and boundary cases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88B414-50BF-437E-AFAD-A3110EC6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1932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AA446"/>
                </a:solidFill>
              </a:defRPr>
            </a:defPPr>
            <a:lvl1pPr>
              <a:defRPr sz="1725" b="1">
                <a:solidFill>
                  <a:srgbClr val="5AA446"/>
                </a:solidFill>
              </a:defRPr>
            </a:lvl1pPr>
            <a:lvl2pPr>
              <a:defRPr sz="1725" b="1">
                <a:solidFill>
                  <a:srgbClr val="5AA446"/>
                </a:solidFill>
              </a:defRPr>
            </a:lvl2pPr>
            <a:lvl3pPr>
              <a:defRPr sz="1725" b="1">
                <a:solidFill>
                  <a:srgbClr val="5AA446"/>
                </a:solidFill>
              </a:defRPr>
            </a:lvl3pPr>
            <a:lvl4pPr>
              <a:defRPr sz="1725" b="1">
                <a:solidFill>
                  <a:srgbClr val="5AA446"/>
                </a:solidFill>
              </a:defRPr>
            </a:lvl4pPr>
            <a:lvl5pPr>
              <a:defRPr sz="1725" b="1">
                <a:solidFill>
                  <a:srgbClr val="5AA446"/>
                </a:solidFill>
              </a:defRPr>
            </a:lvl5pPr>
            <a:lvl6pPr>
              <a:defRPr sz="1725" b="1">
                <a:solidFill>
                  <a:srgbClr val="5AA446"/>
                </a:solidFill>
              </a:defRPr>
            </a:lvl6pPr>
            <a:lvl7pPr>
              <a:defRPr sz="1725" b="1">
                <a:solidFill>
                  <a:srgbClr val="5AA446"/>
                </a:solidFill>
              </a:defRPr>
            </a:lvl7pPr>
            <a:lvl8pPr>
              <a:defRPr sz="1725" b="1">
                <a:solidFill>
                  <a:srgbClr val="5AA446"/>
                </a:solidFill>
              </a:defRPr>
            </a:lvl8pPr>
            <a:lvl9pPr>
              <a:defRPr sz="1725" b="1">
                <a:solidFill>
                  <a:srgbClr val="5AA44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5AA446"/>
                </a:solidFill>
              </a:defRPr>
            </a:pPr>
            <a:r>
              <a:rPr sz="1725" b="1">
                <a:solidFill>
                  <a:srgbClr val="5AA446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AB69D5-4105-4034-A374-CD9079E7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219325"/>
            <a:ext cx="944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Trace one accumulator through the 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368281-9272-4A73-A972-BED3AC95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622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67D96"/>
                </a:solidFill>
              </a:defRPr>
            </a:defPPr>
            <a:lvl1pPr>
              <a:defRPr sz="1725" b="1">
                <a:solidFill>
                  <a:srgbClr val="367D96"/>
                </a:solidFill>
              </a:defRPr>
            </a:lvl1pPr>
            <a:lvl2pPr>
              <a:defRPr sz="1725" b="1">
                <a:solidFill>
                  <a:srgbClr val="367D96"/>
                </a:solidFill>
              </a:defRPr>
            </a:lvl2pPr>
            <a:lvl3pPr>
              <a:defRPr sz="1725" b="1">
                <a:solidFill>
                  <a:srgbClr val="367D96"/>
                </a:solidFill>
              </a:defRPr>
            </a:lvl3pPr>
            <a:lvl4pPr>
              <a:defRPr sz="1725" b="1">
                <a:solidFill>
                  <a:srgbClr val="367D96"/>
                </a:solidFill>
              </a:defRPr>
            </a:lvl4pPr>
            <a:lvl5pPr>
              <a:defRPr sz="1725" b="1">
                <a:solidFill>
                  <a:srgbClr val="367D96"/>
                </a:solidFill>
              </a:defRPr>
            </a:lvl5pPr>
            <a:lvl6pPr>
              <a:defRPr sz="1725" b="1">
                <a:solidFill>
                  <a:srgbClr val="367D96"/>
                </a:solidFill>
              </a:defRPr>
            </a:lvl6pPr>
            <a:lvl7pPr>
              <a:defRPr sz="1725" b="1">
                <a:solidFill>
                  <a:srgbClr val="367D96"/>
                </a:solidFill>
              </a:defRPr>
            </a:lvl7pPr>
            <a:lvl8pPr>
              <a:defRPr sz="1725" b="1">
                <a:solidFill>
                  <a:srgbClr val="367D96"/>
                </a:solidFill>
              </a:defRPr>
            </a:lvl8pPr>
            <a:lvl9pPr>
              <a:defRPr sz="1725" b="1">
                <a:solidFill>
                  <a:srgbClr val="367D9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67D96"/>
                </a:solidFill>
              </a:defRPr>
            </a:pPr>
            <a:r>
              <a:rPr sz="1725" b="1">
                <a:solidFill>
                  <a:srgbClr val="367D96"/>
                </a:solidFill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1D0DE2-54AA-47B0-8A79-0E43CF08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62275"/>
            <a:ext cx="944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Trace one argument into a parameter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C18ED2-20AF-4605-BB83-B79FD601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0522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3E9197"/>
                </a:solidFill>
              </a:defRPr>
            </a:defPPr>
            <a:lvl1pPr>
              <a:defRPr sz="1725" b="1">
                <a:solidFill>
                  <a:srgbClr val="3E9197"/>
                </a:solidFill>
              </a:defRPr>
            </a:lvl1pPr>
            <a:lvl2pPr>
              <a:defRPr sz="1725" b="1">
                <a:solidFill>
                  <a:srgbClr val="3E9197"/>
                </a:solidFill>
              </a:defRPr>
            </a:lvl2pPr>
            <a:lvl3pPr>
              <a:defRPr sz="1725" b="1">
                <a:solidFill>
                  <a:srgbClr val="3E9197"/>
                </a:solidFill>
              </a:defRPr>
            </a:lvl3pPr>
            <a:lvl4pPr>
              <a:defRPr sz="1725" b="1">
                <a:solidFill>
                  <a:srgbClr val="3E9197"/>
                </a:solidFill>
              </a:defRPr>
            </a:lvl4pPr>
            <a:lvl5pPr>
              <a:defRPr sz="1725" b="1">
                <a:solidFill>
                  <a:srgbClr val="3E9197"/>
                </a:solidFill>
              </a:defRPr>
            </a:lvl5pPr>
            <a:lvl6pPr>
              <a:defRPr sz="1725" b="1">
                <a:solidFill>
                  <a:srgbClr val="3E9197"/>
                </a:solidFill>
              </a:defRPr>
            </a:lvl6pPr>
            <a:lvl7pPr>
              <a:defRPr sz="1725" b="1">
                <a:solidFill>
                  <a:srgbClr val="3E9197"/>
                </a:solidFill>
              </a:defRPr>
            </a:lvl7pPr>
            <a:lvl8pPr>
              <a:defRPr sz="1725" b="1">
                <a:solidFill>
                  <a:srgbClr val="3E9197"/>
                </a:solidFill>
              </a:defRPr>
            </a:lvl8pPr>
            <a:lvl9pPr>
              <a:defRPr sz="1725" b="1">
                <a:solidFill>
                  <a:srgbClr val="3E9197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E9197"/>
                </a:solidFill>
              </a:defRPr>
            </a:pPr>
            <a:r>
              <a:rPr sz="1725" b="1">
                <a:solidFill>
                  <a:srgbClr val="3E9197"/>
                </a:solidFill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DD34E4-C39C-464C-A952-FAD39148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05225"/>
            <a:ext cx="944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Choose one failed check to repair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46A82-0A15-4AA5-8FF6-E0F69B88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48175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F6665"/>
                </a:solidFill>
              </a:defRPr>
            </a:defPPr>
            <a:lvl1pPr>
              <a:defRPr sz="1725" b="1">
                <a:solidFill>
                  <a:srgbClr val="DF6665"/>
                </a:solidFill>
              </a:defRPr>
            </a:lvl1pPr>
            <a:lvl2pPr>
              <a:defRPr sz="1725" b="1">
                <a:solidFill>
                  <a:srgbClr val="DF6665"/>
                </a:solidFill>
              </a:defRPr>
            </a:lvl2pPr>
            <a:lvl3pPr>
              <a:defRPr sz="1725" b="1">
                <a:solidFill>
                  <a:srgbClr val="DF6665"/>
                </a:solidFill>
              </a:defRPr>
            </a:lvl3pPr>
            <a:lvl4pPr>
              <a:defRPr sz="1725" b="1">
                <a:solidFill>
                  <a:srgbClr val="DF6665"/>
                </a:solidFill>
              </a:defRPr>
            </a:lvl4pPr>
            <a:lvl5pPr>
              <a:defRPr sz="1725" b="1">
                <a:solidFill>
                  <a:srgbClr val="DF6665"/>
                </a:solidFill>
              </a:defRPr>
            </a:lvl5pPr>
            <a:lvl6pPr>
              <a:defRPr sz="1725" b="1">
                <a:solidFill>
                  <a:srgbClr val="DF6665"/>
                </a:solidFill>
              </a:defRPr>
            </a:lvl6pPr>
            <a:lvl7pPr>
              <a:defRPr sz="1725" b="1">
                <a:solidFill>
                  <a:srgbClr val="DF6665"/>
                </a:solidFill>
              </a:defRPr>
            </a:lvl7pPr>
            <a:lvl8pPr>
              <a:defRPr sz="1725" b="1">
                <a:solidFill>
                  <a:srgbClr val="DF6665"/>
                </a:solidFill>
              </a:defRPr>
            </a:lvl8pPr>
            <a:lvl9pPr>
              <a:defRPr sz="1725" b="1">
                <a:solidFill>
                  <a:srgbClr val="DF6665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DF6665"/>
                </a:solidFill>
              </a:defRPr>
            </a:pPr>
            <a:r>
              <a:rPr sz="1725" b="1">
                <a:solidFill>
                  <a:srgbClr val="DF6665"/>
                </a:solidFill>
              </a:rPr>
              <a:t>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4C36A-03F2-49FF-8A26-16E5E70E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48175"/>
            <a:ext cx="944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7324D"/>
                </a:solidFill>
              </a:defRPr>
            </a:defPPr>
            <a:lvl1pPr>
              <a:defRPr sz="1950" b="0">
                <a:solidFill>
                  <a:srgbClr val="17324D"/>
                </a:solidFill>
              </a:defRPr>
            </a:lvl1pPr>
            <a:lvl2pPr>
              <a:defRPr sz="1950" b="0">
                <a:solidFill>
                  <a:srgbClr val="17324D"/>
                </a:solidFill>
              </a:defRPr>
            </a:lvl2pPr>
            <a:lvl3pPr>
              <a:defRPr sz="1950" b="0">
                <a:solidFill>
                  <a:srgbClr val="17324D"/>
                </a:solidFill>
              </a:defRPr>
            </a:lvl3pPr>
            <a:lvl4pPr>
              <a:defRPr sz="1950" b="0">
                <a:solidFill>
                  <a:srgbClr val="17324D"/>
                </a:solidFill>
              </a:defRPr>
            </a:lvl4pPr>
            <a:lvl5pPr>
              <a:defRPr sz="1950" b="0">
                <a:solidFill>
                  <a:srgbClr val="17324D"/>
                </a:solidFill>
              </a:defRPr>
            </a:lvl5pPr>
            <a:lvl6pPr>
              <a:defRPr sz="1950" b="0">
                <a:solidFill>
                  <a:srgbClr val="17324D"/>
                </a:solidFill>
              </a:defRPr>
            </a:lvl6pPr>
            <a:lvl7pPr>
              <a:defRPr sz="1950" b="0">
                <a:solidFill>
                  <a:srgbClr val="17324D"/>
                </a:solidFill>
              </a:defRPr>
            </a:lvl7pPr>
            <a:lvl8pPr>
              <a:defRPr sz="1950" b="0">
                <a:solidFill>
                  <a:srgbClr val="17324D"/>
                </a:solidFill>
              </a:defRPr>
            </a:lvl8pPr>
            <a:lvl9pPr>
              <a:defRPr sz="1950" b="0">
                <a:solidFill>
                  <a:srgbClr val="17324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24D"/>
                </a:solidFill>
              </a:defRPr>
            </a:pPr>
            <a:r>
              <a:rPr sz="1950" b="0">
                <a:solidFill>
                  <a:srgbClr val="17324D"/>
                </a:solidFill>
              </a:rPr>
              <a:t>Rerun the same check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C8A6E-3D4A-483E-ACB1-D03F0A06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12:25–12:45 | Peer testing</a:t>
            </a:r>
          </a:p>
        </p:txBody>
      </p:sp>
    </p:spTree>
    <p:extLst>
      <p:ext uri="{BB962C8B-B14F-4D97-AF65-F5344CB8AC3E}">
        <p14:creationId xmlns:p14="http://schemas.microsoft.com/office/powerpoint/2010/main" val="81967670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537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6B44FC-62D3-495D-8B8E-8E90BDEB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FFFFFF"/>
                </a:solidFill>
              </a:defRPr>
            </a:defPPr>
            <a:lvl1pPr>
              <a:defRPr sz="2700" b="1">
                <a:solidFill>
                  <a:srgbClr val="FFFFFF"/>
                </a:solidFill>
              </a:defRPr>
            </a:lvl1pPr>
            <a:lvl2pPr>
              <a:defRPr sz="2700" b="1">
                <a:solidFill>
                  <a:srgbClr val="FFFFFF"/>
                </a:solidFill>
              </a:defRPr>
            </a:lvl2pPr>
            <a:lvl3pPr>
              <a:defRPr sz="2700" b="1">
                <a:solidFill>
                  <a:srgbClr val="FFFFFF"/>
                </a:solidFill>
              </a:defRPr>
            </a:lvl3pPr>
            <a:lvl4pPr>
              <a:defRPr sz="2700" b="1">
                <a:solidFill>
                  <a:srgbClr val="FFFFFF"/>
                </a:solidFill>
              </a:defRPr>
            </a:lvl4pPr>
            <a:lvl5pPr>
              <a:defRPr sz="2700" b="1">
                <a:solidFill>
                  <a:srgbClr val="FFFFFF"/>
                </a:solidFill>
              </a:defRPr>
            </a:lvl5pPr>
            <a:lvl6pPr>
              <a:defRPr sz="2700" b="1">
                <a:solidFill>
                  <a:srgbClr val="FFFFFF"/>
                </a:solidFill>
              </a:defRPr>
            </a:lvl6pPr>
            <a:lvl7pPr>
              <a:defRPr sz="2700" b="1">
                <a:solidFill>
                  <a:srgbClr val="FFFFFF"/>
                </a:solidFill>
              </a:defRPr>
            </a:lvl7pPr>
            <a:lvl8pPr>
              <a:defRPr sz="2700" b="1">
                <a:solidFill>
                  <a:srgbClr val="FFFFFF"/>
                </a:solidFill>
              </a:defRPr>
            </a:lvl8pPr>
            <a:lvl9pPr>
              <a:defRPr sz="27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Exit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20787B-D802-4D69-A2B4-02EB6E37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2A5A0"/>
                </a:solidFill>
              </a:defRPr>
            </a:defPPr>
            <a:lvl1pPr>
              <a:defRPr sz="1500" b="1">
                <a:solidFill>
                  <a:srgbClr val="F2A5A0"/>
                </a:solidFill>
              </a:defRPr>
            </a:lvl1pPr>
            <a:lvl2pPr>
              <a:defRPr sz="1500" b="1">
                <a:solidFill>
                  <a:srgbClr val="F2A5A0"/>
                </a:solidFill>
              </a:defRPr>
            </a:lvl2pPr>
            <a:lvl3pPr>
              <a:defRPr sz="1500" b="1">
                <a:solidFill>
                  <a:srgbClr val="F2A5A0"/>
                </a:solidFill>
              </a:defRPr>
            </a:lvl3pPr>
            <a:lvl4pPr>
              <a:defRPr sz="1500" b="1">
                <a:solidFill>
                  <a:srgbClr val="F2A5A0"/>
                </a:solidFill>
              </a:defRPr>
            </a:lvl4pPr>
            <a:lvl5pPr>
              <a:defRPr sz="1500" b="1">
                <a:solidFill>
                  <a:srgbClr val="F2A5A0"/>
                </a:solidFill>
              </a:defRPr>
            </a:lvl5pPr>
            <a:lvl6pPr>
              <a:defRPr sz="1500" b="1">
                <a:solidFill>
                  <a:srgbClr val="F2A5A0"/>
                </a:solidFill>
              </a:defRPr>
            </a:lvl6pPr>
            <a:lvl7pPr>
              <a:defRPr sz="1500" b="1">
                <a:solidFill>
                  <a:srgbClr val="F2A5A0"/>
                </a:solidFill>
              </a:defRPr>
            </a:lvl7pPr>
            <a:lvl8pPr>
              <a:defRPr sz="1500" b="1">
                <a:solidFill>
                  <a:srgbClr val="F2A5A0"/>
                </a:solidFill>
              </a:defRPr>
            </a:lvl8pPr>
            <a:lvl9pPr>
              <a:defRPr sz="1500" b="1">
                <a:solidFill>
                  <a:srgbClr val="F2A5A0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2A5A0"/>
                </a:solidFill>
              </a:defRPr>
            </a:pPr>
            <a:r>
              <a:rPr sz="1500" b="1">
                <a:solidFill>
                  <a:srgbClr val="F2A5A0"/>
                </a:solidFill>
              </a:rPr>
              <a:t>1.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C1264-067C-431F-801D-8A62A4D3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3335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What type does input() return?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C5D25-CAC8-4836-86E1-ABC2CF44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669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A6D698"/>
                </a:solidFill>
              </a:defRPr>
            </a:defPPr>
            <a:lvl1pPr>
              <a:defRPr sz="1500" b="1">
                <a:solidFill>
                  <a:srgbClr val="A6D698"/>
                </a:solidFill>
              </a:defRPr>
            </a:lvl1pPr>
            <a:lvl2pPr>
              <a:defRPr sz="1500" b="1">
                <a:solidFill>
                  <a:srgbClr val="A6D698"/>
                </a:solidFill>
              </a:defRPr>
            </a:lvl2pPr>
            <a:lvl3pPr>
              <a:defRPr sz="1500" b="1">
                <a:solidFill>
                  <a:srgbClr val="A6D698"/>
                </a:solidFill>
              </a:defRPr>
            </a:lvl3pPr>
            <a:lvl4pPr>
              <a:defRPr sz="1500" b="1">
                <a:solidFill>
                  <a:srgbClr val="A6D698"/>
                </a:solidFill>
              </a:defRPr>
            </a:lvl4pPr>
            <a:lvl5pPr>
              <a:defRPr sz="1500" b="1">
                <a:solidFill>
                  <a:srgbClr val="A6D698"/>
                </a:solidFill>
              </a:defRPr>
            </a:lvl5pPr>
            <a:lvl6pPr>
              <a:defRPr sz="1500" b="1">
                <a:solidFill>
                  <a:srgbClr val="A6D698"/>
                </a:solidFill>
              </a:defRPr>
            </a:lvl6pPr>
            <a:lvl7pPr>
              <a:defRPr sz="1500" b="1">
                <a:solidFill>
                  <a:srgbClr val="A6D698"/>
                </a:solidFill>
              </a:defRPr>
            </a:lvl7pPr>
            <a:lvl8pPr>
              <a:defRPr sz="1500" b="1">
                <a:solidFill>
                  <a:srgbClr val="A6D698"/>
                </a:solidFill>
              </a:defRPr>
            </a:lvl8pPr>
            <a:lvl9pPr>
              <a:defRPr sz="1500" b="1">
                <a:solidFill>
                  <a:srgbClr val="A6D698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A6D698"/>
                </a:solidFill>
              </a:defRPr>
            </a:pPr>
            <a:r>
              <a:rPr sz="1500" b="1">
                <a:solidFill>
                  <a:srgbClr val="A6D698"/>
                </a:solidFill>
              </a:rPr>
              <a:t>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1A0D6D-1082-48DE-BE83-3957A1C0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193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When should you choose a for loop?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56403-01CD-49CF-ABA8-CC237031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527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9ED4D7"/>
                </a:solidFill>
              </a:defRPr>
            </a:defPPr>
            <a:lvl1pPr>
              <a:defRPr sz="1500" b="1">
                <a:solidFill>
                  <a:srgbClr val="9ED4D7"/>
                </a:solidFill>
              </a:defRPr>
            </a:lvl1pPr>
            <a:lvl2pPr>
              <a:defRPr sz="1500" b="1">
                <a:solidFill>
                  <a:srgbClr val="9ED4D7"/>
                </a:solidFill>
              </a:defRPr>
            </a:lvl2pPr>
            <a:lvl3pPr>
              <a:defRPr sz="1500" b="1">
                <a:solidFill>
                  <a:srgbClr val="9ED4D7"/>
                </a:solidFill>
              </a:defRPr>
            </a:lvl3pPr>
            <a:lvl4pPr>
              <a:defRPr sz="1500" b="1">
                <a:solidFill>
                  <a:srgbClr val="9ED4D7"/>
                </a:solidFill>
              </a:defRPr>
            </a:lvl4pPr>
            <a:lvl5pPr>
              <a:defRPr sz="1500" b="1">
                <a:solidFill>
                  <a:srgbClr val="9ED4D7"/>
                </a:solidFill>
              </a:defRPr>
            </a:lvl5pPr>
            <a:lvl6pPr>
              <a:defRPr sz="1500" b="1">
                <a:solidFill>
                  <a:srgbClr val="9ED4D7"/>
                </a:solidFill>
              </a:defRPr>
            </a:lvl6pPr>
            <a:lvl7pPr>
              <a:defRPr sz="1500" b="1">
                <a:solidFill>
                  <a:srgbClr val="9ED4D7"/>
                </a:solidFill>
              </a:defRPr>
            </a:lvl7pPr>
            <a:lvl8pPr>
              <a:defRPr sz="1500" b="1">
                <a:solidFill>
                  <a:srgbClr val="9ED4D7"/>
                </a:solidFill>
              </a:defRPr>
            </a:lvl8pPr>
            <a:lvl9pPr>
              <a:defRPr sz="1500" b="1">
                <a:solidFill>
                  <a:srgbClr val="9ED4D7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9ED4D7"/>
                </a:solidFill>
              </a:defRPr>
            </a:pPr>
            <a:r>
              <a:rPr sz="1500" b="1">
                <a:solidFill>
                  <a:srgbClr val="9ED4D7"/>
                </a:solidFill>
              </a:rPr>
              <a:t>3.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61FC7-5405-4515-A0AA-2F753384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051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How are print() and return different?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758BC-D047-4D22-B7D1-0691B79E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385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2A5A0"/>
                </a:solidFill>
              </a:defRPr>
            </a:defPPr>
            <a:lvl1pPr>
              <a:defRPr sz="1500" b="1">
                <a:solidFill>
                  <a:srgbClr val="F2A5A0"/>
                </a:solidFill>
              </a:defRPr>
            </a:lvl1pPr>
            <a:lvl2pPr>
              <a:defRPr sz="1500" b="1">
                <a:solidFill>
                  <a:srgbClr val="F2A5A0"/>
                </a:solidFill>
              </a:defRPr>
            </a:lvl2pPr>
            <a:lvl3pPr>
              <a:defRPr sz="1500" b="1">
                <a:solidFill>
                  <a:srgbClr val="F2A5A0"/>
                </a:solidFill>
              </a:defRPr>
            </a:lvl3pPr>
            <a:lvl4pPr>
              <a:defRPr sz="1500" b="1">
                <a:solidFill>
                  <a:srgbClr val="F2A5A0"/>
                </a:solidFill>
              </a:defRPr>
            </a:lvl4pPr>
            <a:lvl5pPr>
              <a:defRPr sz="1500" b="1">
                <a:solidFill>
                  <a:srgbClr val="F2A5A0"/>
                </a:solidFill>
              </a:defRPr>
            </a:lvl5pPr>
            <a:lvl6pPr>
              <a:defRPr sz="1500" b="1">
                <a:solidFill>
                  <a:srgbClr val="F2A5A0"/>
                </a:solidFill>
              </a:defRPr>
            </a:lvl6pPr>
            <a:lvl7pPr>
              <a:defRPr sz="1500" b="1">
                <a:solidFill>
                  <a:srgbClr val="F2A5A0"/>
                </a:solidFill>
              </a:defRPr>
            </a:lvl7pPr>
            <a:lvl8pPr>
              <a:defRPr sz="1500" b="1">
                <a:solidFill>
                  <a:srgbClr val="F2A5A0"/>
                </a:solidFill>
              </a:defRPr>
            </a:lvl8pPr>
            <a:lvl9pPr>
              <a:defRPr sz="1500" b="1">
                <a:solidFill>
                  <a:srgbClr val="F2A5A0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2A5A0"/>
                </a:solidFill>
              </a:defRPr>
            </a:pPr>
            <a:r>
              <a:rPr sz="1500" b="1">
                <a:solidFill>
                  <a:srgbClr val="F2A5A0"/>
                </a:solidFill>
              </a:rPr>
              <a:t>4.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C3815-0FB7-4736-AD30-47A9689E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90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Where did the notebook code run?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524B4-4568-4E5C-808E-7F2985AA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243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A6D698"/>
                </a:solidFill>
              </a:defRPr>
            </a:defPPr>
            <a:lvl1pPr>
              <a:defRPr sz="1500" b="1">
                <a:solidFill>
                  <a:srgbClr val="A6D698"/>
                </a:solidFill>
              </a:defRPr>
            </a:lvl1pPr>
            <a:lvl2pPr>
              <a:defRPr sz="1500" b="1">
                <a:solidFill>
                  <a:srgbClr val="A6D698"/>
                </a:solidFill>
              </a:defRPr>
            </a:lvl2pPr>
            <a:lvl3pPr>
              <a:defRPr sz="1500" b="1">
                <a:solidFill>
                  <a:srgbClr val="A6D698"/>
                </a:solidFill>
              </a:defRPr>
            </a:lvl3pPr>
            <a:lvl4pPr>
              <a:defRPr sz="1500" b="1">
                <a:solidFill>
                  <a:srgbClr val="A6D698"/>
                </a:solidFill>
              </a:defRPr>
            </a:lvl4pPr>
            <a:lvl5pPr>
              <a:defRPr sz="1500" b="1">
                <a:solidFill>
                  <a:srgbClr val="A6D698"/>
                </a:solidFill>
              </a:defRPr>
            </a:lvl5pPr>
            <a:lvl6pPr>
              <a:defRPr sz="1500" b="1">
                <a:solidFill>
                  <a:srgbClr val="A6D698"/>
                </a:solidFill>
              </a:defRPr>
            </a:lvl6pPr>
            <a:lvl7pPr>
              <a:defRPr sz="1500" b="1">
                <a:solidFill>
                  <a:srgbClr val="A6D698"/>
                </a:solidFill>
              </a:defRPr>
            </a:lvl7pPr>
            <a:lvl8pPr>
              <a:defRPr sz="1500" b="1">
                <a:solidFill>
                  <a:srgbClr val="A6D698"/>
                </a:solidFill>
              </a:defRPr>
            </a:lvl8pPr>
            <a:lvl9pPr>
              <a:defRPr sz="1500" b="1">
                <a:solidFill>
                  <a:srgbClr val="A6D698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A6D698"/>
                </a:solidFill>
              </a:defRPr>
            </a:pPr>
            <a:r>
              <a:rPr sz="1500" b="1">
                <a:solidFill>
                  <a:srgbClr val="A6D698"/>
                </a:solidFill>
              </a:rPr>
              <a:t>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73B5C-A88D-4BB5-BB27-27EB6FCA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767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Which repair are you most confident about?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24E2A8-405E-4971-8E6A-39989D59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81012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9ED4D7"/>
                </a:solidFill>
              </a:defRPr>
            </a:defPPr>
            <a:lvl1pPr>
              <a:defRPr sz="1500" b="1">
                <a:solidFill>
                  <a:srgbClr val="9ED4D7"/>
                </a:solidFill>
              </a:defRPr>
            </a:lvl1pPr>
            <a:lvl2pPr>
              <a:defRPr sz="1500" b="1">
                <a:solidFill>
                  <a:srgbClr val="9ED4D7"/>
                </a:solidFill>
              </a:defRPr>
            </a:lvl2pPr>
            <a:lvl3pPr>
              <a:defRPr sz="1500" b="1">
                <a:solidFill>
                  <a:srgbClr val="9ED4D7"/>
                </a:solidFill>
              </a:defRPr>
            </a:lvl3pPr>
            <a:lvl4pPr>
              <a:defRPr sz="1500" b="1">
                <a:solidFill>
                  <a:srgbClr val="9ED4D7"/>
                </a:solidFill>
              </a:defRPr>
            </a:lvl4pPr>
            <a:lvl5pPr>
              <a:defRPr sz="1500" b="1">
                <a:solidFill>
                  <a:srgbClr val="9ED4D7"/>
                </a:solidFill>
              </a:defRPr>
            </a:lvl5pPr>
            <a:lvl6pPr>
              <a:defRPr sz="1500" b="1">
                <a:solidFill>
                  <a:srgbClr val="9ED4D7"/>
                </a:solidFill>
              </a:defRPr>
            </a:lvl6pPr>
            <a:lvl7pPr>
              <a:defRPr sz="1500" b="1">
                <a:solidFill>
                  <a:srgbClr val="9ED4D7"/>
                </a:solidFill>
              </a:defRPr>
            </a:lvl7pPr>
            <a:lvl8pPr>
              <a:defRPr sz="1500" b="1">
                <a:solidFill>
                  <a:srgbClr val="9ED4D7"/>
                </a:solidFill>
              </a:defRPr>
            </a:lvl8pPr>
            <a:lvl9pPr>
              <a:defRPr sz="1500" b="1">
                <a:solidFill>
                  <a:srgbClr val="9ED4D7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9ED4D7"/>
                </a:solidFill>
              </a:defRPr>
            </a:pPr>
            <a:r>
              <a:rPr sz="1500" b="1">
                <a:solidFill>
                  <a:srgbClr val="9ED4D7"/>
                </a:solidFill>
              </a:rPr>
              <a:t>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80A722-1A8B-4B13-AED1-F200C032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Which concept needs another example?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200CDF-2F5C-40DD-852A-A7DBC7B0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483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425" b="1">
                <a:solidFill>
                  <a:srgbClr val="F2A5A0"/>
                </a:solidFill>
              </a:defRPr>
            </a:defPPr>
            <a:lvl1pPr algn="r">
              <a:defRPr sz="1425" b="1">
                <a:solidFill>
                  <a:srgbClr val="F2A5A0"/>
                </a:solidFill>
              </a:defRPr>
            </a:lvl1pPr>
            <a:lvl2pPr algn="r">
              <a:defRPr sz="1425" b="1">
                <a:solidFill>
                  <a:srgbClr val="F2A5A0"/>
                </a:solidFill>
              </a:defRPr>
            </a:lvl2pPr>
            <a:lvl3pPr algn="r">
              <a:defRPr sz="1425" b="1">
                <a:solidFill>
                  <a:srgbClr val="F2A5A0"/>
                </a:solidFill>
              </a:defRPr>
            </a:lvl3pPr>
            <a:lvl4pPr algn="r">
              <a:defRPr sz="1425" b="1">
                <a:solidFill>
                  <a:srgbClr val="F2A5A0"/>
                </a:solidFill>
              </a:defRPr>
            </a:lvl4pPr>
            <a:lvl5pPr algn="r">
              <a:defRPr sz="1425" b="1">
                <a:solidFill>
                  <a:srgbClr val="F2A5A0"/>
                </a:solidFill>
              </a:defRPr>
            </a:lvl5pPr>
            <a:lvl6pPr algn="r">
              <a:defRPr sz="1425" b="1">
                <a:solidFill>
                  <a:srgbClr val="F2A5A0"/>
                </a:solidFill>
              </a:defRPr>
            </a:lvl6pPr>
            <a:lvl7pPr algn="r">
              <a:defRPr sz="1425" b="1">
                <a:solidFill>
                  <a:srgbClr val="F2A5A0"/>
                </a:solidFill>
              </a:defRPr>
            </a:lvl7pPr>
            <a:lvl8pPr algn="r">
              <a:defRPr sz="1425" b="1">
                <a:solidFill>
                  <a:srgbClr val="F2A5A0"/>
                </a:solidFill>
              </a:defRPr>
            </a:lvl8pPr>
            <a:lvl9pPr algn="r">
              <a:defRPr sz="1425" b="1">
                <a:solidFill>
                  <a:srgbClr val="F2A5A0"/>
                </a:solidFill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F2A5A0"/>
                </a:solidFill>
              </a:defRPr>
            </a:pPr>
            <a:r>
              <a:rPr sz="1425" b="1">
                <a:solidFill>
                  <a:srgbClr val="F2A5A0"/>
                </a:solidFill>
              </a:rPr>
              <a:t>Download the .ipynb before leaving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3B49C9-97BD-4980-A984-17751B4E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E8495"/>
                </a:solidFill>
              </a:defRPr>
            </a:defPPr>
            <a:lvl1pPr>
              <a:defRPr sz="750" b="0">
                <a:solidFill>
                  <a:srgbClr val="6E8495"/>
                </a:solidFill>
              </a:defRPr>
            </a:lvl1pPr>
            <a:lvl2pPr>
              <a:defRPr sz="750" b="0">
                <a:solidFill>
                  <a:srgbClr val="6E8495"/>
                </a:solidFill>
              </a:defRPr>
            </a:lvl2pPr>
            <a:lvl3pPr>
              <a:defRPr sz="750" b="0">
                <a:solidFill>
                  <a:srgbClr val="6E8495"/>
                </a:solidFill>
              </a:defRPr>
            </a:lvl3pPr>
            <a:lvl4pPr>
              <a:defRPr sz="750" b="0">
                <a:solidFill>
                  <a:srgbClr val="6E8495"/>
                </a:solidFill>
              </a:defRPr>
            </a:lvl4pPr>
            <a:lvl5pPr>
              <a:defRPr sz="750" b="0">
                <a:solidFill>
                  <a:srgbClr val="6E8495"/>
                </a:solidFill>
              </a:defRPr>
            </a:lvl5pPr>
            <a:lvl6pPr>
              <a:defRPr sz="750" b="0">
                <a:solidFill>
                  <a:srgbClr val="6E8495"/>
                </a:solidFill>
              </a:defRPr>
            </a:lvl6pPr>
            <a:lvl7pPr>
              <a:defRPr sz="750" b="0">
                <a:solidFill>
                  <a:srgbClr val="6E8495"/>
                </a:solidFill>
              </a:defRPr>
            </a:lvl7pPr>
            <a:lvl8pPr>
              <a:defRPr sz="750" b="0">
                <a:solidFill>
                  <a:srgbClr val="6E8495"/>
                </a:solidFill>
              </a:defRPr>
            </a:lvl8pPr>
            <a:lvl9pPr>
              <a:defRPr sz="750" b="0">
                <a:solidFill>
                  <a:srgbClr val="6E8495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E8495"/>
                </a:solidFill>
              </a:defRPr>
            </a:pPr>
            <a:r>
              <a:rPr sz="750" b="0">
                <a:solidFill>
                  <a:srgbClr val="6E8495"/>
                </a:solidFill>
              </a:rPr>
              <a:t>12:45–1:00 | Exit ticket and download</a:t>
            </a:r>
          </a:p>
        </p:txBody>
      </p:sp>
    </p:spTree>
    <p:extLst>
      <p:ext uri="{BB962C8B-B14F-4D97-AF65-F5344CB8AC3E}">
        <p14:creationId xmlns:p14="http://schemas.microsoft.com/office/powerpoint/2010/main" val="3427654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2026-10-24T02:57:54.1110000Z</dcterms:created>
  <dcterms:modified xsi:type="dcterms:W3CDTF">2026-10-24T02:57:54.1110000Z</dcterms:modified>
</coreProperties>
</file>