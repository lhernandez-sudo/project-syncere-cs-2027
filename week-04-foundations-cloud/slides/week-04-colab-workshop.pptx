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0ab9dcb0f44cfa" /><Relationship Type="http://schemas.openxmlformats.org/officeDocument/2006/relationships/extended-properties" Target="/docProps/app.xml" Id="R9ff7edc4abd44f5a" /><Relationship Type="http://schemas.openxmlformats.org/officeDocument/2006/relationships/officeDocument" Target="/ppt/presentation.xml" Id="Rebbae0c518e04f6a" /></Relationships>
</file>

<file path=ppt/presentation.xml><?xml version="1.0" encoding="utf-8"?>
<p:presentation xmlns:p="http://schemas.openxmlformats.org/presentationml/2006/main">
  <p:sldMasterIdLst>
    <p:sldMasterId xmlns:r="http://schemas.openxmlformats.org/officeDocument/2006/relationships" id="2147483648" r:id="Rce395e822ba748c6"/>
  </p:sldMasterIdLst>
  <p:notesMasterIdLst>
    <p:notesMasterId xmlns:r="http://schemas.openxmlformats.org/officeDocument/2006/relationships" r:id="R0b998d4dd67d4777"/>
  </p:notesMasterIdLst>
  <p:sldIdLst>
    <p:sldId xmlns:r="http://schemas.openxmlformats.org/officeDocument/2006/relationships" id="256" r:id="R39c9ddf3a3e2487e"/>
    <p:sldId xmlns:r="http://schemas.openxmlformats.org/officeDocument/2006/relationships" id="257" r:id="Rc3185e5857af4a93"/>
    <p:sldId xmlns:r="http://schemas.openxmlformats.org/officeDocument/2006/relationships" id="258" r:id="Rf850147fdea54f7f"/>
    <p:sldId xmlns:r="http://schemas.openxmlformats.org/officeDocument/2006/relationships" id="259" r:id="Rb9f2020ab98e4eea"/>
    <p:sldId xmlns:r="http://schemas.openxmlformats.org/officeDocument/2006/relationships" id="260" r:id="R121511a27a524fdc"/>
    <p:sldId xmlns:r="http://schemas.openxmlformats.org/officeDocument/2006/relationships" id="261" r:id="R85cab25393b240f2"/>
    <p:sldId xmlns:r="http://schemas.openxmlformats.org/officeDocument/2006/relationships" id="262" r:id="Rcaaef4e624f44fc4"/>
    <p:sldId xmlns:r="http://schemas.openxmlformats.org/officeDocument/2006/relationships" id="263" r:id="Rbdd66004847c4837"/>
    <p:sldId xmlns:r="http://schemas.openxmlformats.org/officeDocument/2006/relationships" id="264" r:id="Rd46a7a4926884753"/>
    <p:sldId xmlns:r="http://schemas.openxmlformats.org/officeDocument/2006/relationships" id="265" r:id="R227a2383e5c34f47"/>
    <p:sldId xmlns:r="http://schemas.openxmlformats.org/officeDocument/2006/relationships" id="266" r:id="R7b5cfb5fe4d649cd"/>
    <p:sldId xmlns:r="http://schemas.openxmlformats.org/officeDocument/2006/relationships" id="267" r:id="R92f1bc60ca134cf7"/>
    <p:sldId xmlns:r="http://schemas.openxmlformats.org/officeDocument/2006/relationships" id="268" r:id="R2c455414950c4882"/>
    <p:sldId xmlns:r="http://schemas.openxmlformats.org/officeDocument/2006/relationships" id="269" r:id="Rae29898fe1de465b"/>
    <p:sldId xmlns:r="http://schemas.openxmlformats.org/officeDocument/2006/relationships" id="270" r:id="R8e82d48033134ff9"/>
    <p:sldId xmlns:r="http://schemas.openxmlformats.org/officeDocument/2006/relationships" id="271" r:id="Rc2e11d884cca4f6d"/>
    <p:sldId xmlns:r="http://schemas.openxmlformats.org/officeDocument/2006/relationships" id="272" r:id="Rede84a7769db49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9d3c6a0c1b4ae9" /><Relationship Type="http://schemas.openxmlformats.org/officeDocument/2006/relationships/slideMaster" Target="/ppt/slideMasters/slideMaster1.xml" Id="Rce395e822ba748c6" /><Relationship Type="http://schemas.openxmlformats.org/officeDocument/2006/relationships/notesMaster" Target="/ppt/notesMasters/notesMaster1.xml" Id="R0b998d4dd67d4777" /><Relationship Type="http://schemas.openxmlformats.org/officeDocument/2006/relationships/presProps" Target="/ppt/presProps.xml" Id="Rd67e6165ae1545f2" /><Relationship Type="http://schemas.openxmlformats.org/officeDocument/2006/relationships/tableStyles" Target="/ppt/tableStyles.xml" Id="R1dce0dbdb652422a" /><Relationship Type="http://schemas.openxmlformats.org/officeDocument/2006/relationships/slide" Target="/ppt/slides/slide1.xml" Id="R39c9ddf3a3e2487e" /><Relationship Type="http://schemas.openxmlformats.org/officeDocument/2006/relationships/slide" Target="/ppt/slides/slide2.xml" Id="Rc3185e5857af4a93" /><Relationship Type="http://schemas.openxmlformats.org/officeDocument/2006/relationships/slide" Target="/ppt/slides/slide3.xml" Id="Rf850147fdea54f7f" /><Relationship Type="http://schemas.openxmlformats.org/officeDocument/2006/relationships/slide" Target="/ppt/slides/slide4.xml" Id="Rb9f2020ab98e4eea" /><Relationship Type="http://schemas.openxmlformats.org/officeDocument/2006/relationships/slide" Target="/ppt/slides/slide5.xml" Id="R121511a27a524fdc" /><Relationship Type="http://schemas.openxmlformats.org/officeDocument/2006/relationships/slide" Target="/ppt/slides/slide6.xml" Id="R85cab25393b240f2" /><Relationship Type="http://schemas.openxmlformats.org/officeDocument/2006/relationships/slide" Target="/ppt/slides/slide7.xml" Id="Rcaaef4e624f44fc4" /><Relationship Type="http://schemas.openxmlformats.org/officeDocument/2006/relationships/slide" Target="/ppt/slides/slide8.xml" Id="Rbdd66004847c4837" /><Relationship Type="http://schemas.openxmlformats.org/officeDocument/2006/relationships/slide" Target="/ppt/slides/slide9.xml" Id="Rd46a7a4926884753" /><Relationship Type="http://schemas.openxmlformats.org/officeDocument/2006/relationships/slide" Target="/ppt/slides/slide10.xml" Id="R227a2383e5c34f47" /><Relationship Type="http://schemas.openxmlformats.org/officeDocument/2006/relationships/slide" Target="/ppt/slides/slide11.xml" Id="R7b5cfb5fe4d649cd" /><Relationship Type="http://schemas.openxmlformats.org/officeDocument/2006/relationships/slide" Target="/ppt/slides/slide12.xml" Id="R92f1bc60ca134cf7" /><Relationship Type="http://schemas.openxmlformats.org/officeDocument/2006/relationships/slide" Target="/ppt/slides/slide13.xml" Id="R2c455414950c4882" /><Relationship Type="http://schemas.openxmlformats.org/officeDocument/2006/relationships/slide" Target="/ppt/slides/slide14.xml" Id="Rae29898fe1de465b" /><Relationship Type="http://schemas.openxmlformats.org/officeDocument/2006/relationships/slide" Target="/ppt/slides/slide15.xml" Id="R8e82d48033134ff9" /><Relationship Type="http://schemas.openxmlformats.org/officeDocument/2006/relationships/slide" Target="/ppt/slides/slide16.xml" Id="Rc2e11d884cca4f6d" /><Relationship Type="http://schemas.openxmlformats.org/officeDocument/2006/relationships/slide" Target="/ppt/slides/slide17.xml" Id="Rede84a7769db49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25330354ce4d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fa1847522444f6" /><Relationship Type="http://schemas.openxmlformats.org/officeDocument/2006/relationships/notesMaster" Target="/ppt/notesMasters/notesMaster1.xml" Id="R3f4a997292804b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c30ff385fd4172" /><Relationship Type="http://schemas.openxmlformats.org/officeDocument/2006/relationships/notesMaster" Target="/ppt/notesMasters/notesMaster1.xml" Id="Rd4828c074fe041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428863a4754b4d" /><Relationship Type="http://schemas.openxmlformats.org/officeDocument/2006/relationships/notesMaster" Target="/ppt/notesMasters/notesMaster1.xml" Id="Raf094ec09d7449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930c09d94e465a" /><Relationship Type="http://schemas.openxmlformats.org/officeDocument/2006/relationships/notesMaster" Target="/ppt/notesMasters/notesMaster1.xml" Id="R813921e316414d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29df7e8d1f4487" /><Relationship Type="http://schemas.openxmlformats.org/officeDocument/2006/relationships/notesMaster" Target="/ppt/notesMasters/notesMaster1.xml" Id="Rca01dacad07241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6060949f67459e" /><Relationship Type="http://schemas.openxmlformats.org/officeDocument/2006/relationships/notesMaster" Target="/ppt/notesMasters/notesMaster1.xml" Id="R7cfbeabf85574e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07fbb10524416e" /><Relationship Type="http://schemas.openxmlformats.org/officeDocument/2006/relationships/notesMaster" Target="/ppt/notesMasters/notesMaster1.xml" Id="Rf95b6b981d5a41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db31342ccd43b3" /><Relationship Type="http://schemas.openxmlformats.org/officeDocument/2006/relationships/notesMaster" Target="/ppt/notesMasters/notesMaster1.xml" Id="R737239bb65b842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c9d80a545d4685" /><Relationship Type="http://schemas.openxmlformats.org/officeDocument/2006/relationships/notesMaster" Target="/ppt/notesMasters/notesMaster1.xml" Id="R3f956d17d3a24d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9e307fdd6f4124" /><Relationship Type="http://schemas.openxmlformats.org/officeDocument/2006/relationships/notesMaster" Target="/ppt/notesMasters/notesMaster1.xml" Id="Rd51e8ba4f4d84a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9f7e317eaa4016" /><Relationship Type="http://schemas.openxmlformats.org/officeDocument/2006/relationships/notesMaster" Target="/ppt/notesMasters/notesMaster1.xml" Id="Refc8c06c7e414b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d85628ae354352" /><Relationship Type="http://schemas.openxmlformats.org/officeDocument/2006/relationships/notesMaster" Target="/ppt/notesMasters/notesMaster1.xml" Id="R0f5122edcbac4c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feeaf964f04ccc" /><Relationship Type="http://schemas.openxmlformats.org/officeDocument/2006/relationships/notesMaster" Target="/ppt/notesMasters/notesMaster1.xml" Id="R62817781f91a4f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750bbbbb5840f0" /><Relationship Type="http://schemas.openxmlformats.org/officeDocument/2006/relationships/notesMaster" Target="/ppt/notesMasters/notesMaster1.xml" Id="R5f22033df7a244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bd5a8d8b48446d" /><Relationship Type="http://schemas.openxmlformats.org/officeDocument/2006/relationships/notesMaster" Target="/ppt/notesMasters/notesMaster1.xml" Id="Rf57bb4e382ba4b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df3852e2e84495" /><Relationship Type="http://schemas.openxmlformats.org/officeDocument/2006/relationships/notesMaster" Target="/ppt/notesMasters/notesMaster1.xml" Id="R6b14e7d9d12342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2844f82220245c6" /><Relationship Type="http://schemas.openxmlformats.org/officeDocument/2006/relationships/notesMaster" Target="/ppt/notesMasters/notesMaster1.xml" Id="R6585a14c186249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day simply: twenty minutes of direct review, fifteen minutes to launch, then most of class in the notebook. Students should leave with a repaired notebook and a working tracker.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input returns str; the code prints 25 after conversion; Python cannot add str and int. Ask students to trace the value through minutes_text, minutes, and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Pass; == checks equality; totals are 4, 11, 19; while fits retrying until a condition changes. Ask what score and total mean on each loop iteration.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Answers: argument 6; parameter score; return value 8. return sends a value to the caller; print displays information. Ask students which topic needs the most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Raspberry Pi as a physical reference. Point to the processor, memory, storage card, and network connection. Explain that laptops, phones, servers, and the Pi all provide the same basic resources at different scales.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Hold up the Pi. Contrast one visible computer with a provider operating many computers. Avoid implying that the cloud has no physical location. The cloud still runs on physical machines in data centers.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point to the browser, network, and runtime in the room. Explain that Drive stores their notebook, while the runtime executes the code. Colab runtimes are temporary, so students should save and download their work. Source: https://research.google.com/colaboratory/faq.html and https://csrc.nist.gov/pubs/sp/800/145/final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brief. Students should use the self-check output to decide what to revisit. A TRY AGAIN result is a clue, not a 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two long notebook blocks and the project block. Preserve both breaks. The cloud mini-lesson is already complete before students open Colab.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 https://colab.research.google.com/github/lhernandez-sudo/project-syncere-cs-2027/blob/main/week-04-foundations-cloud/exercises/foundations-review.ipynb. Confirm every student sees Notebook ready before moving 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Circulate rather than lecture. Pause the room only for a misconception affecting several students. Minimum target before break: complete through Practice 6 and run the matching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the full 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Focus help on return values and accumulator state. Students who finish early should explain one repair to a partner without typing for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the full ten-minute break. Prepare the Raspberry Pi during the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work in Section 10. Require the minimum tracker before validation or other extensions. Ask students to show the normal, high-boundary, low-boundary, and mixed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Partners use the notebook checks. The reviewer asks questions and records results. The developer controls the keyboard and makes the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responses. Use the final question to plan the next opening review. Confirm students download their notebook before 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e2e2bfd42547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682ca1643246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8bc04a71e54f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222220f52e40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f38fb45cee47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5f463bc1c04e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A3B7B5-C5BF-46F7-8C69-686FCC8892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951BE9-E4F9-455A-B460-F9CF97730E6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0503226-F61E-4B58-BF14-FBB2AF347B1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0B2321-389C-4E5B-9A4D-7B66AA30B5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01BC7B-DDCC-469F-9DD6-12A095DA3E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D0D4E7-5713-42DE-8D3B-4A4C1B537F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A51954-5CF5-487D-A8CA-4DA0D0757F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C1946C2-B47D-4480-8D22-CB5BBCE2EE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B86D60-0BDF-407F-8E54-08BA14D2D7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F9B423-7505-4BDC-BF99-77D75CEB53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8ec856707049df" /><Relationship Type="http://schemas.openxmlformats.org/officeDocument/2006/relationships/slideLayout" Target="/ppt/slideLayouts/slideLayout1.xml" Id="Raa0bc40aa38f41b0" /><Relationship Type="http://schemas.openxmlformats.org/officeDocument/2006/relationships/slideLayout" Target="/ppt/slideLayouts/slideLayout2.xml" Id="Rcf067b2b8ca74bbc" /><Relationship Type="http://schemas.openxmlformats.org/officeDocument/2006/relationships/slideLayout" Target="/ppt/slideLayouts/slideLayout3.xml" Id="Rff396bfc1e2f416b" /><Relationship Type="http://schemas.openxmlformats.org/officeDocument/2006/relationships/slideLayout" Target="/ppt/slideLayouts/slideLayout4.xml" Id="R3ea980985cbe4a3b" /><Relationship Type="http://schemas.openxmlformats.org/officeDocument/2006/relationships/slideLayout" Target="/ppt/slideLayouts/slideLayout5.xml" Id="R51e3bf15faf44a40" /><Relationship Type="http://schemas.openxmlformats.org/officeDocument/2006/relationships/slideLayout" Target="/ppt/slideLayouts/slideLayout6.xml" Id="R997f90f940a349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0bc40aa38f41b0"/>
    <p:sldLayoutId xmlns:r="http://schemas.openxmlformats.org/officeDocument/2006/relationships" id="2147483650" r:id="Rcf067b2b8ca74bbc"/>
    <p:sldLayoutId xmlns:r="http://schemas.openxmlformats.org/officeDocument/2006/relationships" id="2147483651" r:id="Rff396bfc1e2f416b"/>
    <p:sldLayoutId xmlns:r="http://schemas.openxmlformats.org/officeDocument/2006/relationships" id="2147483652" r:id="R3ea980985cbe4a3b"/>
    <p:sldLayoutId xmlns:r="http://schemas.openxmlformats.org/officeDocument/2006/relationships" id="2147483653" r:id="R51e3bf15faf44a40"/>
    <p:sldLayoutId xmlns:r="http://schemas.openxmlformats.org/officeDocument/2006/relationships" id="2147483654" r:id="R997f90f940a349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bf22d22c8b47ce" /><Relationship Type="http://schemas.openxmlformats.org/officeDocument/2006/relationships/notesSlide" Target="/ppt/notesSlides/notesSlide1.xml" Id="R9de1cc67bd574e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5213cbc82d4475" /><Relationship Type="http://schemas.openxmlformats.org/officeDocument/2006/relationships/notesSlide" Target="/ppt/notesSlides/notesSlide2.xml" Id="Ra899801bef9444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e300f7a97d14596" /><Relationship Type="http://schemas.openxmlformats.org/officeDocument/2006/relationships/notesSlide" Target="/ppt/notesSlides/notesSlide3.xml" Id="R171de619ea3d46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90305b47fd94564" /><Relationship Type="http://schemas.openxmlformats.org/officeDocument/2006/relationships/notesSlide" Target="/ppt/notesSlides/notesSlide4.xml" Id="R4d216ca3abed41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fe08b9fffd4307" /><Relationship Type="http://schemas.openxmlformats.org/officeDocument/2006/relationships/notesSlide" Target="/ppt/notesSlides/notesSlide5.xml" Id="R9b095ba3a25243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e2ba646ad340cc" /><Relationship Type="http://schemas.openxmlformats.org/officeDocument/2006/relationships/notesSlide" Target="/ppt/notesSlides/notesSlide6.xml" Id="Rd095daa9900d4e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27c2e61040f46d5" /><Relationship Type="http://schemas.openxmlformats.org/officeDocument/2006/relationships/notesSlide" Target="/ppt/notesSlides/notesSlide7.xml" Id="R84d079fa168e49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f732613d76e42f0" /><Relationship Type="http://schemas.openxmlformats.org/officeDocument/2006/relationships/notesSlide" Target="/ppt/notesSlides/notesSlide8.xml" Id="Rff8c5bf91b4144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53b1376f994a09" /><Relationship Type="http://schemas.openxmlformats.org/officeDocument/2006/relationships/notesSlide" Target="/ppt/notesSlides/notesSlide9.xml" Id="R3bbbf301b0b14e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0f07ff4f4c54874" /><Relationship Type="http://schemas.openxmlformats.org/officeDocument/2006/relationships/notesSlide" Target="/ppt/notesSlides/notesSlide10.xml" Id="R3892e50b91cf4d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76f7f2581f04714" /><Relationship Type="http://schemas.openxmlformats.org/officeDocument/2006/relationships/notesSlide" Target="/ppt/notesSlides/notesSlide11.xml" Id="Re548b17248e94c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561ec55a6214283" /><Relationship Type="http://schemas.openxmlformats.org/officeDocument/2006/relationships/notesSlide" Target="/ppt/notesSlides/notesSlide12.xml" Id="R4ec3fb3ea74844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0f4f44dfcf44e59" /><Relationship Type="http://schemas.openxmlformats.org/officeDocument/2006/relationships/notesSlide" Target="/ppt/notesSlides/notesSlide13.xml" Id="R0aba63062ec04ff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8dbf3fb63764334" /><Relationship Type="http://schemas.openxmlformats.org/officeDocument/2006/relationships/notesSlide" Target="/ppt/notesSlides/notesSlide14.xml" Id="R987dc253456a47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fde92c0a7084ceb" /><Relationship Type="http://schemas.openxmlformats.org/officeDocument/2006/relationships/notesSlide" Target="/ppt/notesSlides/notesSlide15.xml" Id="R9bcb86d777a54d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46e66f5cd8b44a9" /><Relationship Type="http://schemas.openxmlformats.org/officeDocument/2006/relationships/notesSlide" Target="/ppt/notesSlides/notesSlide16.xml" Id="R20282b06c7e64f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b063d562aff4fa2" /><Relationship Type="http://schemas.openxmlformats.org/officeDocument/2006/relationships/notesSlide" Target="/ppt/notesSlides/notesSlide17.xml" Id="Rf5b9c7b0032d4bd8" /></Relationships>
</file>

<file path=ppt/slides/slide1.xml><?xml version="1.0" encoding="utf-8"?>
<p:sld xmlns:p="http://schemas.openxmlformats.org/presentationml/2006/main">
  <p:cSld>
    <p:bg>
      <p:bgPr>
        <a:solidFill xmlns:a="http://schemas.openxmlformats.org/drawingml/2006/main">
          <a:srgbClr val="15375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6D4EEF-4048-4B7F-A36C-EFE1F0FEA46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F666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E99B02-862D-4E8B-8D9F-4E37605A3A81}"/>
              </a:ext>
            </a:extLst>
          </p:cNvPr>
          <p:cNvSpPr>
            <a:spLocks xmlns:a="http://schemas.openxmlformats.org/drawingml/2006/main" noGrp="1"/>
          </p:cNvSpPr>
          <p:nvPr/>
        </p:nvSpPr>
        <p:spPr>
          <a:xfrm xmlns:a="http://schemas.openxmlformats.org/drawingml/2006/main">
            <a:off x="704850" y="9715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9ED4D7"/>
                </a:solidFill>
              </a:defRPr>
            </a:defPPr>
            <a:lvl1pPr>
              <a:defRPr sz="1350" b="1">
                <a:solidFill>
                  <a:srgbClr val="9ED4D7"/>
                </a:solidFill>
              </a:defRPr>
            </a:lvl1pPr>
            <a:lvl2pPr>
              <a:defRPr sz="1350" b="1">
                <a:solidFill>
                  <a:srgbClr val="9ED4D7"/>
                </a:solidFill>
              </a:defRPr>
            </a:lvl2pPr>
            <a:lvl3pPr>
              <a:defRPr sz="1350" b="1">
                <a:solidFill>
                  <a:srgbClr val="9ED4D7"/>
                </a:solidFill>
              </a:defRPr>
            </a:lvl3pPr>
            <a:lvl4pPr>
              <a:defRPr sz="1350" b="1">
                <a:solidFill>
                  <a:srgbClr val="9ED4D7"/>
                </a:solidFill>
              </a:defRPr>
            </a:lvl4pPr>
            <a:lvl5pPr>
              <a:defRPr sz="1350" b="1">
                <a:solidFill>
                  <a:srgbClr val="9ED4D7"/>
                </a:solidFill>
              </a:defRPr>
            </a:lvl5pPr>
            <a:lvl6pPr>
              <a:defRPr sz="1350" b="1">
                <a:solidFill>
                  <a:srgbClr val="9ED4D7"/>
                </a:solidFill>
              </a:defRPr>
            </a:lvl6pPr>
            <a:lvl7pPr>
              <a:defRPr sz="1350" b="1">
                <a:solidFill>
                  <a:srgbClr val="9ED4D7"/>
                </a:solidFill>
              </a:defRPr>
            </a:lvl7pPr>
            <a:lvl8pPr>
              <a:defRPr sz="1350" b="1">
                <a:solidFill>
                  <a:srgbClr val="9ED4D7"/>
                </a:solidFill>
              </a:defRPr>
            </a:lvl8pPr>
            <a:lvl9pPr>
              <a:defRPr sz="1350" b="1">
                <a:solidFill>
                  <a:srgbClr val="9ED4D7"/>
                </a:solidFill>
              </a:defRPr>
            </a:lvl9pPr>
          </a:lstStyle>
          <a:p xmlns:a="http://schemas.openxmlformats.org/drawingml/2006/main">
            <a:pPr>
              <a:defRPr sz="1350" b="1">
                <a:solidFill>
                  <a:srgbClr val="9ED4D7"/>
                </a:solidFill>
              </a:defRPr>
            </a:pPr>
            <a:r>
              <a:rPr sz="1350" b="1">
                <a:solidFill>
                  <a:srgbClr val="9ED4D7"/>
                </a:solidFill>
              </a:rPr>
              <a:t>WEEK 4</a:t>
            </a:r>
          </a:p>
        </p:txBody>
      </p:sp>
      <p:sp>
        <p:nvSpPr>
          <p:cNvPr id="3" name="">
            <a:extLst xmlns:a="http://schemas.openxmlformats.org/drawingml/2006/main">
              <a:ext uri="{FF2B5EF4-FFF2-40B4-BE49-F238E27FC236}">
                <a16:creationId xmlns:a16="http://schemas.microsoft.com/office/drawing/2014/main" id="{6A78090A-4301-4691-972E-385FD9EC0DC0}"/>
              </a:ext>
            </a:extLst>
          </p:cNvPr>
          <p:cNvSpPr>
            <a:spLocks xmlns:a="http://schemas.openxmlformats.org/drawingml/2006/main" noGrp="1"/>
          </p:cNvSpPr>
          <p:nvPr/>
        </p:nvSpPr>
        <p:spPr>
          <a:xfrm xmlns:a="http://schemas.openxmlformats.org/drawingml/2006/main">
            <a:off x="704850" y="152400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200" b="1">
                <a:solidFill>
                  <a:srgbClr val="FFFFFF"/>
                </a:solidFill>
              </a:defRPr>
            </a:defPPr>
            <a:lvl1pPr>
              <a:defRPr sz="4200" b="1">
                <a:solidFill>
                  <a:srgbClr val="FFFFFF"/>
                </a:solidFill>
              </a:defRPr>
            </a:lvl1pPr>
            <a:lvl2pPr>
              <a:defRPr sz="4200" b="1">
                <a:solidFill>
                  <a:srgbClr val="FFFFFF"/>
                </a:solidFill>
              </a:defRPr>
            </a:lvl2pPr>
            <a:lvl3pPr>
              <a:defRPr sz="4200" b="1">
                <a:solidFill>
                  <a:srgbClr val="FFFFFF"/>
                </a:solidFill>
              </a:defRPr>
            </a:lvl3pPr>
            <a:lvl4pPr>
              <a:defRPr sz="4200" b="1">
                <a:solidFill>
                  <a:srgbClr val="FFFFFF"/>
                </a:solidFill>
              </a:defRPr>
            </a:lvl4pPr>
            <a:lvl5pPr>
              <a:defRPr sz="4200" b="1">
                <a:solidFill>
                  <a:srgbClr val="FFFFFF"/>
                </a:solidFill>
              </a:defRPr>
            </a:lvl5pPr>
            <a:lvl6pPr>
              <a:defRPr sz="4200" b="1">
                <a:solidFill>
                  <a:srgbClr val="FFFFFF"/>
                </a:solidFill>
              </a:defRPr>
            </a:lvl6pPr>
            <a:lvl7pPr>
              <a:defRPr sz="4200" b="1">
                <a:solidFill>
                  <a:srgbClr val="FFFFFF"/>
                </a:solidFill>
              </a:defRPr>
            </a:lvl7pPr>
            <a:lvl8pPr>
              <a:defRPr sz="4200" b="1">
                <a:solidFill>
                  <a:srgbClr val="FFFFFF"/>
                </a:solidFill>
              </a:defRPr>
            </a:lvl8pPr>
            <a:lvl9pPr>
              <a:defRPr sz="4200" b="1">
                <a:solidFill>
                  <a:srgbClr val="FFFFFF"/>
                </a:solidFill>
              </a:defRPr>
            </a:lvl9pPr>
          </a:lstStyle>
          <a:p xmlns:a="http://schemas.openxmlformats.org/drawingml/2006/main">
            <a:pPr>
              <a:defRPr sz="4200" b="1">
                <a:solidFill>
                  <a:srgbClr val="FFFFFF"/>
                </a:solidFill>
              </a:defRPr>
            </a:pPr>
            <a:r>
              <a:rPr sz="4200" b="1">
                <a:solidFill>
                  <a:srgbClr val="FFFFFF"/>
                </a:solidFill>
              </a:rPr>
              <a:t>Python foundations</a:t>
            </a:r>
          </a:p>
          <a:p xmlns:a="http://schemas.openxmlformats.org/drawingml/2006/main">
            <a:pPr>
              <a:defRPr sz="4200" b="1">
                <a:solidFill>
                  <a:srgbClr val="FFFFFF"/>
                </a:solidFill>
              </a:defRPr>
            </a:pPr>
            <a:r>
              <a:rPr sz="4200" b="1">
                <a:solidFill>
                  <a:srgbClr val="FFFFFF"/>
                </a:solidFill>
              </a:rPr>
              <a:t>workshop</a:t>
            </a:r>
          </a:p>
        </p:txBody>
      </p:sp>
      <p:sp>
        <p:nvSpPr>
          <p:cNvPr id="4" name="">
            <a:extLst xmlns:a="http://schemas.openxmlformats.org/drawingml/2006/main">
              <a:ext uri="{FF2B5EF4-FFF2-40B4-BE49-F238E27FC236}">
                <a16:creationId xmlns:a16="http://schemas.microsoft.com/office/drawing/2014/main" id="{AF2D375A-965E-4FA2-A14E-66C22CFDF1C7}"/>
              </a:ext>
            </a:extLst>
          </p:cNvPr>
          <p:cNvSpPr>
            <a:spLocks xmlns:a="http://schemas.openxmlformats.org/drawingml/2006/main" noGrp="1"/>
          </p:cNvSpPr>
          <p:nvPr/>
        </p:nvSpPr>
        <p:spPr>
          <a:xfrm xmlns:a="http://schemas.openxmlformats.org/drawingml/2006/main">
            <a:off x="723900" y="347662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F3AAA5"/>
                </a:solidFill>
              </a:defRPr>
            </a:defPPr>
            <a:lvl1pPr>
              <a:defRPr sz="2100" b="0">
                <a:solidFill>
                  <a:srgbClr val="F3AAA5"/>
                </a:solidFill>
              </a:defRPr>
            </a:lvl1pPr>
            <a:lvl2pPr>
              <a:defRPr sz="2100" b="0">
                <a:solidFill>
                  <a:srgbClr val="F3AAA5"/>
                </a:solidFill>
              </a:defRPr>
            </a:lvl2pPr>
            <a:lvl3pPr>
              <a:defRPr sz="2100" b="0">
                <a:solidFill>
                  <a:srgbClr val="F3AAA5"/>
                </a:solidFill>
              </a:defRPr>
            </a:lvl3pPr>
            <a:lvl4pPr>
              <a:defRPr sz="2100" b="0">
                <a:solidFill>
                  <a:srgbClr val="F3AAA5"/>
                </a:solidFill>
              </a:defRPr>
            </a:lvl4pPr>
            <a:lvl5pPr>
              <a:defRPr sz="2100" b="0">
                <a:solidFill>
                  <a:srgbClr val="F3AAA5"/>
                </a:solidFill>
              </a:defRPr>
            </a:lvl5pPr>
            <a:lvl6pPr>
              <a:defRPr sz="2100" b="0">
                <a:solidFill>
                  <a:srgbClr val="F3AAA5"/>
                </a:solidFill>
              </a:defRPr>
            </a:lvl6pPr>
            <a:lvl7pPr>
              <a:defRPr sz="2100" b="0">
                <a:solidFill>
                  <a:srgbClr val="F3AAA5"/>
                </a:solidFill>
              </a:defRPr>
            </a:lvl7pPr>
            <a:lvl8pPr>
              <a:defRPr sz="2100" b="0">
                <a:solidFill>
                  <a:srgbClr val="F3AAA5"/>
                </a:solidFill>
              </a:defRPr>
            </a:lvl8pPr>
            <a:lvl9pPr>
              <a:defRPr sz="2100" b="0">
                <a:solidFill>
                  <a:srgbClr val="F3AAA5"/>
                </a:solidFill>
              </a:defRPr>
            </a:lvl9pPr>
          </a:lstStyle>
          <a:p xmlns:a="http://schemas.openxmlformats.org/drawingml/2006/main">
            <a:pPr>
              <a:defRPr sz="2100" b="0">
                <a:solidFill>
                  <a:srgbClr val="F3AAA5"/>
                </a:solidFill>
              </a:defRPr>
            </a:pPr>
            <a:r>
              <a:rPr sz="2100" b="0">
                <a:solidFill>
                  <a:srgbClr val="F3AAA5"/>
                </a:solidFill>
              </a:rPr>
              <a:t>Short review, then build in Colab</a:t>
            </a:r>
          </a:p>
        </p:txBody>
      </p:sp>
      <p:sp>
        <p:nvSpPr>
          <p:cNvPr id="5" name="">
            <a:extLst xmlns:a="http://schemas.openxmlformats.org/drawingml/2006/main">
              <a:ext uri="{FF2B5EF4-FFF2-40B4-BE49-F238E27FC236}">
                <a16:creationId xmlns:a16="http://schemas.microsoft.com/office/drawing/2014/main" id="{BC141915-A8E9-474A-9F17-3EE91DE33768}"/>
              </a:ext>
            </a:extLst>
          </p:cNvPr>
          <p:cNvSpPr>
            <a:spLocks xmlns:a="http://schemas.openxmlformats.org/drawingml/2006/main" noGrp="1"/>
          </p:cNvSpPr>
          <p:nvPr/>
        </p:nvSpPr>
        <p:spPr>
          <a:xfrm xmlns:a="http://schemas.openxmlformats.org/drawingml/2006/main">
            <a:off x="723900" y="6115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C4D7E2"/>
                </a:solidFill>
              </a:defRPr>
            </a:defPPr>
            <a:lvl1pPr>
              <a:defRPr sz="1200" b="0">
                <a:solidFill>
                  <a:srgbClr val="C4D7E2"/>
                </a:solidFill>
              </a:defRPr>
            </a:lvl1pPr>
            <a:lvl2pPr>
              <a:defRPr sz="1200" b="0">
                <a:solidFill>
                  <a:srgbClr val="C4D7E2"/>
                </a:solidFill>
              </a:defRPr>
            </a:lvl2pPr>
            <a:lvl3pPr>
              <a:defRPr sz="1200" b="0">
                <a:solidFill>
                  <a:srgbClr val="C4D7E2"/>
                </a:solidFill>
              </a:defRPr>
            </a:lvl3pPr>
            <a:lvl4pPr>
              <a:defRPr sz="1200" b="0">
                <a:solidFill>
                  <a:srgbClr val="C4D7E2"/>
                </a:solidFill>
              </a:defRPr>
            </a:lvl4pPr>
            <a:lvl5pPr>
              <a:defRPr sz="1200" b="0">
                <a:solidFill>
                  <a:srgbClr val="C4D7E2"/>
                </a:solidFill>
              </a:defRPr>
            </a:lvl5pPr>
            <a:lvl6pPr>
              <a:defRPr sz="1200" b="0">
                <a:solidFill>
                  <a:srgbClr val="C4D7E2"/>
                </a:solidFill>
              </a:defRPr>
            </a:lvl6pPr>
            <a:lvl7pPr>
              <a:defRPr sz="1200" b="0">
                <a:solidFill>
                  <a:srgbClr val="C4D7E2"/>
                </a:solidFill>
              </a:defRPr>
            </a:lvl7pPr>
            <a:lvl8pPr>
              <a:defRPr sz="1200" b="0">
                <a:solidFill>
                  <a:srgbClr val="C4D7E2"/>
                </a:solidFill>
              </a:defRPr>
            </a:lvl8pPr>
            <a:lvl9pPr>
              <a:defRPr sz="1200" b="0">
                <a:solidFill>
                  <a:srgbClr val="C4D7E2"/>
                </a:solidFill>
              </a:defRPr>
            </a:lvl9pPr>
          </a:lstStyle>
          <a:p xmlns:a="http://schemas.openxmlformats.org/drawingml/2006/main">
            <a:pPr>
              <a:defRPr sz="1200" b="0">
                <a:solidFill>
                  <a:srgbClr val="C4D7E2"/>
                </a:solidFill>
              </a:defRPr>
            </a:pPr>
            <a:r>
              <a:rPr sz="1200" b="0">
                <a:solidFill>
                  <a:srgbClr val="C4D7E2"/>
                </a:solidFill>
              </a:rPr>
              <a:t>9:00 AM to 1:00 PM</a:t>
            </a:r>
          </a:p>
        </p:txBody>
      </p:sp>
    </p:spTree>
    <p:extLst>
      <p:ext uri="{BB962C8B-B14F-4D97-AF65-F5344CB8AC3E}">
        <p14:creationId xmlns:p14="http://schemas.microsoft.com/office/powerpoint/2010/main" val="1126343646"/>
      </p:ext>
    </p:extLst>
  </p:cSld>
</p:sld>
</file>

<file path=ppt/slides/slide2.xml><?xml version="1.0" encoding="utf-8"?>
<p:sld xmlns:p="http://schemas.openxmlformats.org/presentationml/2006/main">
  <p:cSld>
    <p:bg>
      <p:bgPr>
        <a:solidFill xmlns:a="http://schemas.openxmlformats.org/drawingml/2006/main">
          <a:srgbClr val="FBED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96A5FE-E486-42D0-BBD5-69CD30362239}"/>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Review 1: values and types</a:t>
            </a:r>
          </a:p>
        </p:txBody>
      </p:sp>
      <p:sp>
        <p:nvSpPr>
          <p:cNvPr id="2" name="">
            <a:extLst xmlns:a="http://schemas.openxmlformats.org/drawingml/2006/main">
              <a:ext uri="{FF2B5EF4-FFF2-40B4-BE49-F238E27FC236}">
                <a16:creationId xmlns:a16="http://schemas.microsoft.com/office/drawing/2014/main" id="{3D5CC06C-7F3A-4473-9957-4976F7AB016B}"/>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Assume the user enters 20. Answer on paper before running.</a:t>
            </a:r>
          </a:p>
        </p:txBody>
      </p:sp>
      <p:sp>
        <p:nvSpPr>
          <p:cNvPr id="3" name="">
            <a:extLst xmlns:a="http://schemas.openxmlformats.org/drawingml/2006/main">
              <a:ext uri="{FF2B5EF4-FFF2-40B4-BE49-F238E27FC236}">
                <a16:creationId xmlns:a16="http://schemas.microsoft.com/office/drawing/2014/main" id="{AEAD7A45-BAE6-44E3-9EED-EE3CEC1B0A45}"/>
              </a:ext>
            </a:extLst>
          </p:cNvPr>
          <p:cNvSpPr>
            <a:spLocks xmlns:a="http://schemas.openxmlformats.org/drawingml/2006/main" noGrp="1"/>
          </p:cNvSpPr>
          <p:nvPr/>
        </p:nvSpPr>
        <p:spPr>
          <a:xfrm xmlns:a="http://schemas.openxmlformats.org/drawingml/2006/main">
            <a:off x="762000" y="1666875"/>
            <a:ext cx="5334000" cy="2476500"/>
          </a:xfrm>
          <a:prstGeom xmlns:a="http://schemas.openxmlformats.org/drawingml/2006/main" prst="roundRect">
            <a:avLst>
              <a:gd name="adj" fmla="val 3077"/>
            </a:avLst>
          </a:prstGeom>
          <a:solidFill xmlns:a="http://schemas.openxmlformats.org/drawingml/2006/main">
            <a:srgbClr val="0E2B4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4E55734-DC6E-4AB5-9BB5-C70A6BC5A270}"/>
              </a:ext>
            </a:extLst>
          </p:cNvPr>
          <p:cNvSpPr>
            <a:spLocks xmlns:a="http://schemas.openxmlformats.org/drawingml/2006/main" noGrp="1"/>
          </p:cNvSpPr>
          <p:nvPr/>
        </p:nvSpPr>
        <p:spPr>
          <a:xfrm xmlns:a="http://schemas.openxmlformats.org/drawingml/2006/main">
            <a:off x="990600" y="1838325"/>
            <a:ext cx="487680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DDF4E4"/>
                </a:solidFill>
              </a:defRPr>
            </a:defPPr>
            <a:lvl1pPr>
              <a:defRPr sz="1575" b="0">
                <a:solidFill>
                  <a:srgbClr val="DDF4E4"/>
                </a:solidFill>
              </a:defRPr>
            </a:lvl1pPr>
            <a:lvl2pPr>
              <a:defRPr sz="1575" b="0">
                <a:solidFill>
                  <a:srgbClr val="DDF4E4"/>
                </a:solidFill>
              </a:defRPr>
            </a:lvl2pPr>
            <a:lvl3pPr>
              <a:defRPr sz="1575" b="0">
                <a:solidFill>
                  <a:srgbClr val="DDF4E4"/>
                </a:solidFill>
              </a:defRPr>
            </a:lvl3pPr>
            <a:lvl4pPr>
              <a:defRPr sz="1575" b="0">
                <a:solidFill>
                  <a:srgbClr val="DDF4E4"/>
                </a:solidFill>
              </a:defRPr>
            </a:lvl4pPr>
            <a:lvl5pPr>
              <a:defRPr sz="1575" b="0">
                <a:solidFill>
                  <a:srgbClr val="DDF4E4"/>
                </a:solidFill>
              </a:defRPr>
            </a:lvl5pPr>
            <a:lvl6pPr>
              <a:defRPr sz="1575" b="0">
                <a:solidFill>
                  <a:srgbClr val="DDF4E4"/>
                </a:solidFill>
              </a:defRPr>
            </a:lvl6pPr>
            <a:lvl7pPr>
              <a:defRPr sz="1575" b="0">
                <a:solidFill>
                  <a:srgbClr val="DDF4E4"/>
                </a:solidFill>
              </a:defRPr>
            </a:lvl7pPr>
            <a:lvl8pPr>
              <a:defRPr sz="1575" b="0">
                <a:solidFill>
                  <a:srgbClr val="DDF4E4"/>
                </a:solidFill>
              </a:defRPr>
            </a:lvl8pPr>
            <a:lvl9pPr>
              <a:defRPr sz="1575" b="0">
                <a:solidFill>
                  <a:srgbClr val="DDF4E4"/>
                </a:solidFill>
              </a:defRPr>
            </a:lvl9pPr>
          </a:lstStyle>
          <a:p xmlns:a="http://schemas.openxmlformats.org/drawingml/2006/main">
            <a:pPr>
              <a:defRPr sz="1575" b="0">
                <a:solidFill>
                  <a:srgbClr val="DDF4E4"/>
                </a:solidFill>
              </a:defRPr>
            </a:pPr>
            <a:r>
              <a:rPr sz="1575" b="0">
                <a:solidFill>
                  <a:srgbClr val="DDF4E4"/>
                </a:solidFill>
              </a:rPr>
              <a:t>minutes_text = input("Minutes: ")</a:t>
            </a:r>
          </a:p>
          <a:p xmlns:a="http://schemas.openxmlformats.org/drawingml/2006/main">
            <a:pPr>
              <a:defRPr sz="1575" b="0">
                <a:solidFill>
                  <a:srgbClr val="DDF4E4"/>
                </a:solidFill>
              </a:defRPr>
            </a:pPr>
            <a:r>
              <a:rPr sz="1575" b="0">
                <a:solidFill>
                  <a:srgbClr val="DDF4E4"/>
                </a:solidFill>
              </a:rPr>
              <a:t>minutes = int(minutes_text)</a:t>
            </a:r>
          </a:p>
          <a:p xmlns:a="http://schemas.openxmlformats.org/drawingml/2006/main">
            <a:pPr>
              <a:defRPr sz="1575" b="0">
                <a:solidFill>
                  <a:srgbClr val="DDF4E4"/>
                </a:solidFill>
              </a:defRPr>
            </a:pPr>
            <a:r>
              <a:rPr sz="1575" b="0">
                <a:solidFill>
                  <a:srgbClr val="DDF4E4"/>
                </a:solidFill>
              </a:rPr>
              <a:t>score = minutes + 5</a:t>
            </a:r>
          </a:p>
          <a:p xmlns:a="http://schemas.openxmlformats.org/drawingml/2006/main">
            <a:pPr>
              <a:defRPr sz="1575" b="0">
                <a:solidFill>
                  <a:srgbClr val="DDF4E4"/>
                </a:solidFill>
              </a:defRPr>
            </a:pPr>
            <a:r>
              <a:rPr sz="1575" b="0">
                <a:solidFill>
                  <a:srgbClr val="DDF4E4"/>
                </a:solidFill>
              </a:rPr>
              <a:t>print(score)</a:t>
            </a:r>
          </a:p>
        </p:txBody>
      </p:sp>
      <p:sp>
        <p:nvSpPr>
          <p:cNvPr id="5" name="">
            <a:extLst xmlns:a="http://schemas.openxmlformats.org/drawingml/2006/main">
              <a:ext uri="{FF2B5EF4-FFF2-40B4-BE49-F238E27FC236}">
                <a16:creationId xmlns:a16="http://schemas.microsoft.com/office/drawing/2014/main" id="{767054F7-190E-4D12-8D01-F6148B83A1F1}"/>
              </a:ext>
            </a:extLst>
          </p:cNvPr>
          <p:cNvSpPr>
            <a:spLocks xmlns:a="http://schemas.openxmlformats.org/drawingml/2006/main" noGrp="1"/>
          </p:cNvSpPr>
          <p:nvPr/>
        </p:nvSpPr>
        <p:spPr>
          <a:xfrm xmlns:a="http://schemas.openxmlformats.org/drawingml/2006/main">
            <a:off x="7000875" y="1762125"/>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1. What type does input() return?</a:t>
            </a:r>
          </a:p>
        </p:txBody>
      </p:sp>
      <p:sp>
        <p:nvSpPr>
          <p:cNvPr id="6" name="">
            <a:extLst xmlns:a="http://schemas.openxmlformats.org/drawingml/2006/main">
              <a:ext uri="{FF2B5EF4-FFF2-40B4-BE49-F238E27FC236}">
                <a16:creationId xmlns:a16="http://schemas.microsoft.com/office/drawing/2014/main" id="{64DEDD67-FD47-4A6D-9BF9-C9564824024B}"/>
              </a:ext>
            </a:extLst>
          </p:cNvPr>
          <p:cNvSpPr>
            <a:spLocks xmlns:a="http://schemas.openxmlformats.org/drawingml/2006/main" noGrp="1"/>
          </p:cNvSpPr>
          <p:nvPr/>
        </p:nvSpPr>
        <p:spPr>
          <a:xfrm xmlns:a="http://schemas.openxmlformats.org/drawingml/2006/main">
            <a:off x="7000875" y="26670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2. What does the code print?</a:t>
            </a:r>
          </a:p>
        </p:txBody>
      </p:sp>
      <p:sp>
        <p:nvSpPr>
          <p:cNvPr id="7" name="">
            <a:extLst xmlns:a="http://schemas.openxmlformats.org/drawingml/2006/main">
              <a:ext uri="{FF2B5EF4-FFF2-40B4-BE49-F238E27FC236}">
                <a16:creationId xmlns:a16="http://schemas.microsoft.com/office/drawing/2014/main" id="{C9EF5E5B-C1B5-4C20-A560-EBBD050CB88C}"/>
              </a:ext>
            </a:extLst>
          </p:cNvPr>
          <p:cNvSpPr>
            <a:spLocks xmlns:a="http://schemas.openxmlformats.org/drawingml/2006/main" noGrp="1"/>
          </p:cNvSpPr>
          <p:nvPr/>
        </p:nvSpPr>
        <p:spPr>
          <a:xfrm xmlns:a="http://schemas.openxmlformats.org/drawingml/2006/main">
            <a:off x="7000875" y="3571875"/>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3. Why does "20" + 5 fail?</a:t>
            </a:r>
          </a:p>
        </p:txBody>
      </p:sp>
      <p:sp>
        <p:nvSpPr>
          <p:cNvPr id="8" name="">
            <a:extLst xmlns:a="http://schemas.openxmlformats.org/drawingml/2006/main">
              <a:ext uri="{FF2B5EF4-FFF2-40B4-BE49-F238E27FC236}">
                <a16:creationId xmlns:a16="http://schemas.microsoft.com/office/drawing/2014/main" id="{130D466F-DBB4-45A9-B31D-F8C43BF067C4}"/>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9:00–9:06 | Direct review</a:t>
            </a:r>
          </a:p>
        </p:txBody>
      </p:sp>
    </p:spTree>
    <p:extLst>
      <p:ext uri="{BB962C8B-B14F-4D97-AF65-F5344CB8AC3E}">
        <p14:creationId xmlns:p14="http://schemas.microsoft.com/office/powerpoint/2010/main" val="7782831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1D414C-C6EF-49B4-B426-0261B7925D84}"/>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Review 2: decisions and loops</a:t>
            </a:r>
          </a:p>
        </p:txBody>
      </p:sp>
      <p:sp>
        <p:nvSpPr>
          <p:cNvPr id="2" name="">
            <a:extLst xmlns:a="http://schemas.openxmlformats.org/drawingml/2006/main">
              <a:ext uri="{FF2B5EF4-FFF2-40B4-BE49-F238E27FC236}">
                <a16:creationId xmlns:a16="http://schemas.microsoft.com/office/drawing/2014/main" id="{8CF574C0-CA3F-4A0F-95E2-281AE85CDA8B}"/>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Predict the branch and trace the accumulator</a:t>
            </a:r>
          </a:p>
        </p:txBody>
      </p:sp>
      <p:sp>
        <p:nvSpPr>
          <p:cNvPr id="3" name="">
            <a:extLst xmlns:a="http://schemas.openxmlformats.org/drawingml/2006/main">
              <a:ext uri="{FF2B5EF4-FFF2-40B4-BE49-F238E27FC236}">
                <a16:creationId xmlns:a16="http://schemas.microsoft.com/office/drawing/2014/main" id="{7E4D3F02-64A1-4D03-A7F9-4584160C9917}"/>
              </a:ext>
            </a:extLst>
          </p:cNvPr>
          <p:cNvSpPr>
            <a:spLocks xmlns:a="http://schemas.openxmlformats.org/drawingml/2006/main" noGrp="1"/>
          </p:cNvSpPr>
          <p:nvPr/>
        </p:nvSpPr>
        <p:spPr>
          <a:xfrm xmlns:a="http://schemas.openxmlformats.org/drawingml/2006/main">
            <a:off x="666750" y="1524000"/>
            <a:ext cx="4810125" cy="2428875"/>
          </a:xfrm>
          <a:prstGeom xmlns:a="http://schemas.openxmlformats.org/drawingml/2006/main" prst="roundRect">
            <a:avLst>
              <a:gd name="adj" fmla="val 3137"/>
            </a:avLst>
          </a:prstGeom>
          <a:solidFill xmlns:a="http://schemas.openxmlformats.org/drawingml/2006/main">
            <a:srgbClr val="0E2B4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64ED3F-D6D1-40A0-8A9E-180E246BDBA1}"/>
              </a:ext>
            </a:extLst>
          </p:cNvPr>
          <p:cNvSpPr>
            <a:spLocks xmlns:a="http://schemas.openxmlformats.org/drawingml/2006/main" noGrp="1"/>
          </p:cNvSpPr>
          <p:nvPr/>
        </p:nvSpPr>
        <p:spPr>
          <a:xfrm xmlns:a="http://schemas.openxmlformats.org/drawingml/2006/main">
            <a:off x="895350" y="1695450"/>
            <a:ext cx="4352925" cy="2124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DDF4E4"/>
                </a:solidFill>
              </a:defRPr>
            </a:defPPr>
            <a:lvl1pPr>
              <a:defRPr sz="1500" b="0">
                <a:solidFill>
                  <a:srgbClr val="DDF4E4"/>
                </a:solidFill>
              </a:defRPr>
            </a:lvl1pPr>
            <a:lvl2pPr>
              <a:defRPr sz="1500" b="0">
                <a:solidFill>
                  <a:srgbClr val="DDF4E4"/>
                </a:solidFill>
              </a:defRPr>
            </a:lvl2pPr>
            <a:lvl3pPr>
              <a:defRPr sz="1500" b="0">
                <a:solidFill>
                  <a:srgbClr val="DDF4E4"/>
                </a:solidFill>
              </a:defRPr>
            </a:lvl3pPr>
            <a:lvl4pPr>
              <a:defRPr sz="1500" b="0">
                <a:solidFill>
                  <a:srgbClr val="DDF4E4"/>
                </a:solidFill>
              </a:defRPr>
            </a:lvl4pPr>
            <a:lvl5pPr>
              <a:defRPr sz="1500" b="0">
                <a:solidFill>
                  <a:srgbClr val="DDF4E4"/>
                </a:solidFill>
              </a:defRPr>
            </a:lvl5pPr>
            <a:lvl6pPr>
              <a:defRPr sz="1500" b="0">
                <a:solidFill>
                  <a:srgbClr val="DDF4E4"/>
                </a:solidFill>
              </a:defRPr>
            </a:lvl6pPr>
            <a:lvl7pPr>
              <a:defRPr sz="1500" b="0">
                <a:solidFill>
                  <a:srgbClr val="DDF4E4"/>
                </a:solidFill>
              </a:defRPr>
            </a:lvl7pPr>
            <a:lvl8pPr>
              <a:defRPr sz="1500" b="0">
                <a:solidFill>
                  <a:srgbClr val="DDF4E4"/>
                </a:solidFill>
              </a:defRPr>
            </a:lvl8pPr>
            <a:lvl9pPr>
              <a:defRPr sz="1500" b="0">
                <a:solidFill>
                  <a:srgbClr val="DDF4E4"/>
                </a:solidFill>
              </a:defRPr>
            </a:lvl9pPr>
          </a:lstStyle>
          <a:p xmlns:a="http://schemas.openxmlformats.org/drawingml/2006/main">
            <a:pPr>
              <a:defRPr sz="1500" b="0">
                <a:solidFill>
                  <a:srgbClr val="DDF4E4"/>
                </a:solidFill>
              </a:defRPr>
            </a:pPr>
            <a:r>
              <a:rPr sz="1500" b="0">
                <a:solidFill>
                  <a:srgbClr val="DDF4E4"/>
                </a:solidFill>
              </a:rPr>
              <a:t>score = 7</a:t>
            </a:r>
          </a:p>
          <a:p xmlns:a="http://schemas.openxmlformats.org/drawingml/2006/main">
            <a:pPr>
              <a:defRPr sz="1500" b="0">
                <a:solidFill>
                  <a:srgbClr val="DDF4E4"/>
                </a:solidFill>
              </a:defRPr>
            </a:pPr>
            <a:r>
              <a:rPr sz="1500" b="0">
                <a:solidFill>
                  <a:srgbClr val="DDF4E4"/>
                </a:solidFill>
              </a:rPr>
              <a:t>if score &gt;= 7:</a:t>
            </a:r>
          </a:p>
          <a:p xmlns:a="http://schemas.openxmlformats.org/drawingml/2006/main">
            <a:pPr>
              <a:defRPr sz="1500" b="0">
                <a:solidFill>
                  <a:srgbClr val="DDF4E4"/>
                </a:solidFill>
              </a:defRPr>
            </a:pPr>
            <a:r>
              <a:rPr sz="1500" b="0">
                <a:solidFill>
                  <a:srgbClr val="DDF4E4"/>
                </a:solidFill>
              </a:rPr>
              <a:t>    print("Pass")</a:t>
            </a:r>
          </a:p>
          <a:p xmlns:a="http://schemas.openxmlformats.org/drawingml/2006/main">
            <a:pPr>
              <a:defRPr sz="1500" b="0">
                <a:solidFill>
                  <a:srgbClr val="DDF4E4"/>
                </a:solidFill>
              </a:defRPr>
            </a:pPr>
            <a:r>
              <a:rPr sz="1500" b="0">
                <a:solidFill>
                  <a:srgbClr val="DDF4E4"/>
                </a:solidFill>
              </a:rPr>
              <a:t>else:</a:t>
            </a:r>
          </a:p>
          <a:p xmlns:a="http://schemas.openxmlformats.org/drawingml/2006/main">
            <a:pPr>
              <a:defRPr sz="1500" b="0">
                <a:solidFill>
                  <a:srgbClr val="DDF4E4"/>
                </a:solidFill>
              </a:defRPr>
            </a:pPr>
            <a:r>
              <a:rPr sz="1500" b="0">
                <a:solidFill>
                  <a:srgbClr val="DDF4E4"/>
                </a:solidFill>
              </a:rPr>
              <a:t>    print("Try again")</a:t>
            </a:r>
          </a:p>
        </p:txBody>
      </p:sp>
      <p:sp>
        <p:nvSpPr>
          <p:cNvPr id="5" name="">
            <a:extLst xmlns:a="http://schemas.openxmlformats.org/drawingml/2006/main">
              <a:ext uri="{FF2B5EF4-FFF2-40B4-BE49-F238E27FC236}">
                <a16:creationId xmlns:a16="http://schemas.microsoft.com/office/drawing/2014/main" id="{FB00219F-B559-42B8-ADAA-59D7BB222BC1}"/>
              </a:ext>
            </a:extLst>
          </p:cNvPr>
          <p:cNvSpPr>
            <a:spLocks xmlns:a="http://schemas.openxmlformats.org/drawingml/2006/main" noGrp="1"/>
          </p:cNvSpPr>
          <p:nvPr/>
        </p:nvSpPr>
        <p:spPr>
          <a:xfrm xmlns:a="http://schemas.openxmlformats.org/drawingml/2006/main">
            <a:off x="6715125" y="1524000"/>
            <a:ext cx="4810125" cy="2428875"/>
          </a:xfrm>
          <a:prstGeom xmlns:a="http://schemas.openxmlformats.org/drawingml/2006/main" prst="roundRect">
            <a:avLst>
              <a:gd name="adj" fmla="val 3137"/>
            </a:avLst>
          </a:prstGeom>
          <a:solidFill xmlns:a="http://schemas.openxmlformats.org/drawingml/2006/main">
            <a:srgbClr val="0E2B4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B8222D9-F43D-4887-A451-14BB153A6908}"/>
              </a:ext>
            </a:extLst>
          </p:cNvPr>
          <p:cNvSpPr>
            <a:spLocks xmlns:a="http://schemas.openxmlformats.org/drawingml/2006/main" noGrp="1"/>
          </p:cNvSpPr>
          <p:nvPr/>
        </p:nvSpPr>
        <p:spPr>
          <a:xfrm xmlns:a="http://schemas.openxmlformats.org/drawingml/2006/main">
            <a:off x="6943725" y="1695450"/>
            <a:ext cx="4352925" cy="2124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DDF4E4"/>
                </a:solidFill>
              </a:defRPr>
            </a:defPPr>
            <a:lvl1pPr>
              <a:defRPr sz="1500" b="0">
                <a:solidFill>
                  <a:srgbClr val="DDF4E4"/>
                </a:solidFill>
              </a:defRPr>
            </a:lvl1pPr>
            <a:lvl2pPr>
              <a:defRPr sz="1500" b="0">
                <a:solidFill>
                  <a:srgbClr val="DDF4E4"/>
                </a:solidFill>
              </a:defRPr>
            </a:lvl2pPr>
            <a:lvl3pPr>
              <a:defRPr sz="1500" b="0">
                <a:solidFill>
                  <a:srgbClr val="DDF4E4"/>
                </a:solidFill>
              </a:defRPr>
            </a:lvl3pPr>
            <a:lvl4pPr>
              <a:defRPr sz="1500" b="0">
                <a:solidFill>
                  <a:srgbClr val="DDF4E4"/>
                </a:solidFill>
              </a:defRPr>
            </a:lvl4pPr>
            <a:lvl5pPr>
              <a:defRPr sz="1500" b="0">
                <a:solidFill>
                  <a:srgbClr val="DDF4E4"/>
                </a:solidFill>
              </a:defRPr>
            </a:lvl5pPr>
            <a:lvl6pPr>
              <a:defRPr sz="1500" b="0">
                <a:solidFill>
                  <a:srgbClr val="DDF4E4"/>
                </a:solidFill>
              </a:defRPr>
            </a:lvl6pPr>
            <a:lvl7pPr>
              <a:defRPr sz="1500" b="0">
                <a:solidFill>
                  <a:srgbClr val="DDF4E4"/>
                </a:solidFill>
              </a:defRPr>
            </a:lvl7pPr>
            <a:lvl8pPr>
              <a:defRPr sz="1500" b="0">
                <a:solidFill>
                  <a:srgbClr val="DDF4E4"/>
                </a:solidFill>
              </a:defRPr>
            </a:lvl8pPr>
            <a:lvl9pPr>
              <a:defRPr sz="1500" b="0">
                <a:solidFill>
                  <a:srgbClr val="DDF4E4"/>
                </a:solidFill>
              </a:defRPr>
            </a:lvl9pPr>
          </a:lstStyle>
          <a:p xmlns:a="http://schemas.openxmlformats.org/drawingml/2006/main">
            <a:pPr>
              <a:defRPr sz="1500" b="0">
                <a:solidFill>
                  <a:srgbClr val="DDF4E4"/>
                </a:solidFill>
              </a:defRPr>
            </a:pPr>
            <a:r>
              <a:rPr sz="1500" b="0">
                <a:solidFill>
                  <a:srgbClr val="DDF4E4"/>
                </a:solidFill>
              </a:rPr>
              <a:t>scores = [4, 7, 8]</a:t>
            </a:r>
          </a:p>
          <a:p xmlns:a="http://schemas.openxmlformats.org/drawingml/2006/main">
            <a:pPr>
              <a:defRPr sz="1500" b="0">
                <a:solidFill>
                  <a:srgbClr val="DDF4E4"/>
                </a:solidFill>
              </a:defRPr>
            </a:pPr>
            <a:r>
              <a:rPr sz="1500" b="0">
                <a:solidFill>
                  <a:srgbClr val="DDF4E4"/>
                </a:solidFill>
              </a:rPr>
              <a:t>total = 0</a:t>
            </a:r>
          </a:p>
          <a:p xmlns:a="http://schemas.openxmlformats.org/drawingml/2006/main">
            <a:pPr>
              <a:defRPr sz="1500" b="0">
                <a:solidFill>
                  <a:srgbClr val="DDF4E4"/>
                </a:solidFill>
              </a:defRPr>
            </a:pPr>
            <a:r>
              <a:rPr sz="1500" b="0">
                <a:solidFill>
                  <a:srgbClr val="DDF4E4"/>
                </a:solidFill>
              </a:rPr>
              <a:t>for score in scores:</a:t>
            </a:r>
          </a:p>
          <a:p xmlns:a="http://schemas.openxmlformats.org/drawingml/2006/main">
            <a:pPr>
              <a:defRPr sz="1500" b="0">
                <a:solidFill>
                  <a:srgbClr val="DDF4E4"/>
                </a:solidFill>
              </a:defRPr>
            </a:pPr>
            <a:r>
              <a:rPr sz="1500" b="0">
                <a:solidFill>
                  <a:srgbClr val="DDF4E4"/>
                </a:solidFill>
              </a:rPr>
              <a:t>    total = total + score</a:t>
            </a:r>
          </a:p>
        </p:txBody>
      </p:sp>
      <p:sp>
        <p:nvSpPr>
          <p:cNvPr id="7" name="">
            <a:extLst xmlns:a="http://schemas.openxmlformats.org/drawingml/2006/main">
              <a:ext uri="{FF2B5EF4-FFF2-40B4-BE49-F238E27FC236}">
                <a16:creationId xmlns:a16="http://schemas.microsoft.com/office/drawing/2014/main" id="{391C3260-600B-4FAD-A3CA-D4CF1A71F7A2}"/>
              </a:ext>
            </a:extLst>
          </p:cNvPr>
          <p:cNvSpPr>
            <a:spLocks xmlns:a="http://schemas.openxmlformats.org/drawingml/2006/main" noGrp="1"/>
          </p:cNvSpPr>
          <p:nvPr/>
        </p:nvSpPr>
        <p:spPr>
          <a:xfrm xmlns:a="http://schemas.openxmlformats.org/drawingml/2006/main">
            <a:off x="904875" y="4476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DF6665"/>
                </a:solidFill>
              </a:defRPr>
            </a:defPPr>
            <a:lvl1pPr>
              <a:defRPr sz="1800" b="1">
                <a:solidFill>
                  <a:srgbClr val="DF6665"/>
                </a:solidFill>
              </a:defRPr>
            </a:lvl1pPr>
            <a:lvl2pPr>
              <a:defRPr sz="1800" b="1">
                <a:solidFill>
                  <a:srgbClr val="DF6665"/>
                </a:solidFill>
              </a:defRPr>
            </a:lvl2pPr>
            <a:lvl3pPr>
              <a:defRPr sz="1800" b="1">
                <a:solidFill>
                  <a:srgbClr val="DF6665"/>
                </a:solidFill>
              </a:defRPr>
            </a:lvl3pPr>
            <a:lvl4pPr>
              <a:defRPr sz="1800" b="1">
                <a:solidFill>
                  <a:srgbClr val="DF6665"/>
                </a:solidFill>
              </a:defRPr>
            </a:lvl4pPr>
            <a:lvl5pPr>
              <a:defRPr sz="1800" b="1">
                <a:solidFill>
                  <a:srgbClr val="DF6665"/>
                </a:solidFill>
              </a:defRPr>
            </a:lvl5pPr>
            <a:lvl6pPr>
              <a:defRPr sz="1800" b="1">
                <a:solidFill>
                  <a:srgbClr val="DF6665"/>
                </a:solidFill>
              </a:defRPr>
            </a:lvl6pPr>
            <a:lvl7pPr>
              <a:defRPr sz="1800" b="1">
                <a:solidFill>
                  <a:srgbClr val="DF6665"/>
                </a:solidFill>
              </a:defRPr>
            </a:lvl7pPr>
            <a:lvl8pPr>
              <a:defRPr sz="1800" b="1">
                <a:solidFill>
                  <a:srgbClr val="DF6665"/>
                </a:solidFill>
              </a:defRPr>
            </a:lvl8pPr>
            <a:lvl9pPr>
              <a:defRPr sz="1800" b="1">
                <a:solidFill>
                  <a:srgbClr val="DF6665"/>
                </a:solidFill>
              </a:defRPr>
            </a:lvl9pPr>
          </a:lstStyle>
          <a:p xmlns:a="http://schemas.openxmlformats.org/drawingml/2006/main">
            <a:pPr>
              <a:defRPr sz="1800" b="1">
                <a:solidFill>
                  <a:srgbClr val="DF6665"/>
                </a:solidFill>
              </a:defRPr>
            </a:pPr>
            <a:r>
              <a:rPr sz="1800" b="1">
                <a:solidFill>
                  <a:srgbClr val="DF6665"/>
                </a:solidFill>
              </a:rPr>
              <a:t>4. What prints? Why?</a:t>
            </a:r>
          </a:p>
        </p:txBody>
      </p:sp>
      <p:sp>
        <p:nvSpPr>
          <p:cNvPr id="8" name="">
            <a:extLst xmlns:a="http://schemas.openxmlformats.org/drawingml/2006/main">
              <a:ext uri="{FF2B5EF4-FFF2-40B4-BE49-F238E27FC236}">
                <a16:creationId xmlns:a16="http://schemas.microsoft.com/office/drawing/2014/main" id="{D0E20F49-A20C-459C-A2FD-FE2B871A6593}"/>
              </a:ext>
            </a:extLst>
          </p:cNvPr>
          <p:cNvSpPr>
            <a:spLocks xmlns:a="http://schemas.openxmlformats.org/drawingml/2006/main" noGrp="1"/>
          </p:cNvSpPr>
          <p:nvPr/>
        </p:nvSpPr>
        <p:spPr>
          <a:xfrm xmlns:a="http://schemas.openxmlformats.org/drawingml/2006/main">
            <a:off x="904875" y="50482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5AA446"/>
                </a:solidFill>
              </a:defRPr>
            </a:defPPr>
            <a:lvl1pPr>
              <a:defRPr sz="1725" b="1">
                <a:solidFill>
                  <a:srgbClr val="5AA446"/>
                </a:solidFill>
              </a:defRPr>
            </a:lvl1pPr>
            <a:lvl2pPr>
              <a:defRPr sz="1725" b="1">
                <a:solidFill>
                  <a:srgbClr val="5AA446"/>
                </a:solidFill>
              </a:defRPr>
            </a:lvl2pPr>
            <a:lvl3pPr>
              <a:defRPr sz="1725" b="1">
                <a:solidFill>
                  <a:srgbClr val="5AA446"/>
                </a:solidFill>
              </a:defRPr>
            </a:lvl3pPr>
            <a:lvl4pPr>
              <a:defRPr sz="1725" b="1">
                <a:solidFill>
                  <a:srgbClr val="5AA446"/>
                </a:solidFill>
              </a:defRPr>
            </a:lvl4pPr>
            <a:lvl5pPr>
              <a:defRPr sz="1725" b="1">
                <a:solidFill>
                  <a:srgbClr val="5AA446"/>
                </a:solidFill>
              </a:defRPr>
            </a:lvl5pPr>
            <a:lvl6pPr>
              <a:defRPr sz="1725" b="1">
                <a:solidFill>
                  <a:srgbClr val="5AA446"/>
                </a:solidFill>
              </a:defRPr>
            </a:lvl6pPr>
            <a:lvl7pPr>
              <a:defRPr sz="1725" b="1">
                <a:solidFill>
                  <a:srgbClr val="5AA446"/>
                </a:solidFill>
              </a:defRPr>
            </a:lvl7pPr>
            <a:lvl8pPr>
              <a:defRPr sz="1725" b="1">
                <a:solidFill>
                  <a:srgbClr val="5AA446"/>
                </a:solidFill>
              </a:defRPr>
            </a:lvl8pPr>
            <a:lvl9pPr>
              <a:defRPr sz="1725" b="1">
                <a:solidFill>
                  <a:srgbClr val="5AA446"/>
                </a:solidFill>
              </a:defRPr>
            </a:lvl9pPr>
          </a:lstStyle>
          <a:p xmlns:a="http://schemas.openxmlformats.org/drawingml/2006/main">
            <a:pPr>
              <a:defRPr sz="1725" b="1">
                <a:solidFill>
                  <a:srgbClr val="5AA446"/>
                </a:solidFill>
              </a:defRPr>
            </a:pPr>
            <a:r>
              <a:rPr sz="1725" b="1">
                <a:solidFill>
                  <a:srgbClr val="5AA446"/>
                </a:solidFill>
              </a:rPr>
              <a:t>5. Which operator checks equality?</a:t>
            </a:r>
          </a:p>
        </p:txBody>
      </p:sp>
      <p:sp>
        <p:nvSpPr>
          <p:cNvPr id="9" name="">
            <a:extLst xmlns:a="http://schemas.openxmlformats.org/drawingml/2006/main">
              <a:ext uri="{FF2B5EF4-FFF2-40B4-BE49-F238E27FC236}">
                <a16:creationId xmlns:a16="http://schemas.microsoft.com/office/drawing/2014/main" id="{42D5CE48-C586-46F7-B306-01AE3CA8DEE0}"/>
              </a:ext>
            </a:extLst>
          </p:cNvPr>
          <p:cNvSpPr>
            <a:spLocks xmlns:a="http://schemas.openxmlformats.org/drawingml/2006/main" noGrp="1"/>
          </p:cNvSpPr>
          <p:nvPr/>
        </p:nvSpPr>
        <p:spPr>
          <a:xfrm xmlns:a="http://schemas.openxmlformats.org/drawingml/2006/main">
            <a:off x="6858000" y="4476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367D96"/>
                </a:solidFill>
              </a:defRPr>
            </a:defPPr>
            <a:lvl1pPr>
              <a:defRPr sz="1800" b="1">
                <a:solidFill>
                  <a:srgbClr val="367D96"/>
                </a:solidFill>
              </a:defRPr>
            </a:lvl1pPr>
            <a:lvl2pPr>
              <a:defRPr sz="1800" b="1">
                <a:solidFill>
                  <a:srgbClr val="367D96"/>
                </a:solidFill>
              </a:defRPr>
            </a:lvl2pPr>
            <a:lvl3pPr>
              <a:defRPr sz="1800" b="1">
                <a:solidFill>
                  <a:srgbClr val="367D96"/>
                </a:solidFill>
              </a:defRPr>
            </a:lvl3pPr>
            <a:lvl4pPr>
              <a:defRPr sz="1800" b="1">
                <a:solidFill>
                  <a:srgbClr val="367D96"/>
                </a:solidFill>
              </a:defRPr>
            </a:lvl4pPr>
            <a:lvl5pPr>
              <a:defRPr sz="1800" b="1">
                <a:solidFill>
                  <a:srgbClr val="367D96"/>
                </a:solidFill>
              </a:defRPr>
            </a:lvl5pPr>
            <a:lvl6pPr>
              <a:defRPr sz="1800" b="1">
                <a:solidFill>
                  <a:srgbClr val="367D96"/>
                </a:solidFill>
              </a:defRPr>
            </a:lvl6pPr>
            <a:lvl7pPr>
              <a:defRPr sz="1800" b="1">
                <a:solidFill>
                  <a:srgbClr val="367D96"/>
                </a:solidFill>
              </a:defRPr>
            </a:lvl7pPr>
            <a:lvl8pPr>
              <a:defRPr sz="1800" b="1">
                <a:solidFill>
                  <a:srgbClr val="367D96"/>
                </a:solidFill>
              </a:defRPr>
            </a:lvl8pPr>
            <a:lvl9pPr>
              <a:defRPr sz="1800" b="1">
                <a:solidFill>
                  <a:srgbClr val="367D96"/>
                </a:solidFill>
              </a:defRPr>
            </a:lvl9pPr>
          </a:lstStyle>
          <a:p xmlns:a="http://schemas.openxmlformats.org/drawingml/2006/main">
            <a:pPr>
              <a:defRPr sz="1800" b="1">
                <a:solidFill>
                  <a:srgbClr val="367D96"/>
                </a:solidFill>
              </a:defRPr>
            </a:pPr>
            <a:r>
              <a:rPr sz="1800" b="1">
                <a:solidFill>
                  <a:srgbClr val="367D96"/>
                </a:solidFill>
              </a:rPr>
              <a:t>6. Trace total after each iteration.</a:t>
            </a:r>
          </a:p>
        </p:txBody>
      </p:sp>
      <p:sp>
        <p:nvSpPr>
          <p:cNvPr id="10" name="">
            <a:extLst xmlns:a="http://schemas.openxmlformats.org/drawingml/2006/main">
              <a:ext uri="{FF2B5EF4-FFF2-40B4-BE49-F238E27FC236}">
                <a16:creationId xmlns:a16="http://schemas.microsoft.com/office/drawing/2014/main" id="{ED71D82A-B85C-43AE-B451-5D17C3C5391A}"/>
              </a:ext>
            </a:extLst>
          </p:cNvPr>
          <p:cNvSpPr>
            <a:spLocks xmlns:a="http://schemas.openxmlformats.org/drawingml/2006/main" noGrp="1"/>
          </p:cNvSpPr>
          <p:nvPr/>
        </p:nvSpPr>
        <p:spPr>
          <a:xfrm xmlns:a="http://schemas.openxmlformats.org/drawingml/2006/main">
            <a:off x="6858000" y="50482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E9197"/>
                </a:solidFill>
              </a:defRPr>
            </a:defPPr>
            <a:lvl1pPr>
              <a:defRPr sz="1725" b="1">
                <a:solidFill>
                  <a:srgbClr val="3E9197"/>
                </a:solidFill>
              </a:defRPr>
            </a:lvl1pPr>
            <a:lvl2pPr>
              <a:defRPr sz="1725" b="1">
                <a:solidFill>
                  <a:srgbClr val="3E9197"/>
                </a:solidFill>
              </a:defRPr>
            </a:lvl2pPr>
            <a:lvl3pPr>
              <a:defRPr sz="1725" b="1">
                <a:solidFill>
                  <a:srgbClr val="3E9197"/>
                </a:solidFill>
              </a:defRPr>
            </a:lvl3pPr>
            <a:lvl4pPr>
              <a:defRPr sz="1725" b="1">
                <a:solidFill>
                  <a:srgbClr val="3E9197"/>
                </a:solidFill>
              </a:defRPr>
            </a:lvl4pPr>
            <a:lvl5pPr>
              <a:defRPr sz="1725" b="1">
                <a:solidFill>
                  <a:srgbClr val="3E9197"/>
                </a:solidFill>
              </a:defRPr>
            </a:lvl5pPr>
            <a:lvl6pPr>
              <a:defRPr sz="1725" b="1">
                <a:solidFill>
                  <a:srgbClr val="3E9197"/>
                </a:solidFill>
              </a:defRPr>
            </a:lvl6pPr>
            <a:lvl7pPr>
              <a:defRPr sz="1725" b="1">
                <a:solidFill>
                  <a:srgbClr val="3E9197"/>
                </a:solidFill>
              </a:defRPr>
            </a:lvl7pPr>
            <a:lvl8pPr>
              <a:defRPr sz="1725" b="1">
                <a:solidFill>
                  <a:srgbClr val="3E9197"/>
                </a:solidFill>
              </a:defRPr>
            </a:lvl8pPr>
            <a:lvl9pPr>
              <a:defRPr sz="1725" b="1">
                <a:solidFill>
                  <a:srgbClr val="3E9197"/>
                </a:solidFill>
              </a:defRPr>
            </a:lvl9pPr>
          </a:lstStyle>
          <a:p xmlns:a="http://schemas.openxmlformats.org/drawingml/2006/main">
            <a:pPr>
              <a:defRPr sz="1725" b="1">
                <a:solidFill>
                  <a:srgbClr val="3E9197"/>
                </a:solidFill>
              </a:defRPr>
            </a:pPr>
            <a:r>
              <a:rPr sz="1725" b="1">
                <a:solidFill>
                  <a:srgbClr val="3E9197"/>
                </a:solidFill>
              </a:rPr>
              <a:t>7. Which loop retries invalid input?</a:t>
            </a:r>
          </a:p>
        </p:txBody>
      </p:sp>
      <p:sp>
        <p:nvSpPr>
          <p:cNvPr id="11" name="">
            <a:extLst xmlns:a="http://schemas.openxmlformats.org/drawingml/2006/main">
              <a:ext uri="{FF2B5EF4-FFF2-40B4-BE49-F238E27FC236}">
                <a16:creationId xmlns:a16="http://schemas.microsoft.com/office/drawing/2014/main" id="{43EB312C-4E5B-40F4-BE14-6AD2682E3670}"/>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9:06–9:13 | Direct review</a:t>
            </a:r>
          </a:p>
        </p:txBody>
      </p:sp>
    </p:spTree>
    <p:extLst>
      <p:ext uri="{BB962C8B-B14F-4D97-AF65-F5344CB8AC3E}">
        <p14:creationId xmlns:p14="http://schemas.microsoft.com/office/powerpoint/2010/main" val="1433832303"/>
      </p:ext>
    </p:extLst>
  </p:cSld>
</p:sld>
</file>

<file path=ppt/slides/slide4.xml><?xml version="1.0" encoding="utf-8"?>
<p:sld xmlns:p="http://schemas.openxmlformats.org/presentationml/2006/main">
  <p:cSld>
    <p:bg>
      <p:bgPr>
        <a:solidFill xmlns:a="http://schemas.openxmlformats.org/drawingml/2006/main">
          <a:srgbClr val="EAF3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55AABB2-B8CA-496E-88B8-5157662ED16F}"/>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Review 3: functions</a:t>
            </a:r>
          </a:p>
        </p:txBody>
      </p:sp>
      <p:sp>
        <p:nvSpPr>
          <p:cNvPr id="2" name="">
            <a:extLst xmlns:a="http://schemas.openxmlformats.org/drawingml/2006/main">
              <a:ext uri="{FF2B5EF4-FFF2-40B4-BE49-F238E27FC236}">
                <a16:creationId xmlns:a16="http://schemas.microsoft.com/office/drawing/2014/main" id="{2EAB8B64-1808-4453-BFF5-2D28E278C49D}"/>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Trace the argument, parameter, and return value</a:t>
            </a:r>
          </a:p>
        </p:txBody>
      </p:sp>
      <p:sp>
        <p:nvSpPr>
          <p:cNvPr id="3" name="">
            <a:extLst xmlns:a="http://schemas.openxmlformats.org/drawingml/2006/main">
              <a:ext uri="{FF2B5EF4-FFF2-40B4-BE49-F238E27FC236}">
                <a16:creationId xmlns:a16="http://schemas.microsoft.com/office/drawing/2014/main" id="{1DE9D926-FA33-4DBD-BAC3-CEC6D7E29E23}"/>
              </a:ext>
            </a:extLst>
          </p:cNvPr>
          <p:cNvSpPr>
            <a:spLocks xmlns:a="http://schemas.openxmlformats.org/drawingml/2006/main" noGrp="1"/>
          </p:cNvSpPr>
          <p:nvPr/>
        </p:nvSpPr>
        <p:spPr>
          <a:xfrm xmlns:a="http://schemas.openxmlformats.org/drawingml/2006/main">
            <a:off x="762000" y="1666875"/>
            <a:ext cx="5429250" cy="2667000"/>
          </a:xfrm>
          <a:prstGeom xmlns:a="http://schemas.openxmlformats.org/drawingml/2006/main" prst="roundRect">
            <a:avLst>
              <a:gd name="adj" fmla="val 2857"/>
            </a:avLst>
          </a:prstGeom>
          <a:solidFill xmlns:a="http://schemas.openxmlformats.org/drawingml/2006/main">
            <a:srgbClr val="0E2B4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F1F276-ABAF-4325-9DF2-0CAE795B9615}"/>
              </a:ext>
            </a:extLst>
          </p:cNvPr>
          <p:cNvSpPr>
            <a:spLocks xmlns:a="http://schemas.openxmlformats.org/drawingml/2006/main" noGrp="1"/>
          </p:cNvSpPr>
          <p:nvPr/>
        </p:nvSpPr>
        <p:spPr>
          <a:xfrm xmlns:a="http://schemas.openxmlformats.org/drawingml/2006/main">
            <a:off x="990600" y="1838325"/>
            <a:ext cx="497205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DDF4E4"/>
                </a:solidFill>
              </a:defRPr>
            </a:defPPr>
            <a:lvl1pPr>
              <a:defRPr sz="1650" b="0">
                <a:solidFill>
                  <a:srgbClr val="DDF4E4"/>
                </a:solidFill>
              </a:defRPr>
            </a:lvl1pPr>
            <a:lvl2pPr>
              <a:defRPr sz="1650" b="0">
                <a:solidFill>
                  <a:srgbClr val="DDF4E4"/>
                </a:solidFill>
              </a:defRPr>
            </a:lvl2pPr>
            <a:lvl3pPr>
              <a:defRPr sz="1650" b="0">
                <a:solidFill>
                  <a:srgbClr val="DDF4E4"/>
                </a:solidFill>
              </a:defRPr>
            </a:lvl3pPr>
            <a:lvl4pPr>
              <a:defRPr sz="1650" b="0">
                <a:solidFill>
                  <a:srgbClr val="DDF4E4"/>
                </a:solidFill>
              </a:defRPr>
            </a:lvl4pPr>
            <a:lvl5pPr>
              <a:defRPr sz="1650" b="0">
                <a:solidFill>
                  <a:srgbClr val="DDF4E4"/>
                </a:solidFill>
              </a:defRPr>
            </a:lvl5pPr>
            <a:lvl6pPr>
              <a:defRPr sz="1650" b="0">
                <a:solidFill>
                  <a:srgbClr val="DDF4E4"/>
                </a:solidFill>
              </a:defRPr>
            </a:lvl6pPr>
            <a:lvl7pPr>
              <a:defRPr sz="1650" b="0">
                <a:solidFill>
                  <a:srgbClr val="DDF4E4"/>
                </a:solidFill>
              </a:defRPr>
            </a:lvl7pPr>
            <a:lvl8pPr>
              <a:defRPr sz="1650" b="0">
                <a:solidFill>
                  <a:srgbClr val="DDF4E4"/>
                </a:solidFill>
              </a:defRPr>
            </a:lvl8pPr>
            <a:lvl9pPr>
              <a:defRPr sz="1650" b="0">
                <a:solidFill>
                  <a:srgbClr val="DDF4E4"/>
                </a:solidFill>
              </a:defRPr>
            </a:lvl9pPr>
          </a:lstStyle>
          <a:p xmlns:a="http://schemas.openxmlformats.org/drawingml/2006/main">
            <a:pPr>
              <a:defRPr sz="1650" b="0">
                <a:solidFill>
                  <a:srgbClr val="DDF4E4"/>
                </a:solidFill>
              </a:defRPr>
            </a:pPr>
            <a:r>
              <a:rPr sz="1650" b="0">
                <a:solidFill>
                  <a:srgbClr val="DDF4E4"/>
                </a:solidFill>
              </a:rPr>
              <a:t>def add_bonus(score):</a:t>
            </a:r>
          </a:p>
          <a:p xmlns:a="http://schemas.openxmlformats.org/drawingml/2006/main">
            <a:pPr>
              <a:defRPr sz="1650" b="0">
                <a:solidFill>
                  <a:srgbClr val="DDF4E4"/>
                </a:solidFill>
              </a:defRPr>
            </a:pPr>
            <a:r>
              <a:rPr sz="1650" b="0">
                <a:solidFill>
                  <a:srgbClr val="DDF4E4"/>
                </a:solidFill>
              </a:rPr>
              <a:t>    return score + 2</a:t>
            </a:r>
          </a:p>
          <a:p xmlns:a="http://schemas.openxmlformats.org/drawingml/2006/main">
            <a:r>
              <a:t/>
            </a:r>
          </a:p>
          <a:p xmlns:a="http://schemas.openxmlformats.org/drawingml/2006/main">
            <a:pPr>
              <a:defRPr sz="1650" b="0">
                <a:solidFill>
                  <a:srgbClr val="DDF4E4"/>
                </a:solidFill>
              </a:defRPr>
            </a:pPr>
            <a:r>
              <a:rPr sz="1650" b="0">
                <a:solidFill>
                  <a:srgbClr val="DDF4E4"/>
                </a:solidFill>
              </a:rPr>
              <a:t>result = add_bonus(6)</a:t>
            </a:r>
          </a:p>
          <a:p xmlns:a="http://schemas.openxmlformats.org/drawingml/2006/main">
            <a:pPr>
              <a:defRPr sz="1650" b="0">
                <a:solidFill>
                  <a:srgbClr val="DDF4E4"/>
                </a:solidFill>
              </a:defRPr>
            </a:pPr>
            <a:r>
              <a:rPr sz="1650" b="0">
                <a:solidFill>
                  <a:srgbClr val="DDF4E4"/>
                </a:solidFill>
              </a:rPr>
              <a:t>print(result)</a:t>
            </a:r>
          </a:p>
        </p:txBody>
      </p:sp>
      <p:sp>
        <p:nvSpPr>
          <p:cNvPr id="5" name="">
            <a:extLst xmlns:a="http://schemas.openxmlformats.org/drawingml/2006/main">
              <a:ext uri="{FF2B5EF4-FFF2-40B4-BE49-F238E27FC236}">
                <a16:creationId xmlns:a16="http://schemas.microsoft.com/office/drawing/2014/main" id="{90548309-98D2-4F17-A580-1A055C206C55}"/>
              </a:ext>
            </a:extLst>
          </p:cNvPr>
          <p:cNvSpPr>
            <a:spLocks xmlns:a="http://schemas.openxmlformats.org/drawingml/2006/main" noGrp="1"/>
          </p:cNvSpPr>
          <p:nvPr/>
        </p:nvSpPr>
        <p:spPr>
          <a:xfrm xmlns:a="http://schemas.openxmlformats.org/drawingml/2006/main">
            <a:off x="7096125" y="18097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8. What is the argument?</a:t>
            </a:r>
          </a:p>
        </p:txBody>
      </p:sp>
      <p:sp>
        <p:nvSpPr>
          <p:cNvPr id="6" name="">
            <a:extLst xmlns:a="http://schemas.openxmlformats.org/drawingml/2006/main">
              <a:ext uri="{FF2B5EF4-FFF2-40B4-BE49-F238E27FC236}">
                <a16:creationId xmlns:a16="http://schemas.microsoft.com/office/drawing/2014/main" id="{3FBB5BC8-2495-4AB0-90FE-CCBAEA82910C}"/>
              </a:ext>
            </a:extLst>
          </p:cNvPr>
          <p:cNvSpPr>
            <a:spLocks xmlns:a="http://schemas.openxmlformats.org/drawingml/2006/main" noGrp="1"/>
          </p:cNvSpPr>
          <p:nvPr/>
        </p:nvSpPr>
        <p:spPr>
          <a:xfrm xmlns:a="http://schemas.openxmlformats.org/drawingml/2006/main">
            <a:off x="7096125" y="25241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9. What is the parameter?</a:t>
            </a:r>
          </a:p>
        </p:txBody>
      </p:sp>
      <p:sp>
        <p:nvSpPr>
          <p:cNvPr id="7" name="">
            <a:extLst xmlns:a="http://schemas.openxmlformats.org/drawingml/2006/main">
              <a:ext uri="{FF2B5EF4-FFF2-40B4-BE49-F238E27FC236}">
                <a16:creationId xmlns:a16="http://schemas.microsoft.com/office/drawing/2014/main" id="{30495787-E2B9-4598-B15A-98E0D42CCD6A}"/>
              </a:ext>
            </a:extLst>
          </p:cNvPr>
          <p:cNvSpPr>
            <a:spLocks xmlns:a="http://schemas.openxmlformats.org/drawingml/2006/main" noGrp="1"/>
          </p:cNvSpPr>
          <p:nvPr/>
        </p:nvSpPr>
        <p:spPr>
          <a:xfrm xmlns:a="http://schemas.openxmlformats.org/drawingml/2006/main">
            <a:off x="7096125" y="32385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7324D"/>
                </a:solidFill>
              </a:defRPr>
            </a:defPPr>
            <a:lvl1pPr>
              <a:defRPr sz="1800" b="0">
                <a:solidFill>
                  <a:srgbClr val="17324D"/>
                </a:solidFill>
              </a:defRPr>
            </a:lvl1pPr>
            <a:lvl2pPr>
              <a:defRPr sz="1800" b="0">
                <a:solidFill>
                  <a:srgbClr val="17324D"/>
                </a:solidFill>
              </a:defRPr>
            </a:lvl2pPr>
            <a:lvl3pPr>
              <a:defRPr sz="1800" b="0">
                <a:solidFill>
                  <a:srgbClr val="17324D"/>
                </a:solidFill>
              </a:defRPr>
            </a:lvl3pPr>
            <a:lvl4pPr>
              <a:defRPr sz="1800" b="0">
                <a:solidFill>
                  <a:srgbClr val="17324D"/>
                </a:solidFill>
              </a:defRPr>
            </a:lvl4pPr>
            <a:lvl5pPr>
              <a:defRPr sz="1800" b="0">
                <a:solidFill>
                  <a:srgbClr val="17324D"/>
                </a:solidFill>
              </a:defRPr>
            </a:lvl5pPr>
            <a:lvl6pPr>
              <a:defRPr sz="1800" b="0">
                <a:solidFill>
                  <a:srgbClr val="17324D"/>
                </a:solidFill>
              </a:defRPr>
            </a:lvl6pPr>
            <a:lvl7pPr>
              <a:defRPr sz="1800" b="0">
                <a:solidFill>
                  <a:srgbClr val="17324D"/>
                </a:solidFill>
              </a:defRPr>
            </a:lvl7pPr>
            <a:lvl8pPr>
              <a:defRPr sz="1800" b="0">
                <a:solidFill>
                  <a:srgbClr val="17324D"/>
                </a:solidFill>
              </a:defRPr>
            </a:lvl8pPr>
            <a:lvl9pPr>
              <a:defRPr sz="1800" b="0">
                <a:solidFill>
                  <a:srgbClr val="17324D"/>
                </a:solidFill>
              </a:defRPr>
            </a:lvl9pPr>
          </a:lstStyle>
          <a:p xmlns:a="http://schemas.openxmlformats.org/drawingml/2006/main">
            <a:pPr>
              <a:defRPr sz="1800" b="0">
                <a:solidFill>
                  <a:srgbClr val="17324D"/>
                </a:solidFill>
              </a:defRPr>
            </a:pPr>
            <a:r>
              <a:rPr sz="1800" b="0">
                <a:solidFill>
                  <a:srgbClr val="17324D"/>
                </a:solidFill>
              </a:rPr>
              <a:t>10. What value returns?</a:t>
            </a:r>
          </a:p>
        </p:txBody>
      </p:sp>
      <p:sp>
        <p:nvSpPr>
          <p:cNvPr id="8" name="">
            <a:extLst xmlns:a="http://schemas.openxmlformats.org/drawingml/2006/main">
              <a:ext uri="{FF2B5EF4-FFF2-40B4-BE49-F238E27FC236}">
                <a16:creationId xmlns:a16="http://schemas.microsoft.com/office/drawing/2014/main" id="{426E8F25-7CBA-4F16-8316-6384CB197E34}"/>
              </a:ext>
            </a:extLst>
          </p:cNvPr>
          <p:cNvSpPr>
            <a:spLocks xmlns:a="http://schemas.openxmlformats.org/drawingml/2006/main" noGrp="1"/>
          </p:cNvSpPr>
          <p:nvPr/>
        </p:nvSpPr>
        <p:spPr>
          <a:xfrm xmlns:a="http://schemas.openxmlformats.org/drawingml/2006/main">
            <a:off x="7096125" y="400050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DF6665"/>
                </a:solidFill>
              </a:defRPr>
            </a:defPPr>
            <a:lvl1pPr>
              <a:defRPr sz="1800" b="1">
                <a:solidFill>
                  <a:srgbClr val="DF6665"/>
                </a:solidFill>
              </a:defRPr>
            </a:lvl1pPr>
            <a:lvl2pPr>
              <a:defRPr sz="1800" b="1">
                <a:solidFill>
                  <a:srgbClr val="DF6665"/>
                </a:solidFill>
              </a:defRPr>
            </a:lvl2pPr>
            <a:lvl3pPr>
              <a:defRPr sz="1800" b="1">
                <a:solidFill>
                  <a:srgbClr val="DF6665"/>
                </a:solidFill>
              </a:defRPr>
            </a:lvl3pPr>
            <a:lvl4pPr>
              <a:defRPr sz="1800" b="1">
                <a:solidFill>
                  <a:srgbClr val="DF6665"/>
                </a:solidFill>
              </a:defRPr>
            </a:lvl4pPr>
            <a:lvl5pPr>
              <a:defRPr sz="1800" b="1">
                <a:solidFill>
                  <a:srgbClr val="DF6665"/>
                </a:solidFill>
              </a:defRPr>
            </a:lvl5pPr>
            <a:lvl6pPr>
              <a:defRPr sz="1800" b="1">
                <a:solidFill>
                  <a:srgbClr val="DF6665"/>
                </a:solidFill>
              </a:defRPr>
            </a:lvl6pPr>
            <a:lvl7pPr>
              <a:defRPr sz="1800" b="1">
                <a:solidFill>
                  <a:srgbClr val="DF6665"/>
                </a:solidFill>
              </a:defRPr>
            </a:lvl7pPr>
            <a:lvl8pPr>
              <a:defRPr sz="1800" b="1">
                <a:solidFill>
                  <a:srgbClr val="DF6665"/>
                </a:solidFill>
              </a:defRPr>
            </a:lvl8pPr>
            <a:lvl9pPr>
              <a:defRPr sz="1800" b="1">
                <a:solidFill>
                  <a:srgbClr val="DF6665"/>
                </a:solidFill>
              </a:defRPr>
            </a:lvl9pPr>
          </a:lstStyle>
          <a:p xmlns:a="http://schemas.openxmlformats.org/drawingml/2006/main">
            <a:pPr>
              <a:defRPr sz="1800" b="1">
                <a:solidFill>
                  <a:srgbClr val="DF6665"/>
                </a:solidFill>
              </a:defRPr>
            </a:pPr>
            <a:r>
              <a:rPr sz="1800" b="1">
                <a:solidFill>
                  <a:srgbClr val="DF6665"/>
                </a:solidFill>
              </a:rPr>
              <a:t>How does return differ from print()?</a:t>
            </a:r>
          </a:p>
        </p:txBody>
      </p:sp>
      <p:sp>
        <p:nvSpPr>
          <p:cNvPr id="9" name="">
            <a:extLst xmlns:a="http://schemas.openxmlformats.org/drawingml/2006/main">
              <a:ext uri="{FF2B5EF4-FFF2-40B4-BE49-F238E27FC236}">
                <a16:creationId xmlns:a16="http://schemas.microsoft.com/office/drawing/2014/main" id="{9E32062D-9002-4C7C-AD3B-7C41BC39B207}"/>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9:13–9:20 | Direct review</a:t>
            </a:r>
          </a:p>
        </p:txBody>
      </p:sp>
    </p:spTree>
    <p:extLst>
      <p:ext uri="{BB962C8B-B14F-4D97-AF65-F5344CB8AC3E}">
        <p14:creationId xmlns:p14="http://schemas.microsoft.com/office/powerpoint/2010/main" val="1703847996"/>
      </p:ext>
    </p:extLst>
  </p:cSld>
</p:sld>
</file>

<file path=ppt/slides/slide5.xml><?xml version="1.0" encoding="utf-8"?>
<p:sld xmlns:p="http://schemas.openxmlformats.org/presentationml/2006/main">
  <p:cSld>
    <p:bg>
      <p:bgPr>
        <a:solidFill xmlns:a="http://schemas.openxmlformats.org/drawingml/2006/main">
          <a:srgbClr val="15375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3FB43B-0539-4C6B-BF59-273392564A00}"/>
              </a:ext>
            </a:extLst>
          </p:cNvPr>
          <p:cNvSpPr>
            <a:spLocks xmlns:a="http://schemas.openxmlformats.org/drawingml/2006/main" noGrp="1"/>
          </p:cNvSpPr>
          <p:nvPr/>
        </p:nvSpPr>
        <p:spPr>
          <a:xfrm xmlns:a="http://schemas.openxmlformats.org/drawingml/2006/main">
            <a:off x="685800" y="45720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FFFFFF"/>
                </a:solidFill>
              </a:defRPr>
            </a:defPPr>
            <a:lvl1pPr>
              <a:defRPr sz="2625" b="1">
                <a:solidFill>
                  <a:srgbClr val="FFFFFF"/>
                </a:solidFill>
              </a:defRPr>
            </a:lvl1pPr>
            <a:lvl2pPr>
              <a:defRPr sz="2625" b="1">
                <a:solidFill>
                  <a:srgbClr val="FFFFFF"/>
                </a:solidFill>
              </a:defRPr>
            </a:lvl2pPr>
            <a:lvl3pPr>
              <a:defRPr sz="2625" b="1">
                <a:solidFill>
                  <a:srgbClr val="FFFFFF"/>
                </a:solidFill>
              </a:defRPr>
            </a:lvl3pPr>
            <a:lvl4pPr>
              <a:defRPr sz="2625" b="1">
                <a:solidFill>
                  <a:srgbClr val="FFFFFF"/>
                </a:solidFill>
              </a:defRPr>
            </a:lvl4pPr>
            <a:lvl5pPr>
              <a:defRPr sz="2625" b="1">
                <a:solidFill>
                  <a:srgbClr val="FFFFFF"/>
                </a:solidFill>
              </a:defRPr>
            </a:lvl5pPr>
            <a:lvl6pPr>
              <a:defRPr sz="2625" b="1">
                <a:solidFill>
                  <a:srgbClr val="FFFFFF"/>
                </a:solidFill>
              </a:defRPr>
            </a:lvl6pPr>
            <a:lvl7pPr>
              <a:defRPr sz="2625" b="1">
                <a:solidFill>
                  <a:srgbClr val="FFFFFF"/>
                </a:solidFill>
              </a:defRPr>
            </a:lvl7pPr>
            <a:lvl8pPr>
              <a:defRPr sz="2625" b="1">
                <a:solidFill>
                  <a:srgbClr val="FFFFFF"/>
                </a:solidFill>
              </a:defRPr>
            </a:lvl8pPr>
            <a:lvl9pPr>
              <a:defRPr sz="2625" b="1">
                <a:solidFill>
                  <a:srgbClr val="FFFFFF"/>
                </a:solidFill>
              </a:defRPr>
            </a:lvl9pPr>
          </a:lstStyle>
          <a:p xmlns:a="http://schemas.openxmlformats.org/drawingml/2006/main">
            <a:pPr>
              <a:defRPr sz="2625" b="1">
                <a:solidFill>
                  <a:srgbClr val="FFFFFF"/>
                </a:solidFill>
              </a:defRPr>
            </a:pPr>
            <a:r>
              <a:rPr sz="2625" b="1">
                <a:solidFill>
                  <a:srgbClr val="FFFFFF"/>
                </a:solidFill>
              </a:rPr>
              <a:t>What a computer provides</a:t>
            </a:r>
          </a:p>
        </p:txBody>
      </p:sp>
      <p:sp>
        <p:nvSpPr>
          <p:cNvPr id="2" name="">
            <a:extLst xmlns:a="http://schemas.openxmlformats.org/drawingml/2006/main">
              <a:ext uri="{FF2B5EF4-FFF2-40B4-BE49-F238E27FC236}">
                <a16:creationId xmlns:a16="http://schemas.microsoft.com/office/drawing/2014/main" id="{9EF0364A-5B95-4995-A0AE-CA0AD16D665D}"/>
              </a:ext>
            </a:extLst>
          </p:cNvPr>
          <p:cNvSpPr>
            <a:spLocks xmlns:a="http://schemas.openxmlformats.org/drawingml/2006/main" noGrp="1"/>
          </p:cNvSpPr>
          <p:nvPr/>
        </p:nvSpPr>
        <p:spPr>
          <a:xfrm xmlns:a="http://schemas.openxmlformats.org/drawingml/2006/main">
            <a:off x="904875" y="15716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F1AAA4"/>
                </a:solidFill>
              </a:defRPr>
            </a:defPPr>
            <a:lvl1pPr algn="ctr">
              <a:defRPr sz="1650" b="1">
                <a:solidFill>
                  <a:srgbClr val="F1AAA4"/>
                </a:solidFill>
              </a:defRPr>
            </a:lvl1pPr>
            <a:lvl2pPr algn="ctr">
              <a:defRPr sz="1650" b="1">
                <a:solidFill>
                  <a:srgbClr val="F1AAA4"/>
                </a:solidFill>
              </a:defRPr>
            </a:lvl2pPr>
            <a:lvl3pPr algn="ctr">
              <a:defRPr sz="1650" b="1">
                <a:solidFill>
                  <a:srgbClr val="F1AAA4"/>
                </a:solidFill>
              </a:defRPr>
            </a:lvl3pPr>
            <a:lvl4pPr algn="ctr">
              <a:defRPr sz="1650" b="1">
                <a:solidFill>
                  <a:srgbClr val="F1AAA4"/>
                </a:solidFill>
              </a:defRPr>
            </a:lvl4pPr>
            <a:lvl5pPr algn="ctr">
              <a:defRPr sz="1650" b="1">
                <a:solidFill>
                  <a:srgbClr val="F1AAA4"/>
                </a:solidFill>
              </a:defRPr>
            </a:lvl5pPr>
            <a:lvl6pPr algn="ctr">
              <a:defRPr sz="1650" b="1">
                <a:solidFill>
                  <a:srgbClr val="F1AAA4"/>
                </a:solidFill>
              </a:defRPr>
            </a:lvl6pPr>
            <a:lvl7pPr algn="ctr">
              <a:defRPr sz="1650" b="1">
                <a:solidFill>
                  <a:srgbClr val="F1AAA4"/>
                </a:solidFill>
              </a:defRPr>
            </a:lvl7pPr>
            <a:lvl8pPr algn="ctr">
              <a:defRPr sz="1650" b="1">
                <a:solidFill>
                  <a:srgbClr val="F1AAA4"/>
                </a:solidFill>
              </a:defRPr>
            </a:lvl8pPr>
            <a:lvl9pPr algn="ctr">
              <a:defRPr sz="1650" b="1">
                <a:solidFill>
                  <a:srgbClr val="F1AAA4"/>
                </a:solidFill>
              </a:defRPr>
            </a:lvl9pPr>
          </a:lstStyle>
          <a:p xmlns:a="http://schemas.openxmlformats.org/drawingml/2006/main">
            <a:pPr algn="ctr">
              <a:defRPr sz="1650" b="1">
                <a:solidFill>
                  <a:srgbClr val="F1AAA4"/>
                </a:solidFill>
              </a:defRPr>
            </a:pPr>
            <a:r>
              <a:rPr sz="1650" b="1">
                <a:solidFill>
                  <a:srgbClr val="F1AAA4"/>
                </a:solidFill>
              </a:rPr>
              <a:t>COMPUTE</a:t>
            </a:r>
          </a:p>
        </p:txBody>
      </p:sp>
      <p:sp>
        <p:nvSpPr>
          <p:cNvPr id="3" name="">
            <a:extLst xmlns:a="http://schemas.openxmlformats.org/drawingml/2006/main">
              <a:ext uri="{FF2B5EF4-FFF2-40B4-BE49-F238E27FC236}">
                <a16:creationId xmlns:a16="http://schemas.microsoft.com/office/drawing/2014/main" id="{E4624341-B1FB-4998-9545-FB6D91C190FF}"/>
              </a:ext>
            </a:extLst>
          </p:cNvPr>
          <p:cNvSpPr>
            <a:spLocks xmlns:a="http://schemas.openxmlformats.org/drawingml/2006/main" noGrp="1"/>
          </p:cNvSpPr>
          <p:nvPr/>
        </p:nvSpPr>
        <p:spPr>
          <a:xfrm xmlns:a="http://schemas.openxmlformats.org/drawingml/2006/main">
            <a:off x="714375" y="214312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A processor follows</a:t>
            </a:r>
          </a:p>
          <a:p xmlns:a="http://schemas.openxmlformats.org/drawingml/2006/main">
            <a:pPr algn="ctr">
              <a:defRPr sz="1875" b="0">
                <a:solidFill>
                  <a:srgbClr val="FFFFFF"/>
                </a:solidFill>
              </a:defRPr>
            </a:pPr>
            <a:r>
              <a:rPr sz="1875" b="0">
                <a:solidFill>
                  <a:srgbClr val="FFFFFF"/>
                </a:solidFill>
              </a:rPr>
              <a:t>program instructions</a:t>
            </a:r>
          </a:p>
        </p:txBody>
      </p:sp>
      <p:sp>
        <p:nvSpPr>
          <p:cNvPr id="4" name="">
            <a:extLst xmlns:a="http://schemas.openxmlformats.org/drawingml/2006/main">
              <a:ext uri="{FF2B5EF4-FFF2-40B4-BE49-F238E27FC236}">
                <a16:creationId xmlns:a16="http://schemas.microsoft.com/office/drawing/2014/main" id="{065A24EB-BE69-4EE6-BF39-7F0A896AA6DE}"/>
              </a:ext>
            </a:extLst>
          </p:cNvPr>
          <p:cNvSpPr>
            <a:spLocks xmlns:a="http://schemas.openxmlformats.org/drawingml/2006/main" noGrp="1"/>
          </p:cNvSpPr>
          <p:nvPr/>
        </p:nvSpPr>
        <p:spPr>
          <a:xfrm xmlns:a="http://schemas.openxmlformats.org/drawingml/2006/main">
            <a:off x="3667125" y="15716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A6D698"/>
                </a:solidFill>
              </a:defRPr>
            </a:defPPr>
            <a:lvl1pPr algn="ctr">
              <a:defRPr sz="1650" b="1">
                <a:solidFill>
                  <a:srgbClr val="A6D698"/>
                </a:solidFill>
              </a:defRPr>
            </a:lvl1pPr>
            <a:lvl2pPr algn="ctr">
              <a:defRPr sz="1650" b="1">
                <a:solidFill>
                  <a:srgbClr val="A6D698"/>
                </a:solidFill>
              </a:defRPr>
            </a:lvl2pPr>
            <a:lvl3pPr algn="ctr">
              <a:defRPr sz="1650" b="1">
                <a:solidFill>
                  <a:srgbClr val="A6D698"/>
                </a:solidFill>
              </a:defRPr>
            </a:lvl3pPr>
            <a:lvl4pPr algn="ctr">
              <a:defRPr sz="1650" b="1">
                <a:solidFill>
                  <a:srgbClr val="A6D698"/>
                </a:solidFill>
              </a:defRPr>
            </a:lvl4pPr>
            <a:lvl5pPr algn="ctr">
              <a:defRPr sz="1650" b="1">
                <a:solidFill>
                  <a:srgbClr val="A6D698"/>
                </a:solidFill>
              </a:defRPr>
            </a:lvl5pPr>
            <a:lvl6pPr algn="ctr">
              <a:defRPr sz="1650" b="1">
                <a:solidFill>
                  <a:srgbClr val="A6D698"/>
                </a:solidFill>
              </a:defRPr>
            </a:lvl6pPr>
            <a:lvl7pPr algn="ctr">
              <a:defRPr sz="1650" b="1">
                <a:solidFill>
                  <a:srgbClr val="A6D698"/>
                </a:solidFill>
              </a:defRPr>
            </a:lvl7pPr>
            <a:lvl8pPr algn="ctr">
              <a:defRPr sz="1650" b="1">
                <a:solidFill>
                  <a:srgbClr val="A6D698"/>
                </a:solidFill>
              </a:defRPr>
            </a:lvl8pPr>
            <a:lvl9pPr algn="ctr">
              <a:defRPr sz="1650" b="1">
                <a:solidFill>
                  <a:srgbClr val="A6D698"/>
                </a:solidFill>
              </a:defRPr>
            </a:lvl9pPr>
          </a:lstStyle>
          <a:p xmlns:a="http://schemas.openxmlformats.org/drawingml/2006/main">
            <a:pPr algn="ctr">
              <a:defRPr sz="1650" b="1">
                <a:solidFill>
                  <a:srgbClr val="A6D698"/>
                </a:solidFill>
              </a:defRPr>
            </a:pPr>
            <a:r>
              <a:rPr sz="1650" b="1">
                <a:solidFill>
                  <a:srgbClr val="A6D698"/>
                </a:solidFill>
              </a:rPr>
              <a:t>MEMORY</a:t>
            </a:r>
          </a:p>
        </p:txBody>
      </p:sp>
      <p:sp>
        <p:nvSpPr>
          <p:cNvPr id="5" name="">
            <a:extLst xmlns:a="http://schemas.openxmlformats.org/drawingml/2006/main">
              <a:ext uri="{FF2B5EF4-FFF2-40B4-BE49-F238E27FC236}">
                <a16:creationId xmlns:a16="http://schemas.microsoft.com/office/drawing/2014/main" id="{78EBA203-E73A-4830-98E0-ECF1AF197169}"/>
              </a:ext>
            </a:extLst>
          </p:cNvPr>
          <p:cNvSpPr>
            <a:spLocks xmlns:a="http://schemas.openxmlformats.org/drawingml/2006/main" noGrp="1"/>
          </p:cNvSpPr>
          <p:nvPr/>
        </p:nvSpPr>
        <p:spPr>
          <a:xfrm xmlns:a="http://schemas.openxmlformats.org/drawingml/2006/main">
            <a:off x="3476625" y="214312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Working space for</a:t>
            </a:r>
          </a:p>
          <a:p xmlns:a="http://schemas.openxmlformats.org/drawingml/2006/main">
            <a:pPr algn="ctr">
              <a:defRPr sz="1875" b="0">
                <a:solidFill>
                  <a:srgbClr val="FFFFFF"/>
                </a:solidFill>
              </a:defRPr>
            </a:pPr>
            <a:r>
              <a:rPr sz="1875" b="0">
                <a:solidFill>
                  <a:srgbClr val="FFFFFF"/>
                </a:solidFill>
              </a:rPr>
              <a:t>running programs</a:t>
            </a:r>
          </a:p>
        </p:txBody>
      </p:sp>
      <p:sp>
        <p:nvSpPr>
          <p:cNvPr id="6" name="">
            <a:extLst xmlns:a="http://schemas.openxmlformats.org/drawingml/2006/main">
              <a:ext uri="{FF2B5EF4-FFF2-40B4-BE49-F238E27FC236}">
                <a16:creationId xmlns:a16="http://schemas.microsoft.com/office/drawing/2014/main" id="{1E24C049-472A-45C0-8F13-287B59F53B6D}"/>
              </a:ext>
            </a:extLst>
          </p:cNvPr>
          <p:cNvSpPr>
            <a:spLocks xmlns:a="http://schemas.openxmlformats.org/drawingml/2006/main" noGrp="1"/>
          </p:cNvSpPr>
          <p:nvPr/>
        </p:nvSpPr>
        <p:spPr>
          <a:xfrm xmlns:a="http://schemas.openxmlformats.org/drawingml/2006/main">
            <a:off x="6429375" y="15716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9ED4D7"/>
                </a:solidFill>
              </a:defRPr>
            </a:defPPr>
            <a:lvl1pPr algn="ctr">
              <a:defRPr sz="1650" b="1">
                <a:solidFill>
                  <a:srgbClr val="9ED4D7"/>
                </a:solidFill>
              </a:defRPr>
            </a:lvl1pPr>
            <a:lvl2pPr algn="ctr">
              <a:defRPr sz="1650" b="1">
                <a:solidFill>
                  <a:srgbClr val="9ED4D7"/>
                </a:solidFill>
              </a:defRPr>
            </a:lvl2pPr>
            <a:lvl3pPr algn="ctr">
              <a:defRPr sz="1650" b="1">
                <a:solidFill>
                  <a:srgbClr val="9ED4D7"/>
                </a:solidFill>
              </a:defRPr>
            </a:lvl3pPr>
            <a:lvl4pPr algn="ctr">
              <a:defRPr sz="1650" b="1">
                <a:solidFill>
                  <a:srgbClr val="9ED4D7"/>
                </a:solidFill>
              </a:defRPr>
            </a:lvl4pPr>
            <a:lvl5pPr algn="ctr">
              <a:defRPr sz="1650" b="1">
                <a:solidFill>
                  <a:srgbClr val="9ED4D7"/>
                </a:solidFill>
              </a:defRPr>
            </a:lvl5pPr>
            <a:lvl6pPr algn="ctr">
              <a:defRPr sz="1650" b="1">
                <a:solidFill>
                  <a:srgbClr val="9ED4D7"/>
                </a:solidFill>
              </a:defRPr>
            </a:lvl6pPr>
            <a:lvl7pPr algn="ctr">
              <a:defRPr sz="1650" b="1">
                <a:solidFill>
                  <a:srgbClr val="9ED4D7"/>
                </a:solidFill>
              </a:defRPr>
            </a:lvl7pPr>
            <a:lvl8pPr algn="ctr">
              <a:defRPr sz="1650" b="1">
                <a:solidFill>
                  <a:srgbClr val="9ED4D7"/>
                </a:solidFill>
              </a:defRPr>
            </a:lvl8pPr>
            <a:lvl9pPr algn="ctr">
              <a:defRPr sz="1650" b="1">
                <a:solidFill>
                  <a:srgbClr val="9ED4D7"/>
                </a:solidFill>
              </a:defRPr>
            </a:lvl9pPr>
          </a:lstStyle>
          <a:p xmlns:a="http://schemas.openxmlformats.org/drawingml/2006/main">
            <a:pPr algn="ctr">
              <a:defRPr sz="1650" b="1">
                <a:solidFill>
                  <a:srgbClr val="9ED4D7"/>
                </a:solidFill>
              </a:defRPr>
            </a:pPr>
            <a:r>
              <a:rPr sz="1650" b="1">
                <a:solidFill>
                  <a:srgbClr val="9ED4D7"/>
                </a:solidFill>
              </a:rPr>
              <a:t>STORAGE</a:t>
            </a:r>
          </a:p>
        </p:txBody>
      </p:sp>
      <p:sp>
        <p:nvSpPr>
          <p:cNvPr id="7" name="">
            <a:extLst xmlns:a="http://schemas.openxmlformats.org/drawingml/2006/main">
              <a:ext uri="{FF2B5EF4-FFF2-40B4-BE49-F238E27FC236}">
                <a16:creationId xmlns:a16="http://schemas.microsoft.com/office/drawing/2014/main" id="{1947AAA9-62C4-4E56-8427-53CC8B67097B}"/>
              </a:ext>
            </a:extLst>
          </p:cNvPr>
          <p:cNvSpPr>
            <a:spLocks xmlns:a="http://schemas.openxmlformats.org/drawingml/2006/main" noGrp="1"/>
          </p:cNvSpPr>
          <p:nvPr/>
        </p:nvSpPr>
        <p:spPr>
          <a:xfrm xmlns:a="http://schemas.openxmlformats.org/drawingml/2006/main">
            <a:off x="6238875" y="214312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Keeps files after</a:t>
            </a:r>
          </a:p>
          <a:p xmlns:a="http://schemas.openxmlformats.org/drawingml/2006/main">
            <a:pPr algn="ctr">
              <a:defRPr sz="1875" b="0">
                <a:solidFill>
                  <a:srgbClr val="FFFFFF"/>
                </a:solidFill>
              </a:defRPr>
            </a:pPr>
            <a:r>
              <a:rPr sz="1875" b="0">
                <a:solidFill>
                  <a:srgbClr val="FFFFFF"/>
                </a:solidFill>
              </a:rPr>
              <a:t>power turns off</a:t>
            </a:r>
          </a:p>
        </p:txBody>
      </p:sp>
      <p:sp>
        <p:nvSpPr>
          <p:cNvPr id="8" name="">
            <a:extLst xmlns:a="http://schemas.openxmlformats.org/drawingml/2006/main">
              <a:ext uri="{FF2B5EF4-FFF2-40B4-BE49-F238E27FC236}">
                <a16:creationId xmlns:a16="http://schemas.microsoft.com/office/drawing/2014/main" id="{A32D87C2-EB59-4DA5-9253-1E3F60409431}"/>
              </a:ext>
            </a:extLst>
          </p:cNvPr>
          <p:cNvSpPr>
            <a:spLocks xmlns:a="http://schemas.openxmlformats.org/drawingml/2006/main" noGrp="1"/>
          </p:cNvSpPr>
          <p:nvPr/>
        </p:nvSpPr>
        <p:spPr>
          <a:xfrm xmlns:a="http://schemas.openxmlformats.org/drawingml/2006/main">
            <a:off x="9191625" y="15716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F5C777"/>
                </a:solidFill>
              </a:defRPr>
            </a:defPPr>
            <a:lvl1pPr algn="ctr">
              <a:defRPr sz="1650" b="1">
                <a:solidFill>
                  <a:srgbClr val="F5C777"/>
                </a:solidFill>
              </a:defRPr>
            </a:lvl1pPr>
            <a:lvl2pPr algn="ctr">
              <a:defRPr sz="1650" b="1">
                <a:solidFill>
                  <a:srgbClr val="F5C777"/>
                </a:solidFill>
              </a:defRPr>
            </a:lvl2pPr>
            <a:lvl3pPr algn="ctr">
              <a:defRPr sz="1650" b="1">
                <a:solidFill>
                  <a:srgbClr val="F5C777"/>
                </a:solidFill>
              </a:defRPr>
            </a:lvl3pPr>
            <a:lvl4pPr algn="ctr">
              <a:defRPr sz="1650" b="1">
                <a:solidFill>
                  <a:srgbClr val="F5C777"/>
                </a:solidFill>
              </a:defRPr>
            </a:lvl4pPr>
            <a:lvl5pPr algn="ctr">
              <a:defRPr sz="1650" b="1">
                <a:solidFill>
                  <a:srgbClr val="F5C777"/>
                </a:solidFill>
              </a:defRPr>
            </a:lvl5pPr>
            <a:lvl6pPr algn="ctr">
              <a:defRPr sz="1650" b="1">
                <a:solidFill>
                  <a:srgbClr val="F5C777"/>
                </a:solidFill>
              </a:defRPr>
            </a:lvl6pPr>
            <a:lvl7pPr algn="ctr">
              <a:defRPr sz="1650" b="1">
                <a:solidFill>
                  <a:srgbClr val="F5C777"/>
                </a:solidFill>
              </a:defRPr>
            </a:lvl7pPr>
            <a:lvl8pPr algn="ctr">
              <a:defRPr sz="1650" b="1">
                <a:solidFill>
                  <a:srgbClr val="F5C777"/>
                </a:solidFill>
              </a:defRPr>
            </a:lvl8pPr>
            <a:lvl9pPr algn="ctr">
              <a:defRPr sz="1650" b="1">
                <a:solidFill>
                  <a:srgbClr val="F5C777"/>
                </a:solidFill>
              </a:defRPr>
            </a:lvl9pPr>
          </a:lstStyle>
          <a:p xmlns:a="http://schemas.openxmlformats.org/drawingml/2006/main">
            <a:pPr algn="ctr">
              <a:defRPr sz="1650" b="1">
                <a:solidFill>
                  <a:srgbClr val="F5C777"/>
                </a:solidFill>
              </a:defRPr>
            </a:pPr>
            <a:r>
              <a:rPr sz="1650" b="1">
                <a:solidFill>
                  <a:srgbClr val="F5C777"/>
                </a:solidFill>
              </a:rPr>
              <a:t>NETWORK</a:t>
            </a:r>
          </a:p>
        </p:txBody>
      </p:sp>
      <p:sp>
        <p:nvSpPr>
          <p:cNvPr id="9" name="">
            <a:extLst xmlns:a="http://schemas.openxmlformats.org/drawingml/2006/main">
              <a:ext uri="{FF2B5EF4-FFF2-40B4-BE49-F238E27FC236}">
                <a16:creationId xmlns:a16="http://schemas.microsoft.com/office/drawing/2014/main" id="{E8DD0C6A-7B2C-4C63-947F-061B228E50C3}"/>
              </a:ext>
            </a:extLst>
          </p:cNvPr>
          <p:cNvSpPr>
            <a:spLocks xmlns:a="http://schemas.openxmlformats.org/drawingml/2006/main" noGrp="1"/>
          </p:cNvSpPr>
          <p:nvPr/>
        </p:nvSpPr>
        <p:spPr>
          <a:xfrm xmlns:a="http://schemas.openxmlformats.org/drawingml/2006/main">
            <a:off x="9001125" y="214312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Moves data between</a:t>
            </a:r>
          </a:p>
          <a:p xmlns:a="http://schemas.openxmlformats.org/drawingml/2006/main">
            <a:pPr algn="ctr">
              <a:defRPr sz="1875" b="0">
                <a:solidFill>
                  <a:srgbClr val="FFFFFF"/>
                </a:solidFill>
              </a:defRPr>
            </a:pPr>
            <a:r>
              <a:rPr sz="1875" b="0">
                <a:solidFill>
                  <a:srgbClr val="FFFFFF"/>
                </a:solidFill>
              </a:rPr>
              <a:t>computers</a:t>
            </a:r>
          </a:p>
        </p:txBody>
      </p:sp>
      <p:sp>
        <p:nvSpPr>
          <p:cNvPr id="10" name="">
            <a:extLst xmlns:a="http://schemas.openxmlformats.org/drawingml/2006/main">
              <a:ext uri="{FF2B5EF4-FFF2-40B4-BE49-F238E27FC236}">
                <a16:creationId xmlns:a16="http://schemas.microsoft.com/office/drawing/2014/main" id="{202E0FBA-C5CF-4346-9F25-ED8AC646D5CB}"/>
              </a:ext>
            </a:extLst>
          </p:cNvPr>
          <p:cNvSpPr>
            <a:spLocks xmlns:a="http://schemas.openxmlformats.org/drawingml/2006/main" noGrp="1"/>
          </p:cNvSpPr>
          <p:nvPr/>
        </p:nvSpPr>
        <p:spPr>
          <a:xfrm xmlns:a="http://schemas.openxmlformats.org/drawingml/2006/main">
            <a:off x="1381125" y="4429125"/>
            <a:ext cx="942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250" b="1">
                <a:solidFill>
                  <a:srgbClr val="FFFFFF"/>
                </a:solidFill>
              </a:defRPr>
            </a:defPPr>
            <a:lvl1pPr algn="ctr">
              <a:defRPr sz="2250" b="1">
                <a:solidFill>
                  <a:srgbClr val="FFFFFF"/>
                </a:solidFill>
              </a:defRPr>
            </a:lvl1pPr>
            <a:lvl2pPr algn="ctr">
              <a:defRPr sz="2250" b="1">
                <a:solidFill>
                  <a:srgbClr val="FFFFFF"/>
                </a:solidFill>
              </a:defRPr>
            </a:lvl2pPr>
            <a:lvl3pPr algn="ctr">
              <a:defRPr sz="2250" b="1">
                <a:solidFill>
                  <a:srgbClr val="FFFFFF"/>
                </a:solidFill>
              </a:defRPr>
            </a:lvl3pPr>
            <a:lvl4pPr algn="ctr">
              <a:defRPr sz="2250" b="1">
                <a:solidFill>
                  <a:srgbClr val="FFFFFF"/>
                </a:solidFill>
              </a:defRPr>
            </a:lvl4pPr>
            <a:lvl5pPr algn="ctr">
              <a:defRPr sz="2250" b="1">
                <a:solidFill>
                  <a:srgbClr val="FFFFFF"/>
                </a:solidFill>
              </a:defRPr>
            </a:lvl5pPr>
            <a:lvl6pPr algn="ctr">
              <a:defRPr sz="2250" b="1">
                <a:solidFill>
                  <a:srgbClr val="FFFFFF"/>
                </a:solidFill>
              </a:defRPr>
            </a:lvl6pPr>
            <a:lvl7pPr algn="ctr">
              <a:defRPr sz="2250" b="1">
                <a:solidFill>
                  <a:srgbClr val="FFFFFF"/>
                </a:solidFill>
              </a:defRPr>
            </a:lvl7pPr>
            <a:lvl8pPr algn="ctr">
              <a:defRPr sz="2250" b="1">
                <a:solidFill>
                  <a:srgbClr val="FFFFFF"/>
                </a:solidFill>
              </a:defRPr>
            </a:lvl8pPr>
            <a:lvl9pPr algn="ctr">
              <a:defRPr sz="2250" b="1">
                <a:solidFill>
                  <a:srgbClr val="FFFFFF"/>
                </a:solidFill>
              </a:defRPr>
            </a:lvl9pPr>
          </a:lstStyle>
          <a:p xmlns:a="http://schemas.openxmlformats.org/drawingml/2006/main">
            <a:pPr algn="ctr">
              <a:defRPr sz="2250" b="1">
                <a:solidFill>
                  <a:srgbClr val="FFFFFF"/>
                </a:solidFill>
              </a:defRPr>
            </a:pPr>
            <a:r>
              <a:rPr sz="2250" b="1">
                <a:solidFill>
                  <a:srgbClr val="FFFFFF"/>
                </a:solidFill>
              </a:rPr>
              <a:t>Every Python program uses some combination of these resources.</a:t>
            </a:r>
          </a:p>
        </p:txBody>
      </p:sp>
      <p:sp>
        <p:nvSpPr>
          <p:cNvPr id="11" name="">
            <a:extLst xmlns:a="http://schemas.openxmlformats.org/drawingml/2006/main">
              <a:ext uri="{FF2B5EF4-FFF2-40B4-BE49-F238E27FC236}">
                <a16:creationId xmlns:a16="http://schemas.microsoft.com/office/drawing/2014/main" id="{DBD1AC17-F96E-4F4D-9012-667E7F09E130}"/>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9:20–9:23 | Cloud mini-lesson</a:t>
            </a:r>
          </a:p>
        </p:txBody>
      </p:sp>
    </p:spTree>
    <p:extLst>
      <p:ext uri="{BB962C8B-B14F-4D97-AF65-F5344CB8AC3E}">
        <p14:creationId xmlns:p14="http://schemas.microsoft.com/office/powerpoint/2010/main" val="1219806448"/>
      </p:ext>
    </p:extLst>
  </p:cSld>
</p:sld>
</file>

<file path=ppt/slides/slide6.xml><?xml version="1.0" encoding="utf-8"?>
<p:sld xmlns:p="http://schemas.openxmlformats.org/presentationml/2006/main">
  <p:cSld>
    <p:bg>
      <p:bgPr>
        <a:solidFill xmlns:a="http://schemas.openxmlformats.org/drawingml/2006/main">
          <a:srgbClr val="EEF6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52BBE7-0799-46A8-97C0-138B748C0CD9}"/>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Raspberry Pi and cloud computers</a:t>
            </a:r>
          </a:p>
        </p:txBody>
      </p:sp>
      <p:sp>
        <p:nvSpPr>
          <p:cNvPr id="2" name="">
            <a:extLst xmlns:a="http://schemas.openxmlformats.org/drawingml/2006/main">
              <a:ext uri="{FF2B5EF4-FFF2-40B4-BE49-F238E27FC236}">
                <a16:creationId xmlns:a16="http://schemas.microsoft.com/office/drawing/2014/main" id="{23398108-5B12-49DF-898E-27DFBD72BF0C}"/>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The same basic resources at very different scales</a:t>
            </a:r>
          </a:p>
        </p:txBody>
      </p:sp>
      <p:sp>
        <p:nvSpPr>
          <p:cNvPr id="3" name="">
            <a:extLst xmlns:a="http://schemas.openxmlformats.org/drawingml/2006/main">
              <a:ext uri="{FF2B5EF4-FFF2-40B4-BE49-F238E27FC236}">
                <a16:creationId xmlns:a16="http://schemas.microsoft.com/office/drawing/2014/main" id="{B665E5A1-02F6-4752-B59C-08F286BE5A4A}"/>
              </a:ext>
            </a:extLst>
          </p:cNvPr>
          <p:cNvSpPr>
            <a:spLocks xmlns:a="http://schemas.openxmlformats.org/drawingml/2006/main" noGrp="1"/>
          </p:cNvSpPr>
          <p:nvPr/>
        </p:nvSpPr>
        <p:spPr>
          <a:xfrm xmlns:a="http://schemas.openxmlformats.org/drawingml/2006/main">
            <a:off x="1285875" y="1666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5AA446"/>
                </a:solidFill>
              </a:defRPr>
            </a:defPPr>
            <a:lvl1pPr algn="ctr">
              <a:defRPr sz="1950" b="1">
                <a:solidFill>
                  <a:srgbClr val="5AA446"/>
                </a:solidFill>
              </a:defRPr>
            </a:lvl1pPr>
            <a:lvl2pPr algn="ctr">
              <a:defRPr sz="1950" b="1">
                <a:solidFill>
                  <a:srgbClr val="5AA446"/>
                </a:solidFill>
              </a:defRPr>
            </a:lvl2pPr>
            <a:lvl3pPr algn="ctr">
              <a:defRPr sz="1950" b="1">
                <a:solidFill>
                  <a:srgbClr val="5AA446"/>
                </a:solidFill>
              </a:defRPr>
            </a:lvl3pPr>
            <a:lvl4pPr algn="ctr">
              <a:defRPr sz="1950" b="1">
                <a:solidFill>
                  <a:srgbClr val="5AA446"/>
                </a:solidFill>
              </a:defRPr>
            </a:lvl4pPr>
            <a:lvl5pPr algn="ctr">
              <a:defRPr sz="1950" b="1">
                <a:solidFill>
                  <a:srgbClr val="5AA446"/>
                </a:solidFill>
              </a:defRPr>
            </a:lvl5pPr>
            <a:lvl6pPr algn="ctr">
              <a:defRPr sz="1950" b="1">
                <a:solidFill>
                  <a:srgbClr val="5AA446"/>
                </a:solidFill>
              </a:defRPr>
            </a:lvl6pPr>
            <a:lvl7pPr algn="ctr">
              <a:defRPr sz="1950" b="1">
                <a:solidFill>
                  <a:srgbClr val="5AA446"/>
                </a:solidFill>
              </a:defRPr>
            </a:lvl7pPr>
            <a:lvl8pPr algn="ctr">
              <a:defRPr sz="1950" b="1">
                <a:solidFill>
                  <a:srgbClr val="5AA446"/>
                </a:solidFill>
              </a:defRPr>
            </a:lvl8pPr>
            <a:lvl9pPr algn="ctr">
              <a:defRPr sz="1950" b="1">
                <a:solidFill>
                  <a:srgbClr val="5AA446"/>
                </a:solidFill>
              </a:defRPr>
            </a:lvl9pPr>
          </a:lstStyle>
          <a:p xmlns:a="http://schemas.openxmlformats.org/drawingml/2006/main">
            <a:pPr algn="ctr">
              <a:defRPr sz="1950" b="1">
                <a:solidFill>
                  <a:srgbClr val="5AA446"/>
                </a:solidFill>
              </a:defRPr>
            </a:pPr>
            <a:r>
              <a:rPr sz="1950" b="1">
                <a:solidFill>
                  <a:srgbClr val="5AA446"/>
                </a:solidFill>
              </a:rPr>
              <a:t>RASPBERRY PI</a:t>
            </a:r>
          </a:p>
        </p:txBody>
      </p:sp>
      <p:sp>
        <p:nvSpPr>
          <p:cNvPr id="4" name="">
            <a:extLst xmlns:a="http://schemas.openxmlformats.org/drawingml/2006/main">
              <a:ext uri="{FF2B5EF4-FFF2-40B4-BE49-F238E27FC236}">
                <a16:creationId xmlns:a16="http://schemas.microsoft.com/office/drawing/2014/main" id="{BBFEF614-9321-459A-A55D-514DAADA435A}"/>
              </a:ext>
            </a:extLst>
          </p:cNvPr>
          <p:cNvSpPr>
            <a:spLocks xmlns:a="http://schemas.openxmlformats.org/drawingml/2006/main" noGrp="1"/>
          </p:cNvSpPr>
          <p:nvPr/>
        </p:nvSpPr>
        <p:spPr>
          <a:xfrm xmlns:a="http://schemas.openxmlformats.org/drawingml/2006/main">
            <a:off x="1190625" y="2333625"/>
            <a:ext cx="3619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17324D"/>
                </a:solidFill>
              </a:defRPr>
            </a:defPPr>
            <a:lvl1pPr algn="ctr">
              <a:defRPr sz="1875" b="0">
                <a:solidFill>
                  <a:srgbClr val="17324D"/>
                </a:solidFill>
              </a:defRPr>
            </a:lvl1pPr>
            <a:lvl2pPr algn="ctr">
              <a:defRPr sz="1875" b="0">
                <a:solidFill>
                  <a:srgbClr val="17324D"/>
                </a:solidFill>
              </a:defRPr>
            </a:lvl2pPr>
            <a:lvl3pPr algn="ctr">
              <a:defRPr sz="1875" b="0">
                <a:solidFill>
                  <a:srgbClr val="17324D"/>
                </a:solidFill>
              </a:defRPr>
            </a:lvl3pPr>
            <a:lvl4pPr algn="ctr">
              <a:defRPr sz="1875" b="0">
                <a:solidFill>
                  <a:srgbClr val="17324D"/>
                </a:solidFill>
              </a:defRPr>
            </a:lvl4pPr>
            <a:lvl5pPr algn="ctr">
              <a:defRPr sz="1875" b="0">
                <a:solidFill>
                  <a:srgbClr val="17324D"/>
                </a:solidFill>
              </a:defRPr>
            </a:lvl5pPr>
            <a:lvl6pPr algn="ctr">
              <a:defRPr sz="1875" b="0">
                <a:solidFill>
                  <a:srgbClr val="17324D"/>
                </a:solidFill>
              </a:defRPr>
            </a:lvl6pPr>
            <a:lvl7pPr algn="ctr">
              <a:defRPr sz="1875" b="0">
                <a:solidFill>
                  <a:srgbClr val="17324D"/>
                </a:solidFill>
              </a:defRPr>
            </a:lvl7pPr>
            <a:lvl8pPr algn="ctr">
              <a:defRPr sz="1875" b="0">
                <a:solidFill>
                  <a:srgbClr val="17324D"/>
                </a:solidFill>
              </a:defRPr>
            </a:lvl8pPr>
            <a:lvl9pPr algn="ctr">
              <a:defRPr sz="1875" b="0">
                <a:solidFill>
                  <a:srgbClr val="17324D"/>
                </a:solidFill>
              </a:defRPr>
            </a:lvl9pPr>
          </a:lstStyle>
          <a:p xmlns:a="http://schemas.openxmlformats.org/drawingml/2006/main">
            <a:pPr algn="ctr">
              <a:defRPr sz="1875" b="0">
                <a:solidFill>
                  <a:srgbClr val="17324D"/>
                </a:solidFill>
              </a:defRPr>
            </a:pPr>
            <a:r>
              <a:rPr sz="1875" b="0">
                <a:solidFill>
                  <a:srgbClr val="17324D"/>
                </a:solidFill>
              </a:rPr>
              <a:t>One small computer</a:t>
            </a:r>
          </a:p>
          <a:p xmlns:a="http://schemas.openxmlformats.org/drawingml/2006/main">
            <a:pPr algn="ctr">
              <a:defRPr sz="1875" b="0">
                <a:solidFill>
                  <a:srgbClr val="17324D"/>
                </a:solidFill>
              </a:defRPr>
            </a:pPr>
            <a:r>
              <a:rPr sz="1875" b="0">
                <a:solidFill>
                  <a:srgbClr val="17324D"/>
                </a:solidFill>
              </a:rPr>
              <a:t>You control the hardware</a:t>
            </a:r>
          </a:p>
          <a:p xmlns:a="http://schemas.openxmlformats.org/drawingml/2006/main">
            <a:pPr algn="ctr">
              <a:defRPr sz="1875" b="0">
                <a:solidFill>
                  <a:srgbClr val="17324D"/>
                </a:solidFill>
              </a:defRPr>
            </a:pPr>
            <a:r>
              <a:rPr sz="1875" b="0">
                <a:solidFill>
                  <a:srgbClr val="17324D"/>
                </a:solidFill>
              </a:rPr>
              <a:t>Usually serves a few tasks</a:t>
            </a:r>
          </a:p>
        </p:txBody>
      </p:sp>
      <p:sp>
        <p:nvSpPr>
          <p:cNvPr id="5" name="">
            <a:extLst xmlns:a="http://schemas.openxmlformats.org/drawingml/2006/main">
              <a:ext uri="{FF2B5EF4-FFF2-40B4-BE49-F238E27FC236}">
                <a16:creationId xmlns:a16="http://schemas.microsoft.com/office/drawing/2014/main" id="{BCF701FF-2604-477C-88F2-75F7669A58C0}"/>
              </a:ext>
            </a:extLst>
          </p:cNvPr>
          <p:cNvSpPr>
            <a:spLocks xmlns:a="http://schemas.openxmlformats.org/drawingml/2006/main" noGrp="1"/>
          </p:cNvSpPr>
          <p:nvPr/>
        </p:nvSpPr>
        <p:spPr>
          <a:xfrm xmlns:a="http://schemas.openxmlformats.org/drawingml/2006/main">
            <a:off x="7477125" y="1666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367D96"/>
                </a:solidFill>
              </a:defRPr>
            </a:defPPr>
            <a:lvl1pPr algn="ctr">
              <a:defRPr sz="1950" b="1">
                <a:solidFill>
                  <a:srgbClr val="367D96"/>
                </a:solidFill>
              </a:defRPr>
            </a:lvl1pPr>
            <a:lvl2pPr algn="ctr">
              <a:defRPr sz="1950" b="1">
                <a:solidFill>
                  <a:srgbClr val="367D96"/>
                </a:solidFill>
              </a:defRPr>
            </a:lvl2pPr>
            <a:lvl3pPr algn="ctr">
              <a:defRPr sz="1950" b="1">
                <a:solidFill>
                  <a:srgbClr val="367D96"/>
                </a:solidFill>
              </a:defRPr>
            </a:lvl3pPr>
            <a:lvl4pPr algn="ctr">
              <a:defRPr sz="1950" b="1">
                <a:solidFill>
                  <a:srgbClr val="367D96"/>
                </a:solidFill>
              </a:defRPr>
            </a:lvl4pPr>
            <a:lvl5pPr algn="ctr">
              <a:defRPr sz="1950" b="1">
                <a:solidFill>
                  <a:srgbClr val="367D96"/>
                </a:solidFill>
              </a:defRPr>
            </a:lvl5pPr>
            <a:lvl6pPr algn="ctr">
              <a:defRPr sz="1950" b="1">
                <a:solidFill>
                  <a:srgbClr val="367D96"/>
                </a:solidFill>
              </a:defRPr>
            </a:lvl6pPr>
            <a:lvl7pPr algn="ctr">
              <a:defRPr sz="1950" b="1">
                <a:solidFill>
                  <a:srgbClr val="367D96"/>
                </a:solidFill>
              </a:defRPr>
            </a:lvl7pPr>
            <a:lvl8pPr algn="ctr">
              <a:defRPr sz="1950" b="1">
                <a:solidFill>
                  <a:srgbClr val="367D96"/>
                </a:solidFill>
              </a:defRPr>
            </a:lvl8pPr>
            <a:lvl9pPr algn="ctr">
              <a:defRPr sz="1950" b="1">
                <a:solidFill>
                  <a:srgbClr val="367D96"/>
                </a:solidFill>
              </a:defRPr>
            </a:lvl9pPr>
          </a:lstStyle>
          <a:p xmlns:a="http://schemas.openxmlformats.org/drawingml/2006/main">
            <a:pPr algn="ctr">
              <a:defRPr sz="1950" b="1">
                <a:solidFill>
                  <a:srgbClr val="367D96"/>
                </a:solidFill>
              </a:defRPr>
            </a:pPr>
            <a:r>
              <a:rPr sz="1950" b="1">
                <a:solidFill>
                  <a:srgbClr val="367D96"/>
                </a:solidFill>
              </a:rPr>
              <a:t>CLOUD PROVIDER</a:t>
            </a:r>
          </a:p>
        </p:txBody>
      </p:sp>
      <p:sp>
        <p:nvSpPr>
          <p:cNvPr id="6" name="">
            <a:extLst xmlns:a="http://schemas.openxmlformats.org/drawingml/2006/main">
              <a:ext uri="{FF2B5EF4-FFF2-40B4-BE49-F238E27FC236}">
                <a16:creationId xmlns:a16="http://schemas.microsoft.com/office/drawing/2014/main" id="{CE2104F1-8F4A-4BBB-A805-47D7982CCE56}"/>
              </a:ext>
            </a:extLst>
          </p:cNvPr>
          <p:cNvSpPr>
            <a:spLocks xmlns:a="http://schemas.openxmlformats.org/drawingml/2006/main" noGrp="1"/>
          </p:cNvSpPr>
          <p:nvPr/>
        </p:nvSpPr>
        <p:spPr>
          <a:xfrm xmlns:a="http://schemas.openxmlformats.org/drawingml/2006/main">
            <a:off x="7381875" y="2333625"/>
            <a:ext cx="3619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17324D"/>
                </a:solidFill>
              </a:defRPr>
            </a:defPPr>
            <a:lvl1pPr algn="ctr">
              <a:defRPr sz="1875" b="0">
                <a:solidFill>
                  <a:srgbClr val="17324D"/>
                </a:solidFill>
              </a:defRPr>
            </a:lvl1pPr>
            <a:lvl2pPr algn="ctr">
              <a:defRPr sz="1875" b="0">
                <a:solidFill>
                  <a:srgbClr val="17324D"/>
                </a:solidFill>
              </a:defRPr>
            </a:lvl2pPr>
            <a:lvl3pPr algn="ctr">
              <a:defRPr sz="1875" b="0">
                <a:solidFill>
                  <a:srgbClr val="17324D"/>
                </a:solidFill>
              </a:defRPr>
            </a:lvl3pPr>
            <a:lvl4pPr algn="ctr">
              <a:defRPr sz="1875" b="0">
                <a:solidFill>
                  <a:srgbClr val="17324D"/>
                </a:solidFill>
              </a:defRPr>
            </a:lvl4pPr>
            <a:lvl5pPr algn="ctr">
              <a:defRPr sz="1875" b="0">
                <a:solidFill>
                  <a:srgbClr val="17324D"/>
                </a:solidFill>
              </a:defRPr>
            </a:lvl5pPr>
            <a:lvl6pPr algn="ctr">
              <a:defRPr sz="1875" b="0">
                <a:solidFill>
                  <a:srgbClr val="17324D"/>
                </a:solidFill>
              </a:defRPr>
            </a:lvl6pPr>
            <a:lvl7pPr algn="ctr">
              <a:defRPr sz="1875" b="0">
                <a:solidFill>
                  <a:srgbClr val="17324D"/>
                </a:solidFill>
              </a:defRPr>
            </a:lvl7pPr>
            <a:lvl8pPr algn="ctr">
              <a:defRPr sz="1875" b="0">
                <a:solidFill>
                  <a:srgbClr val="17324D"/>
                </a:solidFill>
              </a:defRPr>
            </a:lvl8pPr>
            <a:lvl9pPr algn="ctr">
              <a:defRPr sz="1875" b="0">
                <a:solidFill>
                  <a:srgbClr val="17324D"/>
                </a:solidFill>
              </a:defRPr>
            </a:lvl9pPr>
          </a:lstStyle>
          <a:p xmlns:a="http://schemas.openxmlformats.org/drawingml/2006/main">
            <a:pPr algn="ctr">
              <a:defRPr sz="1875" b="0">
                <a:solidFill>
                  <a:srgbClr val="17324D"/>
                </a:solidFill>
              </a:defRPr>
            </a:pPr>
            <a:r>
              <a:rPr sz="1875" b="0">
                <a:solidFill>
                  <a:srgbClr val="17324D"/>
                </a:solidFill>
              </a:rPr>
              <a:t>Many remote computers</a:t>
            </a:r>
          </a:p>
          <a:p xmlns:a="http://schemas.openxmlformats.org/drawingml/2006/main">
            <a:pPr algn="ctr">
              <a:defRPr sz="1875" b="0">
                <a:solidFill>
                  <a:srgbClr val="17324D"/>
                </a:solidFill>
              </a:defRPr>
            </a:pPr>
            <a:r>
              <a:rPr sz="1875" b="0">
                <a:solidFill>
                  <a:srgbClr val="17324D"/>
                </a:solidFill>
              </a:rPr>
              <a:t>The provider maintains them</a:t>
            </a:r>
          </a:p>
          <a:p xmlns:a="http://schemas.openxmlformats.org/drawingml/2006/main">
            <a:pPr algn="ctr">
              <a:defRPr sz="1875" b="0">
                <a:solidFill>
                  <a:srgbClr val="17324D"/>
                </a:solidFill>
              </a:defRPr>
            </a:pPr>
            <a:r>
              <a:rPr sz="1875" b="0">
                <a:solidFill>
                  <a:srgbClr val="17324D"/>
                </a:solidFill>
              </a:rPr>
              <a:t>Customers request resources</a:t>
            </a:r>
          </a:p>
        </p:txBody>
      </p:sp>
      <p:sp>
        <p:nvSpPr>
          <p:cNvPr id="7" name="">
            <a:extLst xmlns:a="http://schemas.openxmlformats.org/drawingml/2006/main">
              <a:ext uri="{FF2B5EF4-FFF2-40B4-BE49-F238E27FC236}">
                <a16:creationId xmlns:a16="http://schemas.microsoft.com/office/drawing/2014/main" id="{2ECE68F9-57DA-4C43-8905-BFA101EF1475}"/>
              </a:ext>
            </a:extLst>
          </p:cNvPr>
          <p:cNvSpPr>
            <a:spLocks xmlns:a="http://schemas.openxmlformats.org/drawingml/2006/main" noGrp="1"/>
          </p:cNvSpPr>
          <p:nvPr/>
        </p:nvSpPr>
        <p:spPr>
          <a:xfrm xmlns:a="http://schemas.openxmlformats.org/drawingml/2006/main">
            <a:off x="1476375" y="4762500"/>
            <a:ext cx="923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153752"/>
                </a:solidFill>
              </a:defRPr>
            </a:defPPr>
            <a:lvl1pPr algn="ctr">
              <a:defRPr sz="2175" b="1">
                <a:solidFill>
                  <a:srgbClr val="153752"/>
                </a:solidFill>
              </a:defRPr>
            </a:lvl1pPr>
            <a:lvl2pPr algn="ctr">
              <a:defRPr sz="2175" b="1">
                <a:solidFill>
                  <a:srgbClr val="153752"/>
                </a:solidFill>
              </a:defRPr>
            </a:lvl2pPr>
            <a:lvl3pPr algn="ctr">
              <a:defRPr sz="2175" b="1">
                <a:solidFill>
                  <a:srgbClr val="153752"/>
                </a:solidFill>
              </a:defRPr>
            </a:lvl3pPr>
            <a:lvl4pPr algn="ctr">
              <a:defRPr sz="2175" b="1">
                <a:solidFill>
                  <a:srgbClr val="153752"/>
                </a:solidFill>
              </a:defRPr>
            </a:lvl4pPr>
            <a:lvl5pPr algn="ctr">
              <a:defRPr sz="2175" b="1">
                <a:solidFill>
                  <a:srgbClr val="153752"/>
                </a:solidFill>
              </a:defRPr>
            </a:lvl5pPr>
            <a:lvl6pPr algn="ctr">
              <a:defRPr sz="2175" b="1">
                <a:solidFill>
                  <a:srgbClr val="153752"/>
                </a:solidFill>
              </a:defRPr>
            </a:lvl6pPr>
            <a:lvl7pPr algn="ctr">
              <a:defRPr sz="2175" b="1">
                <a:solidFill>
                  <a:srgbClr val="153752"/>
                </a:solidFill>
              </a:defRPr>
            </a:lvl7pPr>
            <a:lvl8pPr algn="ctr">
              <a:defRPr sz="2175" b="1">
                <a:solidFill>
                  <a:srgbClr val="153752"/>
                </a:solidFill>
              </a:defRPr>
            </a:lvl8pPr>
            <a:lvl9pPr algn="ctr">
              <a:defRPr sz="2175" b="1">
                <a:solidFill>
                  <a:srgbClr val="153752"/>
                </a:solidFill>
              </a:defRPr>
            </a:lvl9pPr>
          </a:lstStyle>
          <a:p xmlns:a="http://schemas.openxmlformats.org/drawingml/2006/main">
            <a:pPr algn="ctr">
              <a:defRPr sz="2175" b="1">
                <a:solidFill>
                  <a:srgbClr val="153752"/>
                </a:solidFill>
              </a:defRPr>
            </a:pPr>
            <a:r>
              <a:rPr sz="2175" b="1">
                <a:solidFill>
                  <a:srgbClr val="153752"/>
                </a:solidFill>
              </a:rPr>
              <a:t>Cloud computing lets you use remote computing resources over a network.</a:t>
            </a:r>
          </a:p>
        </p:txBody>
      </p:sp>
      <p:sp>
        <p:nvSpPr>
          <p:cNvPr id="8" name="">
            <a:extLst xmlns:a="http://schemas.openxmlformats.org/drawingml/2006/main">
              <a:ext uri="{FF2B5EF4-FFF2-40B4-BE49-F238E27FC236}">
                <a16:creationId xmlns:a16="http://schemas.microsoft.com/office/drawing/2014/main" id="{8CFB228E-5037-430D-B47E-0B4B952ABD42}"/>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9:23–9:26 | Cloud mini-lesson</a:t>
            </a:r>
          </a:p>
        </p:txBody>
      </p:sp>
    </p:spTree>
    <p:extLst>
      <p:ext uri="{BB962C8B-B14F-4D97-AF65-F5344CB8AC3E}">
        <p14:creationId xmlns:p14="http://schemas.microsoft.com/office/powerpoint/2010/main" val="1126267867"/>
      </p:ext>
    </p:extLst>
  </p:cSld>
</p:sld>
</file>

<file path=ppt/slides/slide7.xml><?xml version="1.0" encoding="utf-8"?>
<p:sld xmlns:p="http://schemas.openxmlformats.org/presentationml/2006/main">
  <p:cSld>
    <p:bg>
      <p:bgPr>
        <a:solidFill xmlns:a="http://schemas.openxmlformats.org/drawingml/2006/main">
          <a:srgbClr val="15375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D42141-F93A-46A4-9B52-F736DEB9A260}"/>
              </a:ext>
            </a:extLst>
          </p:cNvPr>
          <p:cNvSpPr>
            <a:spLocks xmlns:a="http://schemas.openxmlformats.org/drawingml/2006/main" noGrp="1"/>
          </p:cNvSpPr>
          <p:nvPr/>
        </p:nvSpPr>
        <p:spPr>
          <a:xfrm xmlns:a="http://schemas.openxmlformats.org/drawingml/2006/main">
            <a:off x="685800" y="45720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FFFFFF"/>
                </a:solidFill>
              </a:defRPr>
            </a:defPPr>
            <a:lvl1pPr>
              <a:defRPr sz="2625" b="1">
                <a:solidFill>
                  <a:srgbClr val="FFFFFF"/>
                </a:solidFill>
              </a:defRPr>
            </a:lvl1pPr>
            <a:lvl2pPr>
              <a:defRPr sz="2625" b="1">
                <a:solidFill>
                  <a:srgbClr val="FFFFFF"/>
                </a:solidFill>
              </a:defRPr>
            </a:lvl2pPr>
            <a:lvl3pPr>
              <a:defRPr sz="2625" b="1">
                <a:solidFill>
                  <a:srgbClr val="FFFFFF"/>
                </a:solidFill>
              </a:defRPr>
            </a:lvl3pPr>
            <a:lvl4pPr>
              <a:defRPr sz="2625" b="1">
                <a:solidFill>
                  <a:srgbClr val="FFFFFF"/>
                </a:solidFill>
              </a:defRPr>
            </a:lvl4pPr>
            <a:lvl5pPr>
              <a:defRPr sz="2625" b="1">
                <a:solidFill>
                  <a:srgbClr val="FFFFFF"/>
                </a:solidFill>
              </a:defRPr>
            </a:lvl5pPr>
            <a:lvl6pPr>
              <a:defRPr sz="2625" b="1">
                <a:solidFill>
                  <a:srgbClr val="FFFFFF"/>
                </a:solidFill>
              </a:defRPr>
            </a:lvl6pPr>
            <a:lvl7pPr>
              <a:defRPr sz="2625" b="1">
                <a:solidFill>
                  <a:srgbClr val="FFFFFF"/>
                </a:solidFill>
              </a:defRPr>
            </a:lvl7pPr>
            <a:lvl8pPr>
              <a:defRPr sz="2625" b="1">
                <a:solidFill>
                  <a:srgbClr val="FFFFFF"/>
                </a:solidFill>
              </a:defRPr>
            </a:lvl8pPr>
            <a:lvl9pPr>
              <a:defRPr sz="2625" b="1">
                <a:solidFill>
                  <a:srgbClr val="FFFFFF"/>
                </a:solidFill>
              </a:defRPr>
            </a:lvl9pPr>
          </a:lstStyle>
          <a:p xmlns:a="http://schemas.openxmlformats.org/drawingml/2006/main">
            <a:pPr>
              <a:defRPr sz="2625" b="1">
                <a:solidFill>
                  <a:srgbClr val="FFFFFF"/>
                </a:solidFill>
              </a:defRPr>
            </a:pPr>
            <a:r>
              <a:rPr sz="2625" b="1">
                <a:solidFill>
                  <a:srgbClr val="FFFFFF"/>
                </a:solidFill>
              </a:rPr>
              <a:t>Where Colab runs the code</a:t>
            </a:r>
          </a:p>
        </p:txBody>
      </p:sp>
      <p:sp>
        <p:nvSpPr>
          <p:cNvPr id="2" name="">
            <a:extLst xmlns:a="http://schemas.openxmlformats.org/drawingml/2006/main">
              <a:ext uri="{FF2B5EF4-FFF2-40B4-BE49-F238E27FC236}">
                <a16:creationId xmlns:a16="http://schemas.microsoft.com/office/drawing/2014/main" id="{53A879A0-92EC-409F-A6B8-13B26C155AC7}"/>
              </a:ext>
            </a:extLst>
          </p:cNvPr>
          <p:cNvSpPr>
            <a:spLocks xmlns:a="http://schemas.openxmlformats.org/drawingml/2006/main" noGrp="1"/>
          </p:cNvSpPr>
          <p:nvPr/>
        </p:nvSpPr>
        <p:spPr>
          <a:xfrm xmlns:a="http://schemas.openxmlformats.org/drawingml/2006/main">
            <a:off x="1095375" y="16668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9ED4D7"/>
                </a:solidFill>
              </a:defRPr>
            </a:defPPr>
            <a:lvl1pPr algn="ctr">
              <a:defRPr sz="1650" b="1">
                <a:solidFill>
                  <a:srgbClr val="9ED4D7"/>
                </a:solidFill>
              </a:defRPr>
            </a:lvl1pPr>
            <a:lvl2pPr algn="ctr">
              <a:defRPr sz="1650" b="1">
                <a:solidFill>
                  <a:srgbClr val="9ED4D7"/>
                </a:solidFill>
              </a:defRPr>
            </a:lvl2pPr>
            <a:lvl3pPr algn="ctr">
              <a:defRPr sz="1650" b="1">
                <a:solidFill>
                  <a:srgbClr val="9ED4D7"/>
                </a:solidFill>
              </a:defRPr>
            </a:lvl3pPr>
            <a:lvl4pPr algn="ctr">
              <a:defRPr sz="1650" b="1">
                <a:solidFill>
                  <a:srgbClr val="9ED4D7"/>
                </a:solidFill>
              </a:defRPr>
            </a:lvl4pPr>
            <a:lvl5pPr algn="ctr">
              <a:defRPr sz="1650" b="1">
                <a:solidFill>
                  <a:srgbClr val="9ED4D7"/>
                </a:solidFill>
              </a:defRPr>
            </a:lvl5pPr>
            <a:lvl6pPr algn="ctr">
              <a:defRPr sz="1650" b="1">
                <a:solidFill>
                  <a:srgbClr val="9ED4D7"/>
                </a:solidFill>
              </a:defRPr>
            </a:lvl6pPr>
            <a:lvl7pPr algn="ctr">
              <a:defRPr sz="1650" b="1">
                <a:solidFill>
                  <a:srgbClr val="9ED4D7"/>
                </a:solidFill>
              </a:defRPr>
            </a:lvl7pPr>
            <a:lvl8pPr algn="ctr">
              <a:defRPr sz="1650" b="1">
                <a:solidFill>
                  <a:srgbClr val="9ED4D7"/>
                </a:solidFill>
              </a:defRPr>
            </a:lvl8pPr>
            <a:lvl9pPr algn="ctr">
              <a:defRPr sz="1650" b="1">
                <a:solidFill>
                  <a:srgbClr val="9ED4D7"/>
                </a:solidFill>
              </a:defRPr>
            </a:lvl9pPr>
          </a:lstStyle>
          <a:p xmlns:a="http://schemas.openxmlformats.org/drawingml/2006/main">
            <a:pPr algn="ctr">
              <a:defRPr sz="1650" b="1">
                <a:solidFill>
                  <a:srgbClr val="9ED4D7"/>
                </a:solidFill>
              </a:defRPr>
            </a:pPr>
            <a:r>
              <a:rPr sz="1650" b="1">
                <a:solidFill>
                  <a:srgbClr val="9ED4D7"/>
                </a:solidFill>
              </a:rPr>
              <a:t>YOUR BROWSER</a:t>
            </a:r>
          </a:p>
        </p:txBody>
      </p:sp>
      <p:sp>
        <p:nvSpPr>
          <p:cNvPr id="3" name="">
            <a:extLst xmlns:a="http://schemas.openxmlformats.org/drawingml/2006/main">
              <a:ext uri="{FF2B5EF4-FFF2-40B4-BE49-F238E27FC236}">
                <a16:creationId xmlns:a16="http://schemas.microsoft.com/office/drawing/2014/main" id="{A43F7789-6AE3-4F3A-BB48-A720457ADAFD}"/>
              </a:ext>
            </a:extLst>
          </p:cNvPr>
          <p:cNvSpPr>
            <a:spLocks xmlns:a="http://schemas.openxmlformats.org/drawingml/2006/main" noGrp="1"/>
          </p:cNvSpPr>
          <p:nvPr/>
        </p:nvSpPr>
        <p:spPr>
          <a:xfrm xmlns:a="http://schemas.openxmlformats.org/drawingml/2006/main">
            <a:off x="952500" y="2238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Shows the notebook</a:t>
            </a:r>
          </a:p>
          <a:p xmlns:a="http://schemas.openxmlformats.org/drawingml/2006/main">
            <a:pPr algn="ctr">
              <a:defRPr sz="1875" b="0">
                <a:solidFill>
                  <a:srgbClr val="FFFFFF"/>
                </a:solidFill>
              </a:defRPr>
            </a:pPr>
            <a:r>
              <a:rPr sz="1875" b="0">
                <a:solidFill>
                  <a:srgbClr val="FFFFFF"/>
                </a:solidFill>
              </a:rPr>
              <a:t>and sends commands</a:t>
            </a:r>
          </a:p>
        </p:txBody>
      </p:sp>
      <p:sp>
        <p:nvSpPr>
          <p:cNvPr id="4" name="">
            <a:extLst xmlns:a="http://schemas.openxmlformats.org/drawingml/2006/main">
              <a:ext uri="{FF2B5EF4-FFF2-40B4-BE49-F238E27FC236}">
                <a16:creationId xmlns:a16="http://schemas.microsoft.com/office/drawing/2014/main" id="{3B7348E5-3E5C-4148-B48D-40F8C882B168}"/>
              </a:ext>
            </a:extLst>
          </p:cNvPr>
          <p:cNvSpPr>
            <a:spLocks xmlns:a="http://schemas.openxmlformats.org/drawingml/2006/main" noGrp="1"/>
          </p:cNvSpPr>
          <p:nvPr/>
        </p:nvSpPr>
        <p:spPr>
          <a:xfrm xmlns:a="http://schemas.openxmlformats.org/drawingml/2006/main">
            <a:off x="4905375" y="16668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A6D698"/>
                </a:solidFill>
              </a:defRPr>
            </a:defPPr>
            <a:lvl1pPr algn="ctr">
              <a:defRPr sz="1650" b="1">
                <a:solidFill>
                  <a:srgbClr val="A6D698"/>
                </a:solidFill>
              </a:defRPr>
            </a:lvl1pPr>
            <a:lvl2pPr algn="ctr">
              <a:defRPr sz="1650" b="1">
                <a:solidFill>
                  <a:srgbClr val="A6D698"/>
                </a:solidFill>
              </a:defRPr>
            </a:lvl2pPr>
            <a:lvl3pPr algn="ctr">
              <a:defRPr sz="1650" b="1">
                <a:solidFill>
                  <a:srgbClr val="A6D698"/>
                </a:solidFill>
              </a:defRPr>
            </a:lvl3pPr>
            <a:lvl4pPr algn="ctr">
              <a:defRPr sz="1650" b="1">
                <a:solidFill>
                  <a:srgbClr val="A6D698"/>
                </a:solidFill>
              </a:defRPr>
            </a:lvl4pPr>
            <a:lvl5pPr algn="ctr">
              <a:defRPr sz="1650" b="1">
                <a:solidFill>
                  <a:srgbClr val="A6D698"/>
                </a:solidFill>
              </a:defRPr>
            </a:lvl5pPr>
            <a:lvl6pPr algn="ctr">
              <a:defRPr sz="1650" b="1">
                <a:solidFill>
                  <a:srgbClr val="A6D698"/>
                </a:solidFill>
              </a:defRPr>
            </a:lvl6pPr>
            <a:lvl7pPr algn="ctr">
              <a:defRPr sz="1650" b="1">
                <a:solidFill>
                  <a:srgbClr val="A6D698"/>
                </a:solidFill>
              </a:defRPr>
            </a:lvl7pPr>
            <a:lvl8pPr algn="ctr">
              <a:defRPr sz="1650" b="1">
                <a:solidFill>
                  <a:srgbClr val="A6D698"/>
                </a:solidFill>
              </a:defRPr>
            </a:lvl8pPr>
            <a:lvl9pPr algn="ctr">
              <a:defRPr sz="1650" b="1">
                <a:solidFill>
                  <a:srgbClr val="A6D698"/>
                </a:solidFill>
              </a:defRPr>
            </a:lvl9pPr>
          </a:lstStyle>
          <a:p xmlns:a="http://schemas.openxmlformats.org/drawingml/2006/main">
            <a:pPr algn="ctr">
              <a:defRPr sz="1650" b="1">
                <a:solidFill>
                  <a:srgbClr val="A6D698"/>
                </a:solidFill>
              </a:defRPr>
            </a:pPr>
            <a:r>
              <a:rPr sz="1650" b="1">
                <a:solidFill>
                  <a:srgbClr val="A6D698"/>
                </a:solidFill>
              </a:rPr>
              <a:t>INTERNET</a:t>
            </a:r>
          </a:p>
        </p:txBody>
      </p:sp>
      <p:sp>
        <p:nvSpPr>
          <p:cNvPr id="5" name="">
            <a:extLst xmlns:a="http://schemas.openxmlformats.org/drawingml/2006/main">
              <a:ext uri="{FF2B5EF4-FFF2-40B4-BE49-F238E27FC236}">
                <a16:creationId xmlns:a16="http://schemas.microsoft.com/office/drawing/2014/main" id="{5495835A-7261-413A-93F8-6822222049D8}"/>
              </a:ext>
            </a:extLst>
          </p:cNvPr>
          <p:cNvSpPr>
            <a:spLocks xmlns:a="http://schemas.openxmlformats.org/drawingml/2006/main" noGrp="1"/>
          </p:cNvSpPr>
          <p:nvPr/>
        </p:nvSpPr>
        <p:spPr>
          <a:xfrm xmlns:a="http://schemas.openxmlformats.org/drawingml/2006/main">
            <a:off x="4762500" y="2238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Carries code</a:t>
            </a:r>
          </a:p>
          <a:p xmlns:a="http://schemas.openxmlformats.org/drawingml/2006/main">
            <a:pPr algn="ctr">
              <a:defRPr sz="1875" b="0">
                <a:solidFill>
                  <a:srgbClr val="FFFFFF"/>
                </a:solidFill>
              </a:defRPr>
            </a:pPr>
            <a:r>
              <a:rPr sz="1875" b="0">
                <a:solidFill>
                  <a:srgbClr val="FFFFFF"/>
                </a:solidFill>
              </a:rPr>
              <a:t>and results</a:t>
            </a:r>
          </a:p>
        </p:txBody>
      </p:sp>
      <p:sp>
        <p:nvSpPr>
          <p:cNvPr id="6" name="">
            <a:extLst xmlns:a="http://schemas.openxmlformats.org/drawingml/2006/main">
              <a:ext uri="{FF2B5EF4-FFF2-40B4-BE49-F238E27FC236}">
                <a16:creationId xmlns:a16="http://schemas.microsoft.com/office/drawing/2014/main" id="{CD54954B-17E8-4EF9-A0C6-FC390B24EA1C}"/>
              </a:ext>
            </a:extLst>
          </p:cNvPr>
          <p:cNvSpPr>
            <a:spLocks xmlns:a="http://schemas.openxmlformats.org/drawingml/2006/main" noGrp="1"/>
          </p:cNvSpPr>
          <p:nvPr/>
        </p:nvSpPr>
        <p:spPr>
          <a:xfrm xmlns:a="http://schemas.openxmlformats.org/drawingml/2006/main">
            <a:off x="8620125" y="1666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F1AAA4"/>
                </a:solidFill>
              </a:defRPr>
            </a:defPPr>
            <a:lvl1pPr algn="ctr">
              <a:defRPr sz="1650" b="1">
                <a:solidFill>
                  <a:srgbClr val="F1AAA4"/>
                </a:solidFill>
              </a:defRPr>
            </a:lvl1pPr>
            <a:lvl2pPr algn="ctr">
              <a:defRPr sz="1650" b="1">
                <a:solidFill>
                  <a:srgbClr val="F1AAA4"/>
                </a:solidFill>
              </a:defRPr>
            </a:lvl2pPr>
            <a:lvl3pPr algn="ctr">
              <a:defRPr sz="1650" b="1">
                <a:solidFill>
                  <a:srgbClr val="F1AAA4"/>
                </a:solidFill>
              </a:defRPr>
            </a:lvl3pPr>
            <a:lvl4pPr algn="ctr">
              <a:defRPr sz="1650" b="1">
                <a:solidFill>
                  <a:srgbClr val="F1AAA4"/>
                </a:solidFill>
              </a:defRPr>
            </a:lvl4pPr>
            <a:lvl5pPr algn="ctr">
              <a:defRPr sz="1650" b="1">
                <a:solidFill>
                  <a:srgbClr val="F1AAA4"/>
                </a:solidFill>
              </a:defRPr>
            </a:lvl5pPr>
            <a:lvl6pPr algn="ctr">
              <a:defRPr sz="1650" b="1">
                <a:solidFill>
                  <a:srgbClr val="F1AAA4"/>
                </a:solidFill>
              </a:defRPr>
            </a:lvl6pPr>
            <a:lvl7pPr algn="ctr">
              <a:defRPr sz="1650" b="1">
                <a:solidFill>
                  <a:srgbClr val="F1AAA4"/>
                </a:solidFill>
              </a:defRPr>
            </a:lvl7pPr>
            <a:lvl8pPr algn="ctr">
              <a:defRPr sz="1650" b="1">
                <a:solidFill>
                  <a:srgbClr val="F1AAA4"/>
                </a:solidFill>
              </a:defRPr>
            </a:lvl8pPr>
            <a:lvl9pPr algn="ctr">
              <a:defRPr sz="1650" b="1">
                <a:solidFill>
                  <a:srgbClr val="F1AAA4"/>
                </a:solidFill>
              </a:defRPr>
            </a:lvl9pPr>
          </a:lstStyle>
          <a:p xmlns:a="http://schemas.openxmlformats.org/drawingml/2006/main">
            <a:pPr algn="ctr">
              <a:defRPr sz="1650" b="1">
                <a:solidFill>
                  <a:srgbClr val="F1AAA4"/>
                </a:solidFill>
              </a:defRPr>
            </a:pPr>
            <a:r>
              <a:rPr sz="1650" b="1">
                <a:solidFill>
                  <a:srgbClr val="F1AAA4"/>
                </a:solidFill>
              </a:rPr>
              <a:t>REMOTE RUNTIME</a:t>
            </a:r>
          </a:p>
        </p:txBody>
      </p:sp>
      <p:sp>
        <p:nvSpPr>
          <p:cNvPr id="7" name="">
            <a:extLst xmlns:a="http://schemas.openxmlformats.org/drawingml/2006/main">
              <a:ext uri="{FF2B5EF4-FFF2-40B4-BE49-F238E27FC236}">
                <a16:creationId xmlns:a16="http://schemas.microsoft.com/office/drawing/2014/main" id="{C93CC3AF-1761-48F7-AEA7-118B10E38D75}"/>
              </a:ext>
            </a:extLst>
          </p:cNvPr>
          <p:cNvSpPr>
            <a:spLocks xmlns:a="http://schemas.openxmlformats.org/drawingml/2006/main" noGrp="1"/>
          </p:cNvSpPr>
          <p:nvPr/>
        </p:nvSpPr>
        <p:spPr>
          <a:xfrm xmlns:a="http://schemas.openxmlformats.org/drawingml/2006/main">
            <a:off x="8524875" y="22383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75" b="0">
                <a:solidFill>
                  <a:srgbClr val="FFFFFF"/>
                </a:solidFill>
              </a:defRPr>
            </a:defPPr>
            <a:lvl1pPr algn="ctr">
              <a:defRPr sz="1875" b="0">
                <a:solidFill>
                  <a:srgbClr val="FFFFFF"/>
                </a:solidFill>
              </a:defRPr>
            </a:lvl1pPr>
            <a:lvl2pPr algn="ctr">
              <a:defRPr sz="1875" b="0">
                <a:solidFill>
                  <a:srgbClr val="FFFFFF"/>
                </a:solidFill>
              </a:defRPr>
            </a:lvl2pPr>
            <a:lvl3pPr algn="ctr">
              <a:defRPr sz="1875" b="0">
                <a:solidFill>
                  <a:srgbClr val="FFFFFF"/>
                </a:solidFill>
              </a:defRPr>
            </a:lvl3pPr>
            <a:lvl4pPr algn="ctr">
              <a:defRPr sz="1875" b="0">
                <a:solidFill>
                  <a:srgbClr val="FFFFFF"/>
                </a:solidFill>
              </a:defRPr>
            </a:lvl4pPr>
            <a:lvl5pPr algn="ctr">
              <a:defRPr sz="1875" b="0">
                <a:solidFill>
                  <a:srgbClr val="FFFFFF"/>
                </a:solidFill>
              </a:defRPr>
            </a:lvl5pPr>
            <a:lvl6pPr algn="ctr">
              <a:defRPr sz="1875" b="0">
                <a:solidFill>
                  <a:srgbClr val="FFFFFF"/>
                </a:solidFill>
              </a:defRPr>
            </a:lvl6pPr>
            <a:lvl7pPr algn="ctr">
              <a:defRPr sz="1875" b="0">
                <a:solidFill>
                  <a:srgbClr val="FFFFFF"/>
                </a:solidFill>
              </a:defRPr>
            </a:lvl7pPr>
            <a:lvl8pPr algn="ctr">
              <a:defRPr sz="1875" b="0">
                <a:solidFill>
                  <a:srgbClr val="FFFFFF"/>
                </a:solidFill>
              </a:defRPr>
            </a:lvl8pPr>
            <a:lvl9pPr algn="ctr">
              <a:defRPr sz="1875" b="0">
                <a:solidFill>
                  <a:srgbClr val="FFFFFF"/>
                </a:solidFill>
              </a:defRPr>
            </a:lvl9pPr>
          </a:lstStyle>
          <a:p xmlns:a="http://schemas.openxmlformats.org/drawingml/2006/main">
            <a:pPr algn="ctr">
              <a:defRPr sz="1875" b="0">
                <a:solidFill>
                  <a:srgbClr val="FFFFFF"/>
                </a:solidFill>
              </a:defRPr>
            </a:pPr>
            <a:r>
              <a:rPr sz="1875" b="0">
                <a:solidFill>
                  <a:srgbClr val="FFFFFF"/>
                </a:solidFill>
              </a:rPr>
              <a:t>Executes Python</a:t>
            </a:r>
          </a:p>
          <a:p xmlns:a="http://schemas.openxmlformats.org/drawingml/2006/main">
            <a:pPr algn="ctr">
              <a:defRPr sz="1875" b="0">
                <a:solidFill>
                  <a:srgbClr val="FFFFFF"/>
                </a:solidFill>
              </a:defRPr>
            </a:pPr>
            <a:r>
              <a:rPr sz="1875" b="0">
                <a:solidFill>
                  <a:srgbClr val="FFFFFF"/>
                </a:solidFill>
              </a:rPr>
              <a:t>on a cloud computer</a:t>
            </a:r>
          </a:p>
        </p:txBody>
      </p:sp>
      <p:sp>
        <p:nvSpPr>
          <p:cNvPr id="8" name="">
            <a:extLst xmlns:a="http://schemas.openxmlformats.org/drawingml/2006/main">
              <a:ext uri="{FF2B5EF4-FFF2-40B4-BE49-F238E27FC236}">
                <a16:creationId xmlns:a16="http://schemas.microsoft.com/office/drawing/2014/main" id="{3DEB6B4F-0DE1-4B48-9D33-8F15C716879E}"/>
              </a:ext>
            </a:extLst>
          </p:cNvPr>
          <p:cNvSpPr>
            <a:spLocks xmlns:a="http://schemas.openxmlformats.org/drawingml/2006/main" noGrp="1"/>
          </p:cNvSpPr>
          <p:nvPr/>
        </p:nvSpPr>
        <p:spPr>
          <a:xfrm xmlns:a="http://schemas.openxmlformats.org/drawingml/2006/main">
            <a:off x="1428750" y="4429125"/>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FFFFFF"/>
                </a:solidFill>
              </a:defRPr>
            </a:defPPr>
            <a:lvl1pPr algn="ctr">
              <a:defRPr sz="2175" b="1">
                <a:solidFill>
                  <a:srgbClr val="FFFFFF"/>
                </a:solidFill>
              </a:defRPr>
            </a:lvl1pPr>
            <a:lvl2pPr algn="ctr">
              <a:defRPr sz="2175" b="1">
                <a:solidFill>
                  <a:srgbClr val="FFFFFF"/>
                </a:solidFill>
              </a:defRPr>
            </a:lvl2pPr>
            <a:lvl3pPr algn="ctr">
              <a:defRPr sz="2175" b="1">
                <a:solidFill>
                  <a:srgbClr val="FFFFFF"/>
                </a:solidFill>
              </a:defRPr>
            </a:lvl3pPr>
            <a:lvl4pPr algn="ctr">
              <a:defRPr sz="2175" b="1">
                <a:solidFill>
                  <a:srgbClr val="FFFFFF"/>
                </a:solidFill>
              </a:defRPr>
            </a:lvl4pPr>
            <a:lvl5pPr algn="ctr">
              <a:defRPr sz="2175" b="1">
                <a:solidFill>
                  <a:srgbClr val="FFFFFF"/>
                </a:solidFill>
              </a:defRPr>
            </a:lvl5pPr>
            <a:lvl6pPr algn="ctr">
              <a:defRPr sz="2175" b="1">
                <a:solidFill>
                  <a:srgbClr val="FFFFFF"/>
                </a:solidFill>
              </a:defRPr>
            </a:lvl6pPr>
            <a:lvl7pPr algn="ctr">
              <a:defRPr sz="2175" b="1">
                <a:solidFill>
                  <a:srgbClr val="FFFFFF"/>
                </a:solidFill>
              </a:defRPr>
            </a:lvl7pPr>
            <a:lvl8pPr algn="ctr">
              <a:defRPr sz="2175" b="1">
                <a:solidFill>
                  <a:srgbClr val="FFFFFF"/>
                </a:solidFill>
              </a:defRPr>
            </a:lvl8pPr>
            <a:lvl9pPr algn="ctr">
              <a:defRPr sz="2175" b="1">
                <a:solidFill>
                  <a:srgbClr val="FFFFFF"/>
                </a:solidFill>
              </a:defRPr>
            </a:lvl9pPr>
          </a:lstStyle>
          <a:p xmlns:a="http://schemas.openxmlformats.org/drawingml/2006/main">
            <a:pPr algn="ctr">
              <a:defRPr sz="2175" b="1">
                <a:solidFill>
                  <a:srgbClr val="FFFFFF"/>
                </a:solidFill>
              </a:defRPr>
            </a:pPr>
            <a:r>
              <a:rPr sz="2175" b="1">
                <a:solidFill>
                  <a:srgbClr val="FFFFFF"/>
                </a:solidFill>
              </a:rPr>
              <a:t>If the runtime resets, its temporary files and variables disappear.</a:t>
            </a:r>
          </a:p>
        </p:txBody>
      </p:sp>
      <p:sp>
        <p:nvSpPr>
          <p:cNvPr id="9" name="">
            <a:extLst xmlns:a="http://schemas.openxmlformats.org/drawingml/2006/main">
              <a:ext uri="{FF2B5EF4-FFF2-40B4-BE49-F238E27FC236}">
                <a16:creationId xmlns:a16="http://schemas.microsoft.com/office/drawing/2014/main" id="{607F735F-376D-4E96-9AF3-F3345A5BB3F7}"/>
              </a:ext>
            </a:extLst>
          </p:cNvPr>
          <p:cNvSpPr>
            <a:spLocks xmlns:a="http://schemas.openxmlformats.org/drawingml/2006/main" noGrp="1"/>
          </p:cNvSpPr>
          <p:nvPr/>
        </p:nvSpPr>
        <p:spPr>
          <a:xfrm xmlns:a="http://schemas.openxmlformats.org/drawingml/2006/main">
            <a:off x="1714500" y="5381625"/>
            <a:ext cx="876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0">
                <a:solidFill>
                  <a:srgbClr val="F1AAA4"/>
                </a:solidFill>
              </a:defRPr>
            </a:defPPr>
            <a:lvl1pPr algn="ctr">
              <a:defRPr sz="1725" b="0">
                <a:solidFill>
                  <a:srgbClr val="F1AAA4"/>
                </a:solidFill>
              </a:defRPr>
            </a:lvl1pPr>
            <a:lvl2pPr algn="ctr">
              <a:defRPr sz="1725" b="0">
                <a:solidFill>
                  <a:srgbClr val="F1AAA4"/>
                </a:solidFill>
              </a:defRPr>
            </a:lvl2pPr>
            <a:lvl3pPr algn="ctr">
              <a:defRPr sz="1725" b="0">
                <a:solidFill>
                  <a:srgbClr val="F1AAA4"/>
                </a:solidFill>
              </a:defRPr>
            </a:lvl3pPr>
            <a:lvl4pPr algn="ctr">
              <a:defRPr sz="1725" b="0">
                <a:solidFill>
                  <a:srgbClr val="F1AAA4"/>
                </a:solidFill>
              </a:defRPr>
            </a:lvl4pPr>
            <a:lvl5pPr algn="ctr">
              <a:defRPr sz="1725" b="0">
                <a:solidFill>
                  <a:srgbClr val="F1AAA4"/>
                </a:solidFill>
              </a:defRPr>
            </a:lvl5pPr>
            <a:lvl6pPr algn="ctr">
              <a:defRPr sz="1725" b="0">
                <a:solidFill>
                  <a:srgbClr val="F1AAA4"/>
                </a:solidFill>
              </a:defRPr>
            </a:lvl6pPr>
            <a:lvl7pPr algn="ctr">
              <a:defRPr sz="1725" b="0">
                <a:solidFill>
                  <a:srgbClr val="F1AAA4"/>
                </a:solidFill>
              </a:defRPr>
            </a:lvl7pPr>
            <a:lvl8pPr algn="ctr">
              <a:defRPr sz="1725" b="0">
                <a:solidFill>
                  <a:srgbClr val="F1AAA4"/>
                </a:solidFill>
              </a:defRPr>
            </a:lvl8pPr>
            <a:lvl9pPr algn="ctr">
              <a:defRPr sz="1725" b="0">
                <a:solidFill>
                  <a:srgbClr val="F1AAA4"/>
                </a:solidFill>
              </a:defRPr>
            </a:lvl9pPr>
          </a:lstStyle>
          <a:p xmlns:a="http://schemas.openxmlformats.org/drawingml/2006/main">
            <a:pPr algn="ctr">
              <a:defRPr sz="1725" b="0">
                <a:solidFill>
                  <a:srgbClr val="F1AAA4"/>
                </a:solidFill>
              </a:defRPr>
            </a:pPr>
            <a:r>
              <a:rPr sz="1725" b="0">
                <a:solidFill>
                  <a:srgbClr val="F1AAA4"/>
                </a:solidFill>
              </a:rPr>
              <a:t>Save a copy in Drive. Download the notebook before leaving.</a:t>
            </a:r>
          </a:p>
        </p:txBody>
      </p:sp>
      <p:sp>
        <p:nvSpPr>
          <p:cNvPr id="10" name="">
            <a:extLst xmlns:a="http://schemas.openxmlformats.org/drawingml/2006/main">
              <a:ext uri="{FF2B5EF4-FFF2-40B4-BE49-F238E27FC236}">
                <a16:creationId xmlns:a16="http://schemas.microsoft.com/office/drawing/2014/main" id="{0A7FC305-5377-4EF1-A61B-E86E66A7F3B1}"/>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9:26–9:30 | Cloud mini-lesson</a:t>
            </a:r>
          </a:p>
        </p:txBody>
      </p:sp>
    </p:spTree>
    <p:extLst>
      <p:ext uri="{BB962C8B-B14F-4D97-AF65-F5344CB8AC3E}">
        <p14:creationId xmlns:p14="http://schemas.microsoft.com/office/powerpoint/2010/main" val="961230437"/>
      </p:ext>
    </p:extLst>
  </p:cSld>
</p:sld>
</file>

<file path=ppt/slides/slide8.xml><?xml version="1.0" encoding="utf-8"?>
<p:sld xmlns:p="http://schemas.openxmlformats.org/presentationml/2006/main">
  <p:cSld>
    <p:bg>
      <p:bgPr>
        <a:solidFill xmlns:a="http://schemas.openxmlformats.org/drawingml/2006/main">
          <a:srgbClr val="EEF6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05BFCF0-194F-4C4F-ACAC-FDD22A417E33}"/>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Today’s goal</a:t>
            </a:r>
          </a:p>
        </p:txBody>
      </p:sp>
      <p:sp>
        <p:nvSpPr>
          <p:cNvPr id="2" name="">
            <a:extLst xmlns:a="http://schemas.openxmlformats.org/drawingml/2006/main">
              <a:ext uri="{FF2B5EF4-FFF2-40B4-BE49-F238E27FC236}">
                <a16:creationId xmlns:a16="http://schemas.microsoft.com/office/drawing/2014/main" id="{BBB0DBAB-93C4-4841-BB2D-2553012DEA02}"/>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Use the notebook to repair, test, and explain Python code</a:t>
            </a:r>
          </a:p>
        </p:txBody>
      </p:sp>
      <p:sp>
        <p:nvSpPr>
          <p:cNvPr id="3" name="">
            <a:extLst xmlns:a="http://schemas.openxmlformats.org/drawingml/2006/main">
              <a:ext uri="{FF2B5EF4-FFF2-40B4-BE49-F238E27FC236}">
                <a16:creationId xmlns:a16="http://schemas.microsoft.com/office/drawing/2014/main" id="{ECB98030-5255-4E45-9649-3043CB7EA18B}"/>
              </a:ext>
            </a:extLst>
          </p:cNvPr>
          <p:cNvSpPr>
            <a:spLocks xmlns:a="http://schemas.openxmlformats.org/drawingml/2006/main" noGrp="1"/>
          </p:cNvSpPr>
          <p:nvPr/>
        </p:nvSpPr>
        <p:spPr>
          <a:xfrm xmlns:a="http://schemas.openxmlformats.org/drawingml/2006/main">
            <a:off x="1333500" y="1762125"/>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153752"/>
                </a:solidFill>
              </a:defRPr>
            </a:defPPr>
            <a:lvl1pPr algn="ctr">
              <a:defRPr sz="2850" b="1">
                <a:solidFill>
                  <a:srgbClr val="153752"/>
                </a:solidFill>
              </a:defRPr>
            </a:lvl1pPr>
            <a:lvl2pPr algn="ctr">
              <a:defRPr sz="2850" b="1">
                <a:solidFill>
                  <a:srgbClr val="153752"/>
                </a:solidFill>
              </a:defRPr>
            </a:lvl2pPr>
            <a:lvl3pPr algn="ctr">
              <a:defRPr sz="2850" b="1">
                <a:solidFill>
                  <a:srgbClr val="153752"/>
                </a:solidFill>
              </a:defRPr>
            </a:lvl3pPr>
            <a:lvl4pPr algn="ctr">
              <a:defRPr sz="2850" b="1">
                <a:solidFill>
                  <a:srgbClr val="153752"/>
                </a:solidFill>
              </a:defRPr>
            </a:lvl4pPr>
            <a:lvl5pPr algn="ctr">
              <a:defRPr sz="2850" b="1">
                <a:solidFill>
                  <a:srgbClr val="153752"/>
                </a:solidFill>
              </a:defRPr>
            </a:lvl5pPr>
            <a:lvl6pPr algn="ctr">
              <a:defRPr sz="2850" b="1">
                <a:solidFill>
                  <a:srgbClr val="153752"/>
                </a:solidFill>
              </a:defRPr>
            </a:lvl6pPr>
            <a:lvl7pPr algn="ctr">
              <a:defRPr sz="2850" b="1">
                <a:solidFill>
                  <a:srgbClr val="153752"/>
                </a:solidFill>
              </a:defRPr>
            </a:lvl7pPr>
            <a:lvl8pPr algn="ctr">
              <a:defRPr sz="2850" b="1">
                <a:solidFill>
                  <a:srgbClr val="153752"/>
                </a:solidFill>
              </a:defRPr>
            </a:lvl8pPr>
            <a:lvl9pPr algn="ctr">
              <a:defRPr sz="2850" b="1">
                <a:solidFill>
                  <a:srgbClr val="153752"/>
                </a:solidFill>
              </a:defRPr>
            </a:lvl9pPr>
          </a:lstStyle>
          <a:p xmlns:a="http://schemas.openxmlformats.org/drawingml/2006/main">
            <a:pPr algn="ctr">
              <a:defRPr sz="2850" b="1">
                <a:solidFill>
                  <a:srgbClr val="153752"/>
                </a:solidFill>
              </a:defRPr>
            </a:pPr>
            <a:r>
              <a:rPr sz="2850" b="1">
                <a:solidFill>
                  <a:srgbClr val="153752"/>
                </a:solidFill>
              </a:rPr>
              <a:t>Most of class happens in Colab</a:t>
            </a:r>
          </a:p>
        </p:txBody>
      </p:sp>
      <p:sp>
        <p:nvSpPr>
          <p:cNvPr id="4" name="">
            <a:extLst xmlns:a="http://schemas.openxmlformats.org/drawingml/2006/main">
              <a:ext uri="{FF2B5EF4-FFF2-40B4-BE49-F238E27FC236}">
                <a16:creationId xmlns:a16="http://schemas.microsoft.com/office/drawing/2014/main" id="{22E70B43-B6F1-4ED2-AF68-CCC7AF2EFA2B}"/>
              </a:ext>
            </a:extLst>
          </p:cNvPr>
          <p:cNvSpPr>
            <a:spLocks xmlns:a="http://schemas.openxmlformats.org/drawingml/2006/main" noGrp="1"/>
          </p:cNvSpPr>
          <p:nvPr/>
        </p:nvSpPr>
        <p:spPr>
          <a:xfrm xmlns:a="http://schemas.openxmlformats.org/drawingml/2006/main">
            <a:off x="1714500" y="29527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DF6665"/>
                </a:solidFill>
              </a:defRPr>
            </a:defPPr>
            <a:lvl1pPr>
              <a:defRPr sz="1650" b="1">
                <a:solidFill>
                  <a:srgbClr val="DF6665"/>
                </a:solidFill>
              </a:defRPr>
            </a:lvl1pPr>
            <a:lvl2pPr>
              <a:defRPr sz="1650" b="1">
                <a:solidFill>
                  <a:srgbClr val="DF6665"/>
                </a:solidFill>
              </a:defRPr>
            </a:lvl2pPr>
            <a:lvl3pPr>
              <a:defRPr sz="1650" b="1">
                <a:solidFill>
                  <a:srgbClr val="DF6665"/>
                </a:solidFill>
              </a:defRPr>
            </a:lvl3pPr>
            <a:lvl4pPr>
              <a:defRPr sz="1650" b="1">
                <a:solidFill>
                  <a:srgbClr val="DF6665"/>
                </a:solidFill>
              </a:defRPr>
            </a:lvl4pPr>
            <a:lvl5pPr>
              <a:defRPr sz="1650" b="1">
                <a:solidFill>
                  <a:srgbClr val="DF6665"/>
                </a:solidFill>
              </a:defRPr>
            </a:lvl5pPr>
            <a:lvl6pPr>
              <a:defRPr sz="1650" b="1">
                <a:solidFill>
                  <a:srgbClr val="DF6665"/>
                </a:solidFill>
              </a:defRPr>
            </a:lvl6pPr>
            <a:lvl7pPr>
              <a:defRPr sz="1650" b="1">
                <a:solidFill>
                  <a:srgbClr val="DF6665"/>
                </a:solidFill>
              </a:defRPr>
            </a:lvl7pPr>
            <a:lvl8pPr>
              <a:defRPr sz="1650" b="1">
                <a:solidFill>
                  <a:srgbClr val="DF6665"/>
                </a:solidFill>
              </a:defRPr>
            </a:lvl8pPr>
            <a:lvl9pPr>
              <a:defRPr sz="1650" b="1">
                <a:solidFill>
                  <a:srgbClr val="DF6665"/>
                </a:solidFill>
              </a:defRPr>
            </a:lvl9pPr>
          </a:lstStyle>
          <a:p xmlns:a="http://schemas.openxmlformats.org/drawingml/2006/main">
            <a:pPr>
              <a:defRPr sz="1650" b="1">
                <a:solidFill>
                  <a:srgbClr val="DF6665"/>
                </a:solidFill>
              </a:defRPr>
            </a:pPr>
            <a:r>
              <a:rPr sz="1650" b="1">
                <a:solidFill>
                  <a:srgbClr val="DF6665"/>
                </a:solidFill>
              </a:rPr>
              <a:t>1</a:t>
            </a:r>
          </a:p>
        </p:txBody>
      </p:sp>
      <p:sp>
        <p:nvSpPr>
          <p:cNvPr id="5" name="">
            <a:extLst xmlns:a="http://schemas.openxmlformats.org/drawingml/2006/main">
              <a:ext uri="{FF2B5EF4-FFF2-40B4-BE49-F238E27FC236}">
                <a16:creationId xmlns:a16="http://schemas.microsoft.com/office/drawing/2014/main" id="{36535723-E87D-4E65-8AFA-B03EBC0D4960}"/>
              </a:ext>
            </a:extLst>
          </p:cNvPr>
          <p:cNvSpPr>
            <a:spLocks xmlns:a="http://schemas.openxmlformats.org/drawingml/2006/main" noGrp="1"/>
          </p:cNvSpPr>
          <p:nvPr/>
        </p:nvSpPr>
        <p:spPr>
          <a:xfrm xmlns:a="http://schemas.openxmlformats.org/drawingml/2006/main">
            <a:off x="2171700" y="2952750"/>
            <a:ext cx="840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7324D"/>
                </a:solidFill>
              </a:defRPr>
            </a:defPPr>
            <a:lvl1pPr>
              <a:defRPr sz="1875" b="0">
                <a:solidFill>
                  <a:srgbClr val="17324D"/>
                </a:solidFill>
              </a:defRPr>
            </a:lvl1pPr>
            <a:lvl2pPr>
              <a:defRPr sz="1875" b="0">
                <a:solidFill>
                  <a:srgbClr val="17324D"/>
                </a:solidFill>
              </a:defRPr>
            </a:lvl2pPr>
            <a:lvl3pPr>
              <a:defRPr sz="1875" b="0">
                <a:solidFill>
                  <a:srgbClr val="17324D"/>
                </a:solidFill>
              </a:defRPr>
            </a:lvl3pPr>
            <a:lvl4pPr>
              <a:defRPr sz="1875" b="0">
                <a:solidFill>
                  <a:srgbClr val="17324D"/>
                </a:solidFill>
              </a:defRPr>
            </a:lvl4pPr>
            <a:lvl5pPr>
              <a:defRPr sz="1875" b="0">
                <a:solidFill>
                  <a:srgbClr val="17324D"/>
                </a:solidFill>
              </a:defRPr>
            </a:lvl5pPr>
            <a:lvl6pPr>
              <a:defRPr sz="1875" b="0">
                <a:solidFill>
                  <a:srgbClr val="17324D"/>
                </a:solidFill>
              </a:defRPr>
            </a:lvl6pPr>
            <a:lvl7pPr>
              <a:defRPr sz="1875" b="0">
                <a:solidFill>
                  <a:srgbClr val="17324D"/>
                </a:solidFill>
              </a:defRPr>
            </a:lvl7pPr>
            <a:lvl8pPr>
              <a:defRPr sz="1875" b="0">
                <a:solidFill>
                  <a:srgbClr val="17324D"/>
                </a:solidFill>
              </a:defRPr>
            </a:lvl8pPr>
            <a:lvl9pPr>
              <a:defRPr sz="1875" b="0">
                <a:solidFill>
                  <a:srgbClr val="17324D"/>
                </a:solidFill>
              </a:defRPr>
            </a:lvl9pPr>
          </a:lstStyle>
          <a:p xmlns:a="http://schemas.openxmlformats.org/drawingml/2006/main">
            <a:pPr>
              <a:defRPr sz="1875" b="0">
                <a:solidFill>
                  <a:srgbClr val="17324D"/>
                </a:solidFill>
              </a:defRPr>
            </a:pPr>
            <a:r>
              <a:rPr sz="1875" b="0">
                <a:solidFill>
                  <a:srgbClr val="17324D"/>
                </a:solidFill>
              </a:rPr>
              <a:t>Complete each practice before its self-check</a:t>
            </a:r>
          </a:p>
        </p:txBody>
      </p:sp>
      <p:sp>
        <p:nvSpPr>
          <p:cNvPr id="6" name="">
            <a:extLst xmlns:a="http://schemas.openxmlformats.org/drawingml/2006/main">
              <a:ext uri="{FF2B5EF4-FFF2-40B4-BE49-F238E27FC236}">
                <a16:creationId xmlns:a16="http://schemas.microsoft.com/office/drawing/2014/main" id="{A3490C34-085B-46F1-BDB7-AF825D765928}"/>
              </a:ext>
            </a:extLst>
          </p:cNvPr>
          <p:cNvSpPr>
            <a:spLocks xmlns:a="http://schemas.openxmlformats.org/drawingml/2006/main" noGrp="1"/>
          </p:cNvSpPr>
          <p:nvPr/>
        </p:nvSpPr>
        <p:spPr>
          <a:xfrm xmlns:a="http://schemas.openxmlformats.org/drawingml/2006/main">
            <a:off x="1714500" y="361950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5AA446"/>
                </a:solidFill>
              </a:defRPr>
            </a:defPPr>
            <a:lvl1pPr>
              <a:defRPr sz="1650" b="1">
                <a:solidFill>
                  <a:srgbClr val="5AA446"/>
                </a:solidFill>
              </a:defRPr>
            </a:lvl1pPr>
            <a:lvl2pPr>
              <a:defRPr sz="1650" b="1">
                <a:solidFill>
                  <a:srgbClr val="5AA446"/>
                </a:solidFill>
              </a:defRPr>
            </a:lvl2pPr>
            <a:lvl3pPr>
              <a:defRPr sz="1650" b="1">
                <a:solidFill>
                  <a:srgbClr val="5AA446"/>
                </a:solidFill>
              </a:defRPr>
            </a:lvl3pPr>
            <a:lvl4pPr>
              <a:defRPr sz="1650" b="1">
                <a:solidFill>
                  <a:srgbClr val="5AA446"/>
                </a:solidFill>
              </a:defRPr>
            </a:lvl4pPr>
            <a:lvl5pPr>
              <a:defRPr sz="1650" b="1">
                <a:solidFill>
                  <a:srgbClr val="5AA446"/>
                </a:solidFill>
              </a:defRPr>
            </a:lvl5pPr>
            <a:lvl6pPr>
              <a:defRPr sz="1650" b="1">
                <a:solidFill>
                  <a:srgbClr val="5AA446"/>
                </a:solidFill>
              </a:defRPr>
            </a:lvl6pPr>
            <a:lvl7pPr>
              <a:defRPr sz="1650" b="1">
                <a:solidFill>
                  <a:srgbClr val="5AA446"/>
                </a:solidFill>
              </a:defRPr>
            </a:lvl7pPr>
            <a:lvl8pPr>
              <a:defRPr sz="1650" b="1">
                <a:solidFill>
                  <a:srgbClr val="5AA446"/>
                </a:solidFill>
              </a:defRPr>
            </a:lvl8pPr>
            <a:lvl9pPr>
              <a:defRPr sz="1650" b="1">
                <a:solidFill>
                  <a:srgbClr val="5AA446"/>
                </a:solidFill>
              </a:defRPr>
            </a:lvl9pPr>
          </a:lstStyle>
          <a:p xmlns:a="http://schemas.openxmlformats.org/drawingml/2006/main">
            <a:pPr>
              <a:defRPr sz="1650" b="1">
                <a:solidFill>
                  <a:srgbClr val="5AA446"/>
                </a:solidFill>
              </a:defRPr>
            </a:pPr>
            <a:r>
              <a:rPr sz="1650" b="1">
                <a:solidFill>
                  <a:srgbClr val="5AA446"/>
                </a:solidFill>
              </a:rPr>
              <a:t>2</a:t>
            </a:r>
          </a:p>
        </p:txBody>
      </p:sp>
      <p:sp>
        <p:nvSpPr>
          <p:cNvPr id="7" name="">
            <a:extLst xmlns:a="http://schemas.openxmlformats.org/drawingml/2006/main">
              <a:ext uri="{FF2B5EF4-FFF2-40B4-BE49-F238E27FC236}">
                <a16:creationId xmlns:a16="http://schemas.microsoft.com/office/drawing/2014/main" id="{5976CEB2-0E81-4A23-831B-16F7294B79B5}"/>
              </a:ext>
            </a:extLst>
          </p:cNvPr>
          <p:cNvSpPr>
            <a:spLocks xmlns:a="http://schemas.openxmlformats.org/drawingml/2006/main" noGrp="1"/>
          </p:cNvSpPr>
          <p:nvPr/>
        </p:nvSpPr>
        <p:spPr>
          <a:xfrm xmlns:a="http://schemas.openxmlformats.org/drawingml/2006/main">
            <a:off x="2171700" y="3619500"/>
            <a:ext cx="840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7324D"/>
                </a:solidFill>
              </a:defRPr>
            </a:defPPr>
            <a:lvl1pPr>
              <a:defRPr sz="1875" b="0">
                <a:solidFill>
                  <a:srgbClr val="17324D"/>
                </a:solidFill>
              </a:defRPr>
            </a:lvl1pPr>
            <a:lvl2pPr>
              <a:defRPr sz="1875" b="0">
                <a:solidFill>
                  <a:srgbClr val="17324D"/>
                </a:solidFill>
              </a:defRPr>
            </a:lvl2pPr>
            <a:lvl3pPr>
              <a:defRPr sz="1875" b="0">
                <a:solidFill>
                  <a:srgbClr val="17324D"/>
                </a:solidFill>
              </a:defRPr>
            </a:lvl3pPr>
            <a:lvl4pPr>
              <a:defRPr sz="1875" b="0">
                <a:solidFill>
                  <a:srgbClr val="17324D"/>
                </a:solidFill>
              </a:defRPr>
            </a:lvl4pPr>
            <a:lvl5pPr>
              <a:defRPr sz="1875" b="0">
                <a:solidFill>
                  <a:srgbClr val="17324D"/>
                </a:solidFill>
              </a:defRPr>
            </a:lvl5pPr>
            <a:lvl6pPr>
              <a:defRPr sz="1875" b="0">
                <a:solidFill>
                  <a:srgbClr val="17324D"/>
                </a:solidFill>
              </a:defRPr>
            </a:lvl6pPr>
            <a:lvl7pPr>
              <a:defRPr sz="1875" b="0">
                <a:solidFill>
                  <a:srgbClr val="17324D"/>
                </a:solidFill>
              </a:defRPr>
            </a:lvl7pPr>
            <a:lvl8pPr>
              <a:defRPr sz="1875" b="0">
                <a:solidFill>
                  <a:srgbClr val="17324D"/>
                </a:solidFill>
              </a:defRPr>
            </a:lvl8pPr>
            <a:lvl9pPr>
              <a:defRPr sz="1875" b="0">
                <a:solidFill>
                  <a:srgbClr val="17324D"/>
                </a:solidFill>
              </a:defRPr>
            </a:lvl9pPr>
          </a:lstStyle>
          <a:p xmlns:a="http://schemas.openxmlformats.org/drawingml/2006/main">
            <a:pPr>
              <a:defRPr sz="1875" b="0">
                <a:solidFill>
                  <a:srgbClr val="17324D"/>
                </a:solidFill>
              </a:defRPr>
            </a:pPr>
            <a:r>
              <a:rPr sz="1875" b="0">
                <a:solidFill>
                  <a:srgbClr val="17324D"/>
                </a:solidFill>
              </a:rPr>
              <a:t>Read PASS or TRY AGAIN as useful feedback</a:t>
            </a:r>
          </a:p>
        </p:txBody>
      </p:sp>
      <p:sp>
        <p:nvSpPr>
          <p:cNvPr id="8" name="">
            <a:extLst xmlns:a="http://schemas.openxmlformats.org/drawingml/2006/main">
              <a:ext uri="{FF2B5EF4-FFF2-40B4-BE49-F238E27FC236}">
                <a16:creationId xmlns:a16="http://schemas.microsoft.com/office/drawing/2014/main" id="{AE016F50-94E5-4898-837C-2EF1A3247542}"/>
              </a:ext>
            </a:extLst>
          </p:cNvPr>
          <p:cNvSpPr>
            <a:spLocks xmlns:a="http://schemas.openxmlformats.org/drawingml/2006/main" noGrp="1"/>
          </p:cNvSpPr>
          <p:nvPr/>
        </p:nvSpPr>
        <p:spPr>
          <a:xfrm xmlns:a="http://schemas.openxmlformats.org/drawingml/2006/main">
            <a:off x="1714500" y="42862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367D96"/>
                </a:solidFill>
              </a:defRPr>
            </a:defPPr>
            <a:lvl1pPr>
              <a:defRPr sz="1650" b="1">
                <a:solidFill>
                  <a:srgbClr val="367D96"/>
                </a:solidFill>
              </a:defRPr>
            </a:lvl1pPr>
            <a:lvl2pPr>
              <a:defRPr sz="1650" b="1">
                <a:solidFill>
                  <a:srgbClr val="367D96"/>
                </a:solidFill>
              </a:defRPr>
            </a:lvl2pPr>
            <a:lvl3pPr>
              <a:defRPr sz="1650" b="1">
                <a:solidFill>
                  <a:srgbClr val="367D96"/>
                </a:solidFill>
              </a:defRPr>
            </a:lvl3pPr>
            <a:lvl4pPr>
              <a:defRPr sz="1650" b="1">
                <a:solidFill>
                  <a:srgbClr val="367D96"/>
                </a:solidFill>
              </a:defRPr>
            </a:lvl4pPr>
            <a:lvl5pPr>
              <a:defRPr sz="1650" b="1">
                <a:solidFill>
                  <a:srgbClr val="367D96"/>
                </a:solidFill>
              </a:defRPr>
            </a:lvl5pPr>
            <a:lvl6pPr>
              <a:defRPr sz="1650" b="1">
                <a:solidFill>
                  <a:srgbClr val="367D96"/>
                </a:solidFill>
              </a:defRPr>
            </a:lvl6pPr>
            <a:lvl7pPr>
              <a:defRPr sz="1650" b="1">
                <a:solidFill>
                  <a:srgbClr val="367D96"/>
                </a:solidFill>
              </a:defRPr>
            </a:lvl7pPr>
            <a:lvl8pPr>
              <a:defRPr sz="1650" b="1">
                <a:solidFill>
                  <a:srgbClr val="367D96"/>
                </a:solidFill>
              </a:defRPr>
            </a:lvl8pPr>
            <a:lvl9pPr>
              <a:defRPr sz="1650" b="1">
                <a:solidFill>
                  <a:srgbClr val="367D96"/>
                </a:solidFill>
              </a:defRPr>
            </a:lvl9pPr>
          </a:lstStyle>
          <a:p xmlns:a="http://schemas.openxmlformats.org/drawingml/2006/main">
            <a:pPr>
              <a:defRPr sz="1650" b="1">
                <a:solidFill>
                  <a:srgbClr val="367D96"/>
                </a:solidFill>
              </a:defRPr>
            </a:pPr>
            <a:r>
              <a:rPr sz="1650" b="1">
                <a:solidFill>
                  <a:srgbClr val="367D96"/>
                </a:solidFill>
              </a:rPr>
              <a:t>3</a:t>
            </a:r>
          </a:p>
        </p:txBody>
      </p:sp>
      <p:sp>
        <p:nvSpPr>
          <p:cNvPr id="9" name="">
            <a:extLst xmlns:a="http://schemas.openxmlformats.org/drawingml/2006/main">
              <a:ext uri="{FF2B5EF4-FFF2-40B4-BE49-F238E27FC236}">
                <a16:creationId xmlns:a16="http://schemas.microsoft.com/office/drawing/2014/main" id="{23DD098D-DBD2-490B-AB14-1AB4D4192FD4}"/>
              </a:ext>
            </a:extLst>
          </p:cNvPr>
          <p:cNvSpPr>
            <a:spLocks xmlns:a="http://schemas.openxmlformats.org/drawingml/2006/main" noGrp="1"/>
          </p:cNvSpPr>
          <p:nvPr/>
        </p:nvSpPr>
        <p:spPr>
          <a:xfrm xmlns:a="http://schemas.openxmlformats.org/drawingml/2006/main">
            <a:off x="2171700" y="4286250"/>
            <a:ext cx="840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7324D"/>
                </a:solidFill>
              </a:defRPr>
            </a:defPPr>
            <a:lvl1pPr>
              <a:defRPr sz="1875" b="0">
                <a:solidFill>
                  <a:srgbClr val="17324D"/>
                </a:solidFill>
              </a:defRPr>
            </a:lvl1pPr>
            <a:lvl2pPr>
              <a:defRPr sz="1875" b="0">
                <a:solidFill>
                  <a:srgbClr val="17324D"/>
                </a:solidFill>
              </a:defRPr>
            </a:lvl2pPr>
            <a:lvl3pPr>
              <a:defRPr sz="1875" b="0">
                <a:solidFill>
                  <a:srgbClr val="17324D"/>
                </a:solidFill>
              </a:defRPr>
            </a:lvl3pPr>
            <a:lvl4pPr>
              <a:defRPr sz="1875" b="0">
                <a:solidFill>
                  <a:srgbClr val="17324D"/>
                </a:solidFill>
              </a:defRPr>
            </a:lvl4pPr>
            <a:lvl5pPr>
              <a:defRPr sz="1875" b="0">
                <a:solidFill>
                  <a:srgbClr val="17324D"/>
                </a:solidFill>
              </a:defRPr>
            </a:lvl5pPr>
            <a:lvl6pPr>
              <a:defRPr sz="1875" b="0">
                <a:solidFill>
                  <a:srgbClr val="17324D"/>
                </a:solidFill>
              </a:defRPr>
            </a:lvl6pPr>
            <a:lvl7pPr>
              <a:defRPr sz="1875" b="0">
                <a:solidFill>
                  <a:srgbClr val="17324D"/>
                </a:solidFill>
              </a:defRPr>
            </a:lvl7pPr>
            <a:lvl8pPr>
              <a:defRPr sz="1875" b="0">
                <a:solidFill>
                  <a:srgbClr val="17324D"/>
                </a:solidFill>
              </a:defRPr>
            </a:lvl8pPr>
            <a:lvl9pPr>
              <a:defRPr sz="1875" b="0">
                <a:solidFill>
                  <a:srgbClr val="17324D"/>
                </a:solidFill>
              </a:defRPr>
            </a:lvl9pPr>
          </a:lstStyle>
          <a:p xmlns:a="http://schemas.openxmlformats.org/drawingml/2006/main">
            <a:pPr>
              <a:defRPr sz="1875" b="0">
                <a:solidFill>
                  <a:srgbClr val="17324D"/>
                </a:solidFill>
              </a:defRPr>
            </a:pPr>
            <a:r>
              <a:rPr sz="1875" b="0">
                <a:solidFill>
                  <a:srgbClr val="17324D"/>
                </a:solidFill>
              </a:rPr>
              <a:t>Ask for help after tracing the values</a:t>
            </a:r>
          </a:p>
        </p:txBody>
      </p:sp>
      <p:sp>
        <p:nvSpPr>
          <p:cNvPr id="10" name="">
            <a:extLst xmlns:a="http://schemas.openxmlformats.org/drawingml/2006/main">
              <a:ext uri="{FF2B5EF4-FFF2-40B4-BE49-F238E27FC236}">
                <a16:creationId xmlns:a16="http://schemas.microsoft.com/office/drawing/2014/main" id="{5A7E6F0F-A3DC-48E3-BBE0-D4E899E64227}"/>
              </a:ext>
            </a:extLst>
          </p:cNvPr>
          <p:cNvSpPr>
            <a:spLocks xmlns:a="http://schemas.openxmlformats.org/drawingml/2006/main" noGrp="1"/>
          </p:cNvSpPr>
          <p:nvPr/>
        </p:nvSpPr>
        <p:spPr>
          <a:xfrm xmlns:a="http://schemas.openxmlformats.org/drawingml/2006/main">
            <a:off x="1714500" y="495300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3E9197"/>
                </a:solidFill>
              </a:defRPr>
            </a:defPPr>
            <a:lvl1pPr>
              <a:defRPr sz="1650" b="1">
                <a:solidFill>
                  <a:srgbClr val="3E9197"/>
                </a:solidFill>
              </a:defRPr>
            </a:lvl1pPr>
            <a:lvl2pPr>
              <a:defRPr sz="1650" b="1">
                <a:solidFill>
                  <a:srgbClr val="3E9197"/>
                </a:solidFill>
              </a:defRPr>
            </a:lvl2pPr>
            <a:lvl3pPr>
              <a:defRPr sz="1650" b="1">
                <a:solidFill>
                  <a:srgbClr val="3E9197"/>
                </a:solidFill>
              </a:defRPr>
            </a:lvl3pPr>
            <a:lvl4pPr>
              <a:defRPr sz="1650" b="1">
                <a:solidFill>
                  <a:srgbClr val="3E9197"/>
                </a:solidFill>
              </a:defRPr>
            </a:lvl4pPr>
            <a:lvl5pPr>
              <a:defRPr sz="1650" b="1">
                <a:solidFill>
                  <a:srgbClr val="3E9197"/>
                </a:solidFill>
              </a:defRPr>
            </a:lvl5pPr>
            <a:lvl6pPr>
              <a:defRPr sz="1650" b="1">
                <a:solidFill>
                  <a:srgbClr val="3E9197"/>
                </a:solidFill>
              </a:defRPr>
            </a:lvl6pPr>
            <a:lvl7pPr>
              <a:defRPr sz="1650" b="1">
                <a:solidFill>
                  <a:srgbClr val="3E9197"/>
                </a:solidFill>
              </a:defRPr>
            </a:lvl7pPr>
            <a:lvl8pPr>
              <a:defRPr sz="1650" b="1">
                <a:solidFill>
                  <a:srgbClr val="3E9197"/>
                </a:solidFill>
              </a:defRPr>
            </a:lvl8pPr>
            <a:lvl9pPr>
              <a:defRPr sz="1650" b="1">
                <a:solidFill>
                  <a:srgbClr val="3E9197"/>
                </a:solidFill>
              </a:defRPr>
            </a:lvl9pPr>
          </a:lstStyle>
          <a:p xmlns:a="http://schemas.openxmlformats.org/drawingml/2006/main">
            <a:pPr>
              <a:defRPr sz="1650" b="1">
                <a:solidFill>
                  <a:srgbClr val="3E9197"/>
                </a:solidFill>
              </a:defRPr>
            </a:pPr>
            <a:r>
              <a:rPr sz="1650" b="1">
                <a:solidFill>
                  <a:srgbClr val="3E9197"/>
                </a:solidFill>
              </a:rPr>
              <a:t>4</a:t>
            </a:r>
          </a:p>
        </p:txBody>
      </p:sp>
      <p:sp>
        <p:nvSpPr>
          <p:cNvPr id="11" name="">
            <a:extLst xmlns:a="http://schemas.openxmlformats.org/drawingml/2006/main">
              <a:ext uri="{FF2B5EF4-FFF2-40B4-BE49-F238E27FC236}">
                <a16:creationId xmlns:a16="http://schemas.microsoft.com/office/drawing/2014/main" id="{1F4B8A3A-A133-48B1-8B91-8FA79B280236}"/>
              </a:ext>
            </a:extLst>
          </p:cNvPr>
          <p:cNvSpPr>
            <a:spLocks xmlns:a="http://schemas.openxmlformats.org/drawingml/2006/main" noGrp="1"/>
          </p:cNvSpPr>
          <p:nvPr/>
        </p:nvSpPr>
        <p:spPr>
          <a:xfrm xmlns:a="http://schemas.openxmlformats.org/drawingml/2006/main">
            <a:off x="2171700" y="4953000"/>
            <a:ext cx="8401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7324D"/>
                </a:solidFill>
              </a:defRPr>
            </a:defPPr>
            <a:lvl1pPr>
              <a:defRPr sz="1875" b="0">
                <a:solidFill>
                  <a:srgbClr val="17324D"/>
                </a:solidFill>
              </a:defRPr>
            </a:lvl1pPr>
            <a:lvl2pPr>
              <a:defRPr sz="1875" b="0">
                <a:solidFill>
                  <a:srgbClr val="17324D"/>
                </a:solidFill>
              </a:defRPr>
            </a:lvl2pPr>
            <a:lvl3pPr>
              <a:defRPr sz="1875" b="0">
                <a:solidFill>
                  <a:srgbClr val="17324D"/>
                </a:solidFill>
              </a:defRPr>
            </a:lvl3pPr>
            <a:lvl4pPr>
              <a:defRPr sz="1875" b="0">
                <a:solidFill>
                  <a:srgbClr val="17324D"/>
                </a:solidFill>
              </a:defRPr>
            </a:lvl4pPr>
            <a:lvl5pPr>
              <a:defRPr sz="1875" b="0">
                <a:solidFill>
                  <a:srgbClr val="17324D"/>
                </a:solidFill>
              </a:defRPr>
            </a:lvl5pPr>
            <a:lvl6pPr>
              <a:defRPr sz="1875" b="0">
                <a:solidFill>
                  <a:srgbClr val="17324D"/>
                </a:solidFill>
              </a:defRPr>
            </a:lvl6pPr>
            <a:lvl7pPr>
              <a:defRPr sz="1875" b="0">
                <a:solidFill>
                  <a:srgbClr val="17324D"/>
                </a:solidFill>
              </a:defRPr>
            </a:lvl7pPr>
            <a:lvl8pPr>
              <a:defRPr sz="1875" b="0">
                <a:solidFill>
                  <a:srgbClr val="17324D"/>
                </a:solidFill>
              </a:defRPr>
            </a:lvl8pPr>
            <a:lvl9pPr>
              <a:defRPr sz="1875" b="0">
                <a:solidFill>
                  <a:srgbClr val="17324D"/>
                </a:solidFill>
              </a:defRPr>
            </a:lvl9pPr>
          </a:lstStyle>
          <a:p xmlns:a="http://schemas.openxmlformats.org/drawingml/2006/main">
            <a:pPr>
              <a:defRPr sz="1875" b="0">
                <a:solidFill>
                  <a:srgbClr val="17324D"/>
                </a:solidFill>
              </a:defRPr>
            </a:pPr>
            <a:r>
              <a:rPr sz="1875" b="0">
                <a:solidFill>
                  <a:srgbClr val="17324D"/>
                </a:solidFill>
              </a:rPr>
              <a:t>Finish the minimum tracker before extensions</a:t>
            </a:r>
          </a:p>
        </p:txBody>
      </p:sp>
      <p:sp>
        <p:nvSpPr>
          <p:cNvPr id="12" name="">
            <a:extLst xmlns:a="http://schemas.openxmlformats.org/drawingml/2006/main">
              <a:ext uri="{FF2B5EF4-FFF2-40B4-BE49-F238E27FC236}">
                <a16:creationId xmlns:a16="http://schemas.microsoft.com/office/drawing/2014/main" id="{BFAC86C2-77CB-4581-810A-8B1BB68BD892}"/>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9:30–9:32 | Goal and expectations</a:t>
            </a:r>
          </a:p>
        </p:txBody>
      </p:sp>
    </p:spTree>
    <p:extLst>
      <p:ext uri="{BB962C8B-B14F-4D97-AF65-F5344CB8AC3E}">
        <p14:creationId xmlns:p14="http://schemas.microsoft.com/office/powerpoint/2010/main" val="1292441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B99ECC2-E94A-43F9-A75F-72107C34560C}"/>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Workshop schedule</a:t>
            </a:r>
          </a:p>
        </p:txBody>
      </p:sp>
      <p:sp>
        <p:nvSpPr>
          <p:cNvPr id="2" name="">
            <a:extLst xmlns:a="http://schemas.openxmlformats.org/drawingml/2006/main">
              <a:ext uri="{FF2B5EF4-FFF2-40B4-BE49-F238E27FC236}">
                <a16:creationId xmlns:a16="http://schemas.microsoft.com/office/drawing/2014/main" id="{840FC12B-005B-454E-BEC1-7DBF1CCFD86A}"/>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The notebook carries the instruction</a:t>
            </a:r>
          </a:p>
        </p:txBody>
      </p:sp>
      <p:sp>
        <p:nvSpPr>
          <p:cNvPr id="3" name="">
            <a:extLst xmlns:a="http://schemas.openxmlformats.org/drawingml/2006/main">
              <a:ext uri="{FF2B5EF4-FFF2-40B4-BE49-F238E27FC236}">
                <a16:creationId xmlns:a16="http://schemas.microsoft.com/office/drawing/2014/main" id="{3152F1E0-B7A6-4F83-B141-26042D6AB60B}"/>
              </a:ext>
            </a:extLst>
          </p:cNvPr>
          <p:cNvSpPr>
            <a:spLocks xmlns:a="http://schemas.openxmlformats.org/drawingml/2006/main" noGrp="1"/>
          </p:cNvSpPr>
          <p:nvPr/>
        </p:nvSpPr>
        <p:spPr>
          <a:xfrm xmlns:a="http://schemas.openxmlformats.org/drawingml/2006/main">
            <a:off x="1619250" y="13811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DF6665"/>
                </a:solidFill>
              </a:defRPr>
            </a:defPPr>
            <a:lvl1pPr>
              <a:defRPr sz="1425" b="1">
                <a:solidFill>
                  <a:srgbClr val="DF6665"/>
                </a:solidFill>
              </a:defRPr>
            </a:lvl1pPr>
            <a:lvl2pPr>
              <a:defRPr sz="1425" b="1">
                <a:solidFill>
                  <a:srgbClr val="DF6665"/>
                </a:solidFill>
              </a:defRPr>
            </a:lvl2pPr>
            <a:lvl3pPr>
              <a:defRPr sz="1425" b="1">
                <a:solidFill>
                  <a:srgbClr val="DF6665"/>
                </a:solidFill>
              </a:defRPr>
            </a:lvl3pPr>
            <a:lvl4pPr>
              <a:defRPr sz="1425" b="1">
                <a:solidFill>
                  <a:srgbClr val="DF6665"/>
                </a:solidFill>
              </a:defRPr>
            </a:lvl4pPr>
            <a:lvl5pPr>
              <a:defRPr sz="1425" b="1">
                <a:solidFill>
                  <a:srgbClr val="DF6665"/>
                </a:solidFill>
              </a:defRPr>
            </a:lvl5pPr>
            <a:lvl6pPr>
              <a:defRPr sz="1425" b="1">
                <a:solidFill>
                  <a:srgbClr val="DF6665"/>
                </a:solidFill>
              </a:defRPr>
            </a:lvl6pPr>
            <a:lvl7pPr>
              <a:defRPr sz="1425" b="1">
                <a:solidFill>
                  <a:srgbClr val="DF6665"/>
                </a:solidFill>
              </a:defRPr>
            </a:lvl7pPr>
            <a:lvl8pPr>
              <a:defRPr sz="1425" b="1">
                <a:solidFill>
                  <a:srgbClr val="DF6665"/>
                </a:solidFill>
              </a:defRPr>
            </a:lvl8pPr>
            <a:lvl9pPr>
              <a:defRPr sz="1425" b="1">
                <a:solidFill>
                  <a:srgbClr val="DF6665"/>
                </a:solidFill>
              </a:defRPr>
            </a:lvl9pPr>
          </a:lstStyle>
          <a:p xmlns:a="http://schemas.openxmlformats.org/drawingml/2006/main">
            <a:pPr>
              <a:defRPr sz="1425" b="1">
                <a:solidFill>
                  <a:srgbClr val="DF6665"/>
                </a:solidFill>
              </a:defRPr>
            </a:pPr>
            <a:r>
              <a:rPr sz="1425" b="1">
                <a:solidFill>
                  <a:srgbClr val="DF6665"/>
                </a:solidFill>
              </a:rPr>
              <a:t>9:00</a:t>
            </a:r>
          </a:p>
        </p:txBody>
      </p:sp>
      <p:sp>
        <p:nvSpPr>
          <p:cNvPr id="4" name="">
            <a:extLst xmlns:a="http://schemas.openxmlformats.org/drawingml/2006/main">
              <a:ext uri="{FF2B5EF4-FFF2-40B4-BE49-F238E27FC236}">
                <a16:creationId xmlns:a16="http://schemas.microsoft.com/office/drawing/2014/main" id="{92F98986-EDE4-4248-B8EF-39C658D3E83C}"/>
              </a:ext>
            </a:extLst>
          </p:cNvPr>
          <p:cNvSpPr>
            <a:spLocks xmlns:a="http://schemas.openxmlformats.org/drawingml/2006/main" noGrp="1"/>
          </p:cNvSpPr>
          <p:nvPr/>
        </p:nvSpPr>
        <p:spPr>
          <a:xfrm xmlns:a="http://schemas.openxmlformats.org/drawingml/2006/main">
            <a:off x="2952750" y="138112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Python review</a:t>
            </a:r>
          </a:p>
        </p:txBody>
      </p:sp>
      <p:sp>
        <p:nvSpPr>
          <p:cNvPr id="5" name="">
            <a:extLst xmlns:a="http://schemas.openxmlformats.org/drawingml/2006/main">
              <a:ext uri="{FF2B5EF4-FFF2-40B4-BE49-F238E27FC236}">
                <a16:creationId xmlns:a16="http://schemas.microsoft.com/office/drawing/2014/main" id="{4BFE675C-467B-4B36-8220-E025BD0D334A}"/>
              </a:ext>
            </a:extLst>
          </p:cNvPr>
          <p:cNvSpPr>
            <a:spLocks xmlns:a="http://schemas.openxmlformats.org/drawingml/2006/main" noGrp="1"/>
          </p:cNvSpPr>
          <p:nvPr/>
        </p:nvSpPr>
        <p:spPr>
          <a:xfrm xmlns:a="http://schemas.openxmlformats.org/drawingml/2006/main">
            <a:off x="1619250" y="18288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5AA446"/>
                </a:solidFill>
              </a:defRPr>
            </a:defPPr>
            <a:lvl1pPr>
              <a:defRPr sz="1425" b="1">
                <a:solidFill>
                  <a:srgbClr val="5AA446"/>
                </a:solidFill>
              </a:defRPr>
            </a:lvl1pPr>
            <a:lvl2pPr>
              <a:defRPr sz="1425" b="1">
                <a:solidFill>
                  <a:srgbClr val="5AA446"/>
                </a:solidFill>
              </a:defRPr>
            </a:lvl2pPr>
            <a:lvl3pPr>
              <a:defRPr sz="1425" b="1">
                <a:solidFill>
                  <a:srgbClr val="5AA446"/>
                </a:solidFill>
              </a:defRPr>
            </a:lvl3pPr>
            <a:lvl4pPr>
              <a:defRPr sz="1425" b="1">
                <a:solidFill>
                  <a:srgbClr val="5AA446"/>
                </a:solidFill>
              </a:defRPr>
            </a:lvl4pPr>
            <a:lvl5pPr>
              <a:defRPr sz="1425" b="1">
                <a:solidFill>
                  <a:srgbClr val="5AA446"/>
                </a:solidFill>
              </a:defRPr>
            </a:lvl5pPr>
            <a:lvl6pPr>
              <a:defRPr sz="1425" b="1">
                <a:solidFill>
                  <a:srgbClr val="5AA446"/>
                </a:solidFill>
              </a:defRPr>
            </a:lvl6pPr>
            <a:lvl7pPr>
              <a:defRPr sz="1425" b="1">
                <a:solidFill>
                  <a:srgbClr val="5AA446"/>
                </a:solidFill>
              </a:defRPr>
            </a:lvl7pPr>
            <a:lvl8pPr>
              <a:defRPr sz="1425" b="1">
                <a:solidFill>
                  <a:srgbClr val="5AA446"/>
                </a:solidFill>
              </a:defRPr>
            </a:lvl8pPr>
            <a:lvl9pPr>
              <a:defRPr sz="1425" b="1">
                <a:solidFill>
                  <a:srgbClr val="5AA446"/>
                </a:solidFill>
              </a:defRPr>
            </a:lvl9pPr>
          </a:lstStyle>
          <a:p xmlns:a="http://schemas.openxmlformats.org/drawingml/2006/main">
            <a:pPr>
              <a:defRPr sz="1425" b="1">
                <a:solidFill>
                  <a:srgbClr val="5AA446"/>
                </a:solidFill>
              </a:defRPr>
            </a:pPr>
            <a:r>
              <a:rPr sz="1425" b="1">
                <a:solidFill>
                  <a:srgbClr val="5AA446"/>
                </a:solidFill>
              </a:rPr>
              <a:t>9:20</a:t>
            </a:r>
          </a:p>
        </p:txBody>
      </p:sp>
      <p:sp>
        <p:nvSpPr>
          <p:cNvPr id="6" name="">
            <a:extLst xmlns:a="http://schemas.openxmlformats.org/drawingml/2006/main">
              <a:ext uri="{FF2B5EF4-FFF2-40B4-BE49-F238E27FC236}">
                <a16:creationId xmlns:a16="http://schemas.microsoft.com/office/drawing/2014/main" id="{549F1A09-5E27-4CF0-86DB-8980DA7E4E2F}"/>
              </a:ext>
            </a:extLst>
          </p:cNvPr>
          <p:cNvSpPr>
            <a:spLocks xmlns:a="http://schemas.openxmlformats.org/drawingml/2006/main" noGrp="1"/>
          </p:cNvSpPr>
          <p:nvPr/>
        </p:nvSpPr>
        <p:spPr>
          <a:xfrm xmlns:a="http://schemas.openxmlformats.org/drawingml/2006/main">
            <a:off x="2952750" y="18288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Cloud mini-lesson</a:t>
            </a:r>
          </a:p>
        </p:txBody>
      </p:sp>
      <p:sp>
        <p:nvSpPr>
          <p:cNvPr id="7" name="">
            <a:extLst xmlns:a="http://schemas.openxmlformats.org/drawingml/2006/main">
              <a:ext uri="{FF2B5EF4-FFF2-40B4-BE49-F238E27FC236}">
                <a16:creationId xmlns:a16="http://schemas.microsoft.com/office/drawing/2014/main" id="{2EB5E895-D66E-4562-8BC7-B03E3C21A157}"/>
              </a:ext>
            </a:extLst>
          </p:cNvPr>
          <p:cNvSpPr>
            <a:spLocks xmlns:a="http://schemas.openxmlformats.org/drawingml/2006/main" noGrp="1"/>
          </p:cNvSpPr>
          <p:nvPr/>
        </p:nvSpPr>
        <p:spPr>
          <a:xfrm xmlns:a="http://schemas.openxmlformats.org/drawingml/2006/main">
            <a:off x="1619250" y="22764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367D96"/>
                </a:solidFill>
              </a:defRPr>
            </a:defPPr>
            <a:lvl1pPr>
              <a:defRPr sz="1425" b="1">
                <a:solidFill>
                  <a:srgbClr val="367D96"/>
                </a:solidFill>
              </a:defRPr>
            </a:lvl1pPr>
            <a:lvl2pPr>
              <a:defRPr sz="1425" b="1">
                <a:solidFill>
                  <a:srgbClr val="367D96"/>
                </a:solidFill>
              </a:defRPr>
            </a:lvl2pPr>
            <a:lvl3pPr>
              <a:defRPr sz="1425" b="1">
                <a:solidFill>
                  <a:srgbClr val="367D96"/>
                </a:solidFill>
              </a:defRPr>
            </a:lvl3pPr>
            <a:lvl4pPr>
              <a:defRPr sz="1425" b="1">
                <a:solidFill>
                  <a:srgbClr val="367D96"/>
                </a:solidFill>
              </a:defRPr>
            </a:lvl4pPr>
            <a:lvl5pPr>
              <a:defRPr sz="1425" b="1">
                <a:solidFill>
                  <a:srgbClr val="367D96"/>
                </a:solidFill>
              </a:defRPr>
            </a:lvl5pPr>
            <a:lvl6pPr>
              <a:defRPr sz="1425" b="1">
                <a:solidFill>
                  <a:srgbClr val="367D96"/>
                </a:solidFill>
              </a:defRPr>
            </a:lvl6pPr>
            <a:lvl7pPr>
              <a:defRPr sz="1425" b="1">
                <a:solidFill>
                  <a:srgbClr val="367D96"/>
                </a:solidFill>
              </a:defRPr>
            </a:lvl7pPr>
            <a:lvl8pPr>
              <a:defRPr sz="1425" b="1">
                <a:solidFill>
                  <a:srgbClr val="367D96"/>
                </a:solidFill>
              </a:defRPr>
            </a:lvl8pPr>
            <a:lvl9pPr>
              <a:defRPr sz="1425" b="1">
                <a:solidFill>
                  <a:srgbClr val="367D96"/>
                </a:solidFill>
              </a:defRPr>
            </a:lvl9pPr>
          </a:lstStyle>
          <a:p xmlns:a="http://schemas.openxmlformats.org/drawingml/2006/main">
            <a:pPr>
              <a:defRPr sz="1425" b="1">
                <a:solidFill>
                  <a:srgbClr val="367D96"/>
                </a:solidFill>
              </a:defRPr>
            </a:pPr>
            <a:r>
              <a:rPr sz="1425" b="1">
                <a:solidFill>
                  <a:srgbClr val="367D96"/>
                </a:solidFill>
              </a:rPr>
              <a:t>9:30</a:t>
            </a:r>
          </a:p>
        </p:txBody>
      </p:sp>
      <p:sp>
        <p:nvSpPr>
          <p:cNvPr id="8" name="">
            <a:extLst xmlns:a="http://schemas.openxmlformats.org/drawingml/2006/main">
              <a:ext uri="{FF2B5EF4-FFF2-40B4-BE49-F238E27FC236}">
                <a16:creationId xmlns:a16="http://schemas.microsoft.com/office/drawing/2014/main" id="{79D70A58-2252-4CB0-A432-F38E691E93EE}"/>
              </a:ext>
            </a:extLst>
          </p:cNvPr>
          <p:cNvSpPr>
            <a:spLocks xmlns:a="http://schemas.openxmlformats.org/drawingml/2006/main" noGrp="1"/>
          </p:cNvSpPr>
          <p:nvPr/>
        </p:nvSpPr>
        <p:spPr>
          <a:xfrm xmlns:a="http://schemas.openxmlformats.org/drawingml/2006/main">
            <a:off x="2952750" y="227647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Launch Colab</a:t>
            </a:r>
          </a:p>
        </p:txBody>
      </p:sp>
      <p:sp>
        <p:nvSpPr>
          <p:cNvPr id="9" name="">
            <a:extLst xmlns:a="http://schemas.openxmlformats.org/drawingml/2006/main">
              <a:ext uri="{FF2B5EF4-FFF2-40B4-BE49-F238E27FC236}">
                <a16:creationId xmlns:a16="http://schemas.microsoft.com/office/drawing/2014/main" id="{11439526-53C3-43AC-8281-39755CFD199C}"/>
              </a:ext>
            </a:extLst>
          </p:cNvPr>
          <p:cNvSpPr>
            <a:spLocks xmlns:a="http://schemas.openxmlformats.org/drawingml/2006/main" noGrp="1"/>
          </p:cNvSpPr>
          <p:nvPr/>
        </p:nvSpPr>
        <p:spPr>
          <a:xfrm xmlns:a="http://schemas.openxmlformats.org/drawingml/2006/main">
            <a:off x="1619250" y="27241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3E9197"/>
                </a:solidFill>
              </a:defRPr>
            </a:defPPr>
            <a:lvl1pPr>
              <a:defRPr sz="1425" b="1">
                <a:solidFill>
                  <a:srgbClr val="3E9197"/>
                </a:solidFill>
              </a:defRPr>
            </a:lvl1pPr>
            <a:lvl2pPr>
              <a:defRPr sz="1425" b="1">
                <a:solidFill>
                  <a:srgbClr val="3E9197"/>
                </a:solidFill>
              </a:defRPr>
            </a:lvl2pPr>
            <a:lvl3pPr>
              <a:defRPr sz="1425" b="1">
                <a:solidFill>
                  <a:srgbClr val="3E9197"/>
                </a:solidFill>
              </a:defRPr>
            </a:lvl3pPr>
            <a:lvl4pPr>
              <a:defRPr sz="1425" b="1">
                <a:solidFill>
                  <a:srgbClr val="3E9197"/>
                </a:solidFill>
              </a:defRPr>
            </a:lvl4pPr>
            <a:lvl5pPr>
              <a:defRPr sz="1425" b="1">
                <a:solidFill>
                  <a:srgbClr val="3E9197"/>
                </a:solidFill>
              </a:defRPr>
            </a:lvl5pPr>
            <a:lvl6pPr>
              <a:defRPr sz="1425" b="1">
                <a:solidFill>
                  <a:srgbClr val="3E9197"/>
                </a:solidFill>
              </a:defRPr>
            </a:lvl6pPr>
            <a:lvl7pPr>
              <a:defRPr sz="1425" b="1">
                <a:solidFill>
                  <a:srgbClr val="3E9197"/>
                </a:solidFill>
              </a:defRPr>
            </a:lvl7pPr>
            <a:lvl8pPr>
              <a:defRPr sz="1425" b="1">
                <a:solidFill>
                  <a:srgbClr val="3E9197"/>
                </a:solidFill>
              </a:defRPr>
            </a:lvl8pPr>
            <a:lvl9pPr>
              <a:defRPr sz="1425" b="1">
                <a:solidFill>
                  <a:srgbClr val="3E9197"/>
                </a:solidFill>
              </a:defRPr>
            </a:lvl9pPr>
          </a:lstStyle>
          <a:p xmlns:a="http://schemas.openxmlformats.org/drawingml/2006/main">
            <a:pPr>
              <a:defRPr sz="1425" b="1">
                <a:solidFill>
                  <a:srgbClr val="3E9197"/>
                </a:solidFill>
              </a:defRPr>
            </a:pPr>
            <a:r>
              <a:rPr sz="1425" b="1">
                <a:solidFill>
                  <a:srgbClr val="3E9197"/>
                </a:solidFill>
              </a:rPr>
              <a:t>9:35</a:t>
            </a:r>
          </a:p>
        </p:txBody>
      </p:sp>
      <p:sp>
        <p:nvSpPr>
          <p:cNvPr id="10" name="">
            <a:extLst xmlns:a="http://schemas.openxmlformats.org/drawingml/2006/main">
              <a:ext uri="{FF2B5EF4-FFF2-40B4-BE49-F238E27FC236}">
                <a16:creationId xmlns:a16="http://schemas.microsoft.com/office/drawing/2014/main" id="{539D315A-8954-4D62-899F-E77C0B885BB9}"/>
              </a:ext>
            </a:extLst>
          </p:cNvPr>
          <p:cNvSpPr>
            <a:spLocks xmlns:a="http://schemas.openxmlformats.org/drawingml/2006/main" noGrp="1"/>
          </p:cNvSpPr>
          <p:nvPr/>
        </p:nvSpPr>
        <p:spPr>
          <a:xfrm xmlns:a="http://schemas.openxmlformats.org/drawingml/2006/main">
            <a:off x="2952750" y="27241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Work block 1</a:t>
            </a:r>
          </a:p>
        </p:txBody>
      </p:sp>
      <p:sp>
        <p:nvSpPr>
          <p:cNvPr id="11" name="">
            <a:extLst xmlns:a="http://schemas.openxmlformats.org/drawingml/2006/main">
              <a:ext uri="{FF2B5EF4-FFF2-40B4-BE49-F238E27FC236}">
                <a16:creationId xmlns:a16="http://schemas.microsoft.com/office/drawing/2014/main" id="{E6D7CE4A-0AEB-4B78-A71A-92D53CEFE299}"/>
              </a:ext>
            </a:extLst>
          </p:cNvPr>
          <p:cNvSpPr>
            <a:spLocks xmlns:a="http://schemas.openxmlformats.org/drawingml/2006/main" noGrp="1"/>
          </p:cNvSpPr>
          <p:nvPr/>
        </p:nvSpPr>
        <p:spPr>
          <a:xfrm xmlns:a="http://schemas.openxmlformats.org/drawingml/2006/main">
            <a:off x="1619250" y="31718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DF6665"/>
                </a:solidFill>
              </a:defRPr>
            </a:defPPr>
            <a:lvl1pPr>
              <a:defRPr sz="1425" b="1">
                <a:solidFill>
                  <a:srgbClr val="DF6665"/>
                </a:solidFill>
              </a:defRPr>
            </a:lvl1pPr>
            <a:lvl2pPr>
              <a:defRPr sz="1425" b="1">
                <a:solidFill>
                  <a:srgbClr val="DF6665"/>
                </a:solidFill>
              </a:defRPr>
            </a:lvl2pPr>
            <a:lvl3pPr>
              <a:defRPr sz="1425" b="1">
                <a:solidFill>
                  <a:srgbClr val="DF6665"/>
                </a:solidFill>
              </a:defRPr>
            </a:lvl3pPr>
            <a:lvl4pPr>
              <a:defRPr sz="1425" b="1">
                <a:solidFill>
                  <a:srgbClr val="DF6665"/>
                </a:solidFill>
              </a:defRPr>
            </a:lvl4pPr>
            <a:lvl5pPr>
              <a:defRPr sz="1425" b="1">
                <a:solidFill>
                  <a:srgbClr val="DF6665"/>
                </a:solidFill>
              </a:defRPr>
            </a:lvl5pPr>
            <a:lvl6pPr>
              <a:defRPr sz="1425" b="1">
                <a:solidFill>
                  <a:srgbClr val="DF6665"/>
                </a:solidFill>
              </a:defRPr>
            </a:lvl6pPr>
            <a:lvl7pPr>
              <a:defRPr sz="1425" b="1">
                <a:solidFill>
                  <a:srgbClr val="DF6665"/>
                </a:solidFill>
              </a:defRPr>
            </a:lvl7pPr>
            <a:lvl8pPr>
              <a:defRPr sz="1425" b="1">
                <a:solidFill>
                  <a:srgbClr val="DF6665"/>
                </a:solidFill>
              </a:defRPr>
            </a:lvl8pPr>
            <a:lvl9pPr>
              <a:defRPr sz="1425" b="1">
                <a:solidFill>
                  <a:srgbClr val="DF6665"/>
                </a:solidFill>
              </a:defRPr>
            </a:lvl9pPr>
          </a:lstStyle>
          <a:p xmlns:a="http://schemas.openxmlformats.org/drawingml/2006/main">
            <a:pPr>
              <a:defRPr sz="1425" b="1">
                <a:solidFill>
                  <a:srgbClr val="DF6665"/>
                </a:solidFill>
              </a:defRPr>
            </a:pPr>
            <a:r>
              <a:rPr sz="1425" b="1">
                <a:solidFill>
                  <a:srgbClr val="DF6665"/>
                </a:solidFill>
              </a:rPr>
              <a:t>10:25</a:t>
            </a:r>
          </a:p>
        </p:txBody>
      </p:sp>
      <p:sp>
        <p:nvSpPr>
          <p:cNvPr id="12" name="">
            <a:extLst xmlns:a="http://schemas.openxmlformats.org/drawingml/2006/main">
              <a:ext uri="{FF2B5EF4-FFF2-40B4-BE49-F238E27FC236}">
                <a16:creationId xmlns:a16="http://schemas.microsoft.com/office/drawing/2014/main" id="{7221450A-EB78-439B-8AF8-BF6FC509BA7B}"/>
              </a:ext>
            </a:extLst>
          </p:cNvPr>
          <p:cNvSpPr>
            <a:spLocks xmlns:a="http://schemas.openxmlformats.org/drawingml/2006/main" noGrp="1"/>
          </p:cNvSpPr>
          <p:nvPr/>
        </p:nvSpPr>
        <p:spPr>
          <a:xfrm xmlns:a="http://schemas.openxmlformats.org/drawingml/2006/main">
            <a:off x="2952750" y="317182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Break</a:t>
            </a:r>
          </a:p>
        </p:txBody>
      </p:sp>
      <p:sp>
        <p:nvSpPr>
          <p:cNvPr id="13" name="">
            <a:extLst xmlns:a="http://schemas.openxmlformats.org/drawingml/2006/main">
              <a:ext uri="{FF2B5EF4-FFF2-40B4-BE49-F238E27FC236}">
                <a16:creationId xmlns:a16="http://schemas.microsoft.com/office/drawing/2014/main" id="{0846C580-9C92-4529-979E-739D992E2F35}"/>
              </a:ext>
            </a:extLst>
          </p:cNvPr>
          <p:cNvSpPr>
            <a:spLocks xmlns:a="http://schemas.openxmlformats.org/drawingml/2006/main" noGrp="1"/>
          </p:cNvSpPr>
          <p:nvPr/>
        </p:nvSpPr>
        <p:spPr>
          <a:xfrm xmlns:a="http://schemas.openxmlformats.org/drawingml/2006/main">
            <a:off x="1619250" y="3619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5AA446"/>
                </a:solidFill>
              </a:defRPr>
            </a:defPPr>
            <a:lvl1pPr>
              <a:defRPr sz="1425" b="1">
                <a:solidFill>
                  <a:srgbClr val="5AA446"/>
                </a:solidFill>
              </a:defRPr>
            </a:lvl1pPr>
            <a:lvl2pPr>
              <a:defRPr sz="1425" b="1">
                <a:solidFill>
                  <a:srgbClr val="5AA446"/>
                </a:solidFill>
              </a:defRPr>
            </a:lvl2pPr>
            <a:lvl3pPr>
              <a:defRPr sz="1425" b="1">
                <a:solidFill>
                  <a:srgbClr val="5AA446"/>
                </a:solidFill>
              </a:defRPr>
            </a:lvl3pPr>
            <a:lvl4pPr>
              <a:defRPr sz="1425" b="1">
                <a:solidFill>
                  <a:srgbClr val="5AA446"/>
                </a:solidFill>
              </a:defRPr>
            </a:lvl4pPr>
            <a:lvl5pPr>
              <a:defRPr sz="1425" b="1">
                <a:solidFill>
                  <a:srgbClr val="5AA446"/>
                </a:solidFill>
              </a:defRPr>
            </a:lvl5pPr>
            <a:lvl6pPr>
              <a:defRPr sz="1425" b="1">
                <a:solidFill>
                  <a:srgbClr val="5AA446"/>
                </a:solidFill>
              </a:defRPr>
            </a:lvl6pPr>
            <a:lvl7pPr>
              <a:defRPr sz="1425" b="1">
                <a:solidFill>
                  <a:srgbClr val="5AA446"/>
                </a:solidFill>
              </a:defRPr>
            </a:lvl7pPr>
            <a:lvl8pPr>
              <a:defRPr sz="1425" b="1">
                <a:solidFill>
                  <a:srgbClr val="5AA446"/>
                </a:solidFill>
              </a:defRPr>
            </a:lvl8pPr>
            <a:lvl9pPr>
              <a:defRPr sz="1425" b="1">
                <a:solidFill>
                  <a:srgbClr val="5AA446"/>
                </a:solidFill>
              </a:defRPr>
            </a:lvl9pPr>
          </a:lstStyle>
          <a:p xmlns:a="http://schemas.openxmlformats.org/drawingml/2006/main">
            <a:pPr>
              <a:defRPr sz="1425" b="1">
                <a:solidFill>
                  <a:srgbClr val="5AA446"/>
                </a:solidFill>
              </a:defRPr>
            </a:pPr>
            <a:r>
              <a:rPr sz="1425" b="1">
                <a:solidFill>
                  <a:srgbClr val="5AA446"/>
                </a:solidFill>
              </a:rPr>
              <a:t>10:35</a:t>
            </a:r>
          </a:p>
        </p:txBody>
      </p:sp>
      <p:sp>
        <p:nvSpPr>
          <p:cNvPr id="14" name="">
            <a:extLst xmlns:a="http://schemas.openxmlformats.org/drawingml/2006/main">
              <a:ext uri="{FF2B5EF4-FFF2-40B4-BE49-F238E27FC236}">
                <a16:creationId xmlns:a16="http://schemas.microsoft.com/office/drawing/2014/main" id="{4C07545B-FBCE-47BC-96D6-845B2AE34503}"/>
              </a:ext>
            </a:extLst>
          </p:cNvPr>
          <p:cNvSpPr>
            <a:spLocks xmlns:a="http://schemas.openxmlformats.org/drawingml/2006/main" noGrp="1"/>
          </p:cNvSpPr>
          <p:nvPr/>
        </p:nvSpPr>
        <p:spPr>
          <a:xfrm xmlns:a="http://schemas.openxmlformats.org/drawingml/2006/main">
            <a:off x="2952750" y="36195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Work block 2</a:t>
            </a:r>
          </a:p>
        </p:txBody>
      </p:sp>
      <p:sp>
        <p:nvSpPr>
          <p:cNvPr id="15" name="">
            <a:extLst xmlns:a="http://schemas.openxmlformats.org/drawingml/2006/main">
              <a:ext uri="{FF2B5EF4-FFF2-40B4-BE49-F238E27FC236}">
                <a16:creationId xmlns:a16="http://schemas.microsoft.com/office/drawing/2014/main" id="{4E4D8AEE-AEF4-447B-8577-A057C9E0DE67}"/>
              </a:ext>
            </a:extLst>
          </p:cNvPr>
          <p:cNvSpPr>
            <a:spLocks xmlns:a="http://schemas.openxmlformats.org/drawingml/2006/main" noGrp="1"/>
          </p:cNvSpPr>
          <p:nvPr/>
        </p:nvSpPr>
        <p:spPr>
          <a:xfrm xmlns:a="http://schemas.openxmlformats.org/drawingml/2006/main">
            <a:off x="1619250" y="40671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367D96"/>
                </a:solidFill>
              </a:defRPr>
            </a:defPPr>
            <a:lvl1pPr>
              <a:defRPr sz="1425" b="1">
                <a:solidFill>
                  <a:srgbClr val="367D96"/>
                </a:solidFill>
              </a:defRPr>
            </a:lvl1pPr>
            <a:lvl2pPr>
              <a:defRPr sz="1425" b="1">
                <a:solidFill>
                  <a:srgbClr val="367D96"/>
                </a:solidFill>
              </a:defRPr>
            </a:lvl2pPr>
            <a:lvl3pPr>
              <a:defRPr sz="1425" b="1">
                <a:solidFill>
                  <a:srgbClr val="367D96"/>
                </a:solidFill>
              </a:defRPr>
            </a:lvl3pPr>
            <a:lvl4pPr>
              <a:defRPr sz="1425" b="1">
                <a:solidFill>
                  <a:srgbClr val="367D96"/>
                </a:solidFill>
              </a:defRPr>
            </a:lvl4pPr>
            <a:lvl5pPr>
              <a:defRPr sz="1425" b="1">
                <a:solidFill>
                  <a:srgbClr val="367D96"/>
                </a:solidFill>
              </a:defRPr>
            </a:lvl5pPr>
            <a:lvl6pPr>
              <a:defRPr sz="1425" b="1">
                <a:solidFill>
                  <a:srgbClr val="367D96"/>
                </a:solidFill>
              </a:defRPr>
            </a:lvl6pPr>
            <a:lvl7pPr>
              <a:defRPr sz="1425" b="1">
                <a:solidFill>
                  <a:srgbClr val="367D96"/>
                </a:solidFill>
              </a:defRPr>
            </a:lvl7pPr>
            <a:lvl8pPr>
              <a:defRPr sz="1425" b="1">
                <a:solidFill>
                  <a:srgbClr val="367D96"/>
                </a:solidFill>
              </a:defRPr>
            </a:lvl8pPr>
            <a:lvl9pPr>
              <a:defRPr sz="1425" b="1">
                <a:solidFill>
                  <a:srgbClr val="367D96"/>
                </a:solidFill>
              </a:defRPr>
            </a:lvl9pPr>
          </a:lstStyle>
          <a:p xmlns:a="http://schemas.openxmlformats.org/drawingml/2006/main">
            <a:pPr>
              <a:defRPr sz="1425" b="1">
                <a:solidFill>
                  <a:srgbClr val="367D96"/>
                </a:solidFill>
              </a:defRPr>
            </a:pPr>
            <a:r>
              <a:rPr sz="1425" b="1">
                <a:solidFill>
                  <a:srgbClr val="367D96"/>
                </a:solidFill>
              </a:rPr>
              <a:t>11:20</a:t>
            </a:r>
          </a:p>
        </p:txBody>
      </p:sp>
      <p:sp>
        <p:nvSpPr>
          <p:cNvPr id="16" name="">
            <a:extLst xmlns:a="http://schemas.openxmlformats.org/drawingml/2006/main">
              <a:ext uri="{FF2B5EF4-FFF2-40B4-BE49-F238E27FC236}">
                <a16:creationId xmlns:a16="http://schemas.microsoft.com/office/drawing/2014/main" id="{805F8EA1-3D51-428E-A4AC-61DA645F2D86}"/>
              </a:ext>
            </a:extLst>
          </p:cNvPr>
          <p:cNvSpPr>
            <a:spLocks xmlns:a="http://schemas.openxmlformats.org/drawingml/2006/main" noGrp="1"/>
          </p:cNvSpPr>
          <p:nvPr/>
        </p:nvSpPr>
        <p:spPr>
          <a:xfrm xmlns:a="http://schemas.openxmlformats.org/drawingml/2006/main">
            <a:off x="2952750" y="406717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Break</a:t>
            </a:r>
          </a:p>
        </p:txBody>
      </p:sp>
      <p:sp>
        <p:nvSpPr>
          <p:cNvPr id="17" name="">
            <a:extLst xmlns:a="http://schemas.openxmlformats.org/drawingml/2006/main">
              <a:ext uri="{FF2B5EF4-FFF2-40B4-BE49-F238E27FC236}">
                <a16:creationId xmlns:a16="http://schemas.microsoft.com/office/drawing/2014/main" id="{501513A0-F7CF-4BEE-853B-2197D9B22CD7}"/>
              </a:ext>
            </a:extLst>
          </p:cNvPr>
          <p:cNvSpPr>
            <a:spLocks xmlns:a="http://schemas.openxmlformats.org/drawingml/2006/main" noGrp="1"/>
          </p:cNvSpPr>
          <p:nvPr/>
        </p:nvSpPr>
        <p:spPr>
          <a:xfrm xmlns:a="http://schemas.openxmlformats.org/drawingml/2006/main">
            <a:off x="1619250" y="45148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3E9197"/>
                </a:solidFill>
              </a:defRPr>
            </a:defPPr>
            <a:lvl1pPr>
              <a:defRPr sz="1425" b="1">
                <a:solidFill>
                  <a:srgbClr val="3E9197"/>
                </a:solidFill>
              </a:defRPr>
            </a:lvl1pPr>
            <a:lvl2pPr>
              <a:defRPr sz="1425" b="1">
                <a:solidFill>
                  <a:srgbClr val="3E9197"/>
                </a:solidFill>
              </a:defRPr>
            </a:lvl2pPr>
            <a:lvl3pPr>
              <a:defRPr sz="1425" b="1">
                <a:solidFill>
                  <a:srgbClr val="3E9197"/>
                </a:solidFill>
              </a:defRPr>
            </a:lvl3pPr>
            <a:lvl4pPr>
              <a:defRPr sz="1425" b="1">
                <a:solidFill>
                  <a:srgbClr val="3E9197"/>
                </a:solidFill>
              </a:defRPr>
            </a:lvl4pPr>
            <a:lvl5pPr>
              <a:defRPr sz="1425" b="1">
                <a:solidFill>
                  <a:srgbClr val="3E9197"/>
                </a:solidFill>
              </a:defRPr>
            </a:lvl5pPr>
            <a:lvl6pPr>
              <a:defRPr sz="1425" b="1">
                <a:solidFill>
                  <a:srgbClr val="3E9197"/>
                </a:solidFill>
              </a:defRPr>
            </a:lvl6pPr>
            <a:lvl7pPr>
              <a:defRPr sz="1425" b="1">
                <a:solidFill>
                  <a:srgbClr val="3E9197"/>
                </a:solidFill>
              </a:defRPr>
            </a:lvl7pPr>
            <a:lvl8pPr>
              <a:defRPr sz="1425" b="1">
                <a:solidFill>
                  <a:srgbClr val="3E9197"/>
                </a:solidFill>
              </a:defRPr>
            </a:lvl8pPr>
            <a:lvl9pPr>
              <a:defRPr sz="1425" b="1">
                <a:solidFill>
                  <a:srgbClr val="3E9197"/>
                </a:solidFill>
              </a:defRPr>
            </a:lvl9pPr>
          </a:lstStyle>
          <a:p xmlns:a="http://schemas.openxmlformats.org/drawingml/2006/main">
            <a:pPr>
              <a:defRPr sz="1425" b="1">
                <a:solidFill>
                  <a:srgbClr val="3E9197"/>
                </a:solidFill>
              </a:defRPr>
            </a:pPr>
            <a:r>
              <a:rPr sz="1425" b="1">
                <a:solidFill>
                  <a:srgbClr val="3E9197"/>
                </a:solidFill>
              </a:rPr>
              <a:t>11:30</a:t>
            </a:r>
          </a:p>
        </p:txBody>
      </p:sp>
      <p:sp>
        <p:nvSpPr>
          <p:cNvPr id="18" name="">
            <a:extLst xmlns:a="http://schemas.openxmlformats.org/drawingml/2006/main">
              <a:ext uri="{FF2B5EF4-FFF2-40B4-BE49-F238E27FC236}">
                <a16:creationId xmlns:a16="http://schemas.microsoft.com/office/drawing/2014/main" id="{4475C7AB-4225-4BDB-B5E4-7D5317E8C369}"/>
              </a:ext>
            </a:extLst>
          </p:cNvPr>
          <p:cNvSpPr>
            <a:spLocks xmlns:a="http://schemas.openxmlformats.org/drawingml/2006/main" noGrp="1"/>
          </p:cNvSpPr>
          <p:nvPr/>
        </p:nvSpPr>
        <p:spPr>
          <a:xfrm xmlns:a="http://schemas.openxmlformats.org/drawingml/2006/main">
            <a:off x="2952750" y="45148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Tracker project</a:t>
            </a:r>
          </a:p>
        </p:txBody>
      </p:sp>
      <p:sp>
        <p:nvSpPr>
          <p:cNvPr id="19" name="">
            <a:extLst xmlns:a="http://schemas.openxmlformats.org/drawingml/2006/main">
              <a:ext uri="{FF2B5EF4-FFF2-40B4-BE49-F238E27FC236}">
                <a16:creationId xmlns:a16="http://schemas.microsoft.com/office/drawing/2014/main" id="{4283008F-7254-439A-A24A-A6B19CECEE4F}"/>
              </a:ext>
            </a:extLst>
          </p:cNvPr>
          <p:cNvSpPr>
            <a:spLocks xmlns:a="http://schemas.openxmlformats.org/drawingml/2006/main" noGrp="1"/>
          </p:cNvSpPr>
          <p:nvPr/>
        </p:nvSpPr>
        <p:spPr>
          <a:xfrm xmlns:a="http://schemas.openxmlformats.org/drawingml/2006/main">
            <a:off x="1619250" y="49625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DF6665"/>
                </a:solidFill>
              </a:defRPr>
            </a:defPPr>
            <a:lvl1pPr>
              <a:defRPr sz="1425" b="1">
                <a:solidFill>
                  <a:srgbClr val="DF6665"/>
                </a:solidFill>
              </a:defRPr>
            </a:lvl1pPr>
            <a:lvl2pPr>
              <a:defRPr sz="1425" b="1">
                <a:solidFill>
                  <a:srgbClr val="DF6665"/>
                </a:solidFill>
              </a:defRPr>
            </a:lvl2pPr>
            <a:lvl3pPr>
              <a:defRPr sz="1425" b="1">
                <a:solidFill>
                  <a:srgbClr val="DF6665"/>
                </a:solidFill>
              </a:defRPr>
            </a:lvl3pPr>
            <a:lvl4pPr>
              <a:defRPr sz="1425" b="1">
                <a:solidFill>
                  <a:srgbClr val="DF6665"/>
                </a:solidFill>
              </a:defRPr>
            </a:lvl4pPr>
            <a:lvl5pPr>
              <a:defRPr sz="1425" b="1">
                <a:solidFill>
                  <a:srgbClr val="DF6665"/>
                </a:solidFill>
              </a:defRPr>
            </a:lvl5pPr>
            <a:lvl6pPr>
              <a:defRPr sz="1425" b="1">
                <a:solidFill>
                  <a:srgbClr val="DF6665"/>
                </a:solidFill>
              </a:defRPr>
            </a:lvl6pPr>
            <a:lvl7pPr>
              <a:defRPr sz="1425" b="1">
                <a:solidFill>
                  <a:srgbClr val="DF6665"/>
                </a:solidFill>
              </a:defRPr>
            </a:lvl7pPr>
            <a:lvl8pPr>
              <a:defRPr sz="1425" b="1">
                <a:solidFill>
                  <a:srgbClr val="DF6665"/>
                </a:solidFill>
              </a:defRPr>
            </a:lvl8pPr>
            <a:lvl9pPr>
              <a:defRPr sz="1425" b="1">
                <a:solidFill>
                  <a:srgbClr val="DF6665"/>
                </a:solidFill>
              </a:defRPr>
            </a:lvl9pPr>
          </a:lstStyle>
          <a:p xmlns:a="http://schemas.openxmlformats.org/drawingml/2006/main">
            <a:pPr>
              <a:defRPr sz="1425" b="1">
                <a:solidFill>
                  <a:srgbClr val="DF6665"/>
                </a:solidFill>
              </a:defRPr>
            </a:pPr>
            <a:r>
              <a:rPr sz="1425" b="1">
                <a:solidFill>
                  <a:srgbClr val="DF6665"/>
                </a:solidFill>
              </a:rPr>
              <a:t>12:25</a:t>
            </a:r>
          </a:p>
        </p:txBody>
      </p:sp>
      <p:sp>
        <p:nvSpPr>
          <p:cNvPr id="20" name="">
            <a:extLst xmlns:a="http://schemas.openxmlformats.org/drawingml/2006/main">
              <a:ext uri="{FF2B5EF4-FFF2-40B4-BE49-F238E27FC236}">
                <a16:creationId xmlns:a16="http://schemas.microsoft.com/office/drawing/2014/main" id="{F7175E10-F2E1-414A-B0B1-F6DB5E4C3ECA}"/>
              </a:ext>
            </a:extLst>
          </p:cNvPr>
          <p:cNvSpPr>
            <a:spLocks xmlns:a="http://schemas.openxmlformats.org/drawingml/2006/main" noGrp="1"/>
          </p:cNvSpPr>
          <p:nvPr/>
        </p:nvSpPr>
        <p:spPr>
          <a:xfrm xmlns:a="http://schemas.openxmlformats.org/drawingml/2006/main">
            <a:off x="2952750" y="496252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Peer test</a:t>
            </a:r>
          </a:p>
        </p:txBody>
      </p:sp>
      <p:sp>
        <p:nvSpPr>
          <p:cNvPr id="21" name="">
            <a:extLst xmlns:a="http://schemas.openxmlformats.org/drawingml/2006/main">
              <a:ext uri="{FF2B5EF4-FFF2-40B4-BE49-F238E27FC236}">
                <a16:creationId xmlns:a16="http://schemas.microsoft.com/office/drawing/2014/main" id="{19ED32CB-11E4-457C-AC07-91DD8889C77C}"/>
              </a:ext>
            </a:extLst>
          </p:cNvPr>
          <p:cNvSpPr>
            <a:spLocks xmlns:a="http://schemas.openxmlformats.org/drawingml/2006/main" noGrp="1"/>
          </p:cNvSpPr>
          <p:nvPr/>
        </p:nvSpPr>
        <p:spPr>
          <a:xfrm xmlns:a="http://schemas.openxmlformats.org/drawingml/2006/main">
            <a:off x="1619250" y="54102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5AA446"/>
                </a:solidFill>
              </a:defRPr>
            </a:defPPr>
            <a:lvl1pPr>
              <a:defRPr sz="1425" b="1">
                <a:solidFill>
                  <a:srgbClr val="5AA446"/>
                </a:solidFill>
              </a:defRPr>
            </a:lvl1pPr>
            <a:lvl2pPr>
              <a:defRPr sz="1425" b="1">
                <a:solidFill>
                  <a:srgbClr val="5AA446"/>
                </a:solidFill>
              </a:defRPr>
            </a:lvl2pPr>
            <a:lvl3pPr>
              <a:defRPr sz="1425" b="1">
                <a:solidFill>
                  <a:srgbClr val="5AA446"/>
                </a:solidFill>
              </a:defRPr>
            </a:lvl3pPr>
            <a:lvl4pPr>
              <a:defRPr sz="1425" b="1">
                <a:solidFill>
                  <a:srgbClr val="5AA446"/>
                </a:solidFill>
              </a:defRPr>
            </a:lvl4pPr>
            <a:lvl5pPr>
              <a:defRPr sz="1425" b="1">
                <a:solidFill>
                  <a:srgbClr val="5AA446"/>
                </a:solidFill>
              </a:defRPr>
            </a:lvl5pPr>
            <a:lvl6pPr>
              <a:defRPr sz="1425" b="1">
                <a:solidFill>
                  <a:srgbClr val="5AA446"/>
                </a:solidFill>
              </a:defRPr>
            </a:lvl6pPr>
            <a:lvl7pPr>
              <a:defRPr sz="1425" b="1">
                <a:solidFill>
                  <a:srgbClr val="5AA446"/>
                </a:solidFill>
              </a:defRPr>
            </a:lvl7pPr>
            <a:lvl8pPr>
              <a:defRPr sz="1425" b="1">
                <a:solidFill>
                  <a:srgbClr val="5AA446"/>
                </a:solidFill>
              </a:defRPr>
            </a:lvl8pPr>
            <a:lvl9pPr>
              <a:defRPr sz="1425" b="1">
                <a:solidFill>
                  <a:srgbClr val="5AA446"/>
                </a:solidFill>
              </a:defRPr>
            </a:lvl9pPr>
          </a:lstStyle>
          <a:p xmlns:a="http://schemas.openxmlformats.org/drawingml/2006/main">
            <a:pPr>
              <a:defRPr sz="1425" b="1">
                <a:solidFill>
                  <a:srgbClr val="5AA446"/>
                </a:solidFill>
              </a:defRPr>
            </a:pPr>
            <a:r>
              <a:rPr sz="1425" b="1">
                <a:solidFill>
                  <a:srgbClr val="5AA446"/>
                </a:solidFill>
              </a:rPr>
              <a:t>12:45</a:t>
            </a:r>
          </a:p>
        </p:txBody>
      </p:sp>
      <p:sp>
        <p:nvSpPr>
          <p:cNvPr id="22" name="">
            <a:extLst xmlns:a="http://schemas.openxmlformats.org/drawingml/2006/main">
              <a:ext uri="{FF2B5EF4-FFF2-40B4-BE49-F238E27FC236}">
                <a16:creationId xmlns:a16="http://schemas.microsoft.com/office/drawing/2014/main" id="{F062DE1A-1EA3-4A91-ACBB-233400017593}"/>
              </a:ext>
            </a:extLst>
          </p:cNvPr>
          <p:cNvSpPr>
            <a:spLocks xmlns:a="http://schemas.openxmlformats.org/drawingml/2006/main" noGrp="1"/>
          </p:cNvSpPr>
          <p:nvPr/>
        </p:nvSpPr>
        <p:spPr>
          <a:xfrm xmlns:a="http://schemas.openxmlformats.org/drawingml/2006/main">
            <a:off x="2952750" y="5410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7324D"/>
                </a:solidFill>
              </a:defRPr>
            </a:defPPr>
            <a:lvl1pPr>
              <a:defRPr sz="1650" b="0">
                <a:solidFill>
                  <a:srgbClr val="17324D"/>
                </a:solidFill>
              </a:defRPr>
            </a:lvl1pPr>
            <a:lvl2pPr>
              <a:defRPr sz="1650" b="0">
                <a:solidFill>
                  <a:srgbClr val="17324D"/>
                </a:solidFill>
              </a:defRPr>
            </a:lvl2pPr>
            <a:lvl3pPr>
              <a:defRPr sz="1650" b="0">
                <a:solidFill>
                  <a:srgbClr val="17324D"/>
                </a:solidFill>
              </a:defRPr>
            </a:lvl3pPr>
            <a:lvl4pPr>
              <a:defRPr sz="1650" b="0">
                <a:solidFill>
                  <a:srgbClr val="17324D"/>
                </a:solidFill>
              </a:defRPr>
            </a:lvl4pPr>
            <a:lvl5pPr>
              <a:defRPr sz="1650" b="0">
                <a:solidFill>
                  <a:srgbClr val="17324D"/>
                </a:solidFill>
              </a:defRPr>
            </a:lvl5pPr>
            <a:lvl6pPr>
              <a:defRPr sz="1650" b="0">
                <a:solidFill>
                  <a:srgbClr val="17324D"/>
                </a:solidFill>
              </a:defRPr>
            </a:lvl6pPr>
            <a:lvl7pPr>
              <a:defRPr sz="1650" b="0">
                <a:solidFill>
                  <a:srgbClr val="17324D"/>
                </a:solidFill>
              </a:defRPr>
            </a:lvl7pPr>
            <a:lvl8pPr>
              <a:defRPr sz="1650" b="0">
                <a:solidFill>
                  <a:srgbClr val="17324D"/>
                </a:solidFill>
              </a:defRPr>
            </a:lvl8pPr>
            <a:lvl9pPr>
              <a:defRPr sz="1650" b="0">
                <a:solidFill>
                  <a:srgbClr val="17324D"/>
                </a:solidFill>
              </a:defRPr>
            </a:lvl9pPr>
          </a:lstStyle>
          <a:p xmlns:a="http://schemas.openxmlformats.org/drawingml/2006/main">
            <a:pPr>
              <a:defRPr sz="1650" b="0">
                <a:solidFill>
                  <a:srgbClr val="17324D"/>
                </a:solidFill>
              </a:defRPr>
            </a:pPr>
            <a:r>
              <a:rPr sz="1650" b="0">
                <a:solidFill>
                  <a:srgbClr val="17324D"/>
                </a:solidFill>
              </a:rPr>
              <a:t>Exit ticket</a:t>
            </a:r>
          </a:p>
        </p:txBody>
      </p:sp>
      <p:sp>
        <p:nvSpPr>
          <p:cNvPr id="23" name="">
            <a:extLst xmlns:a="http://schemas.openxmlformats.org/drawingml/2006/main">
              <a:ext uri="{FF2B5EF4-FFF2-40B4-BE49-F238E27FC236}">
                <a16:creationId xmlns:a16="http://schemas.microsoft.com/office/drawing/2014/main" id="{59046CDD-DCF3-4864-B616-2BC9FC3AD4E5}"/>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9:32–9:33 | Schedule</a:t>
            </a:r>
          </a:p>
        </p:txBody>
      </p:sp>
    </p:spTree>
    <p:extLst>
      <p:ext uri="{BB962C8B-B14F-4D97-AF65-F5344CB8AC3E}">
        <p14:creationId xmlns:p14="http://schemas.microsoft.com/office/powerpoint/2010/main" val="182734440"/>
      </p:ext>
    </p:extLst>
  </p:cSld>
</p:sld>
</file>

<file path=ppt/slides/slide10.xml><?xml version="1.0" encoding="utf-8"?>
<p:sld xmlns:p="http://schemas.openxmlformats.org/presentationml/2006/main">
  <p:cSld>
    <p:bg>
      <p:bgPr>
        <a:solidFill xmlns:a="http://schemas.openxmlformats.org/drawingml/2006/main">
          <a:srgbClr val="EAF3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150EA8B-B0D3-4BF7-B03A-76E5BED36DEE}"/>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Colab launch</a:t>
            </a:r>
          </a:p>
        </p:txBody>
      </p:sp>
      <p:sp>
        <p:nvSpPr>
          <p:cNvPr id="2" name="">
            <a:extLst xmlns:a="http://schemas.openxmlformats.org/drawingml/2006/main">
              <a:ext uri="{FF2B5EF4-FFF2-40B4-BE49-F238E27FC236}">
                <a16:creationId xmlns:a16="http://schemas.microsoft.com/office/drawing/2014/main" id="{71D7A68F-F21E-46EB-8465-81FC84545777}"/>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Open the shared link and make your own copy</a:t>
            </a:r>
          </a:p>
        </p:txBody>
      </p:sp>
      <p:sp>
        <p:nvSpPr>
          <p:cNvPr id="3" name="">
            <a:extLst xmlns:a="http://schemas.openxmlformats.org/drawingml/2006/main">
              <a:ext uri="{FF2B5EF4-FFF2-40B4-BE49-F238E27FC236}">
                <a16:creationId xmlns:a16="http://schemas.microsoft.com/office/drawing/2014/main" id="{711C2DAE-1A03-4D5B-B9EE-6F041B879550}"/>
              </a:ext>
            </a:extLst>
          </p:cNvPr>
          <p:cNvSpPr>
            <a:spLocks xmlns:a="http://schemas.openxmlformats.org/drawingml/2006/main" noGrp="1"/>
          </p:cNvSpPr>
          <p:nvPr/>
        </p:nvSpPr>
        <p:spPr>
          <a:xfrm xmlns:a="http://schemas.openxmlformats.org/drawingml/2006/main">
            <a:off x="1000125" y="16192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DF6665"/>
                </a:solidFill>
              </a:defRPr>
            </a:defPPr>
            <a:lvl1pPr>
              <a:defRPr sz="1800" b="1">
                <a:solidFill>
                  <a:srgbClr val="DF6665"/>
                </a:solidFill>
              </a:defRPr>
            </a:lvl1pPr>
            <a:lvl2pPr>
              <a:defRPr sz="1800" b="1">
                <a:solidFill>
                  <a:srgbClr val="DF6665"/>
                </a:solidFill>
              </a:defRPr>
            </a:lvl2pPr>
            <a:lvl3pPr>
              <a:defRPr sz="1800" b="1">
                <a:solidFill>
                  <a:srgbClr val="DF6665"/>
                </a:solidFill>
              </a:defRPr>
            </a:lvl3pPr>
            <a:lvl4pPr>
              <a:defRPr sz="1800" b="1">
                <a:solidFill>
                  <a:srgbClr val="DF6665"/>
                </a:solidFill>
              </a:defRPr>
            </a:lvl4pPr>
            <a:lvl5pPr>
              <a:defRPr sz="1800" b="1">
                <a:solidFill>
                  <a:srgbClr val="DF6665"/>
                </a:solidFill>
              </a:defRPr>
            </a:lvl5pPr>
            <a:lvl6pPr>
              <a:defRPr sz="1800" b="1">
                <a:solidFill>
                  <a:srgbClr val="DF6665"/>
                </a:solidFill>
              </a:defRPr>
            </a:lvl6pPr>
            <a:lvl7pPr>
              <a:defRPr sz="1800" b="1">
                <a:solidFill>
                  <a:srgbClr val="DF6665"/>
                </a:solidFill>
              </a:defRPr>
            </a:lvl7pPr>
            <a:lvl8pPr>
              <a:defRPr sz="1800" b="1">
                <a:solidFill>
                  <a:srgbClr val="DF6665"/>
                </a:solidFill>
              </a:defRPr>
            </a:lvl8pPr>
            <a:lvl9pPr>
              <a:defRPr sz="1800" b="1">
                <a:solidFill>
                  <a:srgbClr val="DF6665"/>
                </a:solidFill>
              </a:defRPr>
            </a:lvl9pPr>
          </a:lstStyle>
          <a:p xmlns:a="http://schemas.openxmlformats.org/drawingml/2006/main">
            <a:pPr>
              <a:defRPr sz="1800" b="1">
                <a:solidFill>
                  <a:srgbClr val="DF6665"/>
                </a:solidFill>
              </a:defRPr>
            </a:pPr>
            <a:r>
              <a:rPr sz="1800" b="1">
                <a:solidFill>
                  <a:srgbClr val="DF6665"/>
                </a:solidFill>
              </a:rPr>
              <a:t>1</a:t>
            </a:r>
          </a:p>
        </p:txBody>
      </p:sp>
      <p:sp>
        <p:nvSpPr>
          <p:cNvPr id="4" name="">
            <a:extLst xmlns:a="http://schemas.openxmlformats.org/drawingml/2006/main">
              <a:ext uri="{FF2B5EF4-FFF2-40B4-BE49-F238E27FC236}">
                <a16:creationId xmlns:a16="http://schemas.microsoft.com/office/drawing/2014/main" id="{C01465C0-B6CD-40C9-8E81-A0835CEFF647}"/>
              </a:ext>
            </a:extLst>
          </p:cNvPr>
          <p:cNvSpPr>
            <a:spLocks xmlns:a="http://schemas.openxmlformats.org/drawingml/2006/main" noGrp="1"/>
          </p:cNvSpPr>
          <p:nvPr/>
        </p:nvSpPr>
        <p:spPr>
          <a:xfrm xmlns:a="http://schemas.openxmlformats.org/drawingml/2006/main">
            <a:off x="1457325" y="16192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Open the Week 4 Colab link</a:t>
            </a:r>
          </a:p>
        </p:txBody>
      </p:sp>
      <p:sp>
        <p:nvSpPr>
          <p:cNvPr id="5" name="">
            <a:extLst xmlns:a="http://schemas.openxmlformats.org/drawingml/2006/main">
              <a:ext uri="{FF2B5EF4-FFF2-40B4-BE49-F238E27FC236}">
                <a16:creationId xmlns:a16="http://schemas.microsoft.com/office/drawing/2014/main" id="{0BF80F9F-F2B2-4CB6-800A-7E37CE8199A7}"/>
              </a:ext>
            </a:extLst>
          </p:cNvPr>
          <p:cNvSpPr>
            <a:spLocks xmlns:a="http://schemas.openxmlformats.org/drawingml/2006/main" noGrp="1"/>
          </p:cNvSpPr>
          <p:nvPr/>
        </p:nvSpPr>
        <p:spPr>
          <a:xfrm xmlns:a="http://schemas.openxmlformats.org/drawingml/2006/main">
            <a:off x="1000125" y="24193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5AA446"/>
                </a:solidFill>
              </a:defRPr>
            </a:defPPr>
            <a:lvl1pPr>
              <a:defRPr sz="1800" b="1">
                <a:solidFill>
                  <a:srgbClr val="5AA446"/>
                </a:solidFill>
              </a:defRPr>
            </a:lvl1pPr>
            <a:lvl2pPr>
              <a:defRPr sz="1800" b="1">
                <a:solidFill>
                  <a:srgbClr val="5AA446"/>
                </a:solidFill>
              </a:defRPr>
            </a:lvl2pPr>
            <a:lvl3pPr>
              <a:defRPr sz="1800" b="1">
                <a:solidFill>
                  <a:srgbClr val="5AA446"/>
                </a:solidFill>
              </a:defRPr>
            </a:lvl3pPr>
            <a:lvl4pPr>
              <a:defRPr sz="1800" b="1">
                <a:solidFill>
                  <a:srgbClr val="5AA446"/>
                </a:solidFill>
              </a:defRPr>
            </a:lvl4pPr>
            <a:lvl5pPr>
              <a:defRPr sz="1800" b="1">
                <a:solidFill>
                  <a:srgbClr val="5AA446"/>
                </a:solidFill>
              </a:defRPr>
            </a:lvl5pPr>
            <a:lvl6pPr>
              <a:defRPr sz="1800" b="1">
                <a:solidFill>
                  <a:srgbClr val="5AA446"/>
                </a:solidFill>
              </a:defRPr>
            </a:lvl6pPr>
            <a:lvl7pPr>
              <a:defRPr sz="1800" b="1">
                <a:solidFill>
                  <a:srgbClr val="5AA446"/>
                </a:solidFill>
              </a:defRPr>
            </a:lvl7pPr>
            <a:lvl8pPr>
              <a:defRPr sz="1800" b="1">
                <a:solidFill>
                  <a:srgbClr val="5AA446"/>
                </a:solidFill>
              </a:defRPr>
            </a:lvl8pPr>
            <a:lvl9pPr>
              <a:defRPr sz="1800" b="1">
                <a:solidFill>
                  <a:srgbClr val="5AA446"/>
                </a:solidFill>
              </a:defRPr>
            </a:lvl9pPr>
          </a:lstStyle>
          <a:p xmlns:a="http://schemas.openxmlformats.org/drawingml/2006/main">
            <a:pPr>
              <a:defRPr sz="1800" b="1">
                <a:solidFill>
                  <a:srgbClr val="5AA446"/>
                </a:solidFill>
              </a:defRPr>
            </a:pPr>
            <a:r>
              <a:rPr sz="1800" b="1">
                <a:solidFill>
                  <a:srgbClr val="5AA446"/>
                </a:solidFill>
              </a:rPr>
              <a:t>2</a:t>
            </a:r>
          </a:p>
        </p:txBody>
      </p:sp>
      <p:sp>
        <p:nvSpPr>
          <p:cNvPr id="6" name="">
            <a:extLst xmlns:a="http://schemas.openxmlformats.org/drawingml/2006/main">
              <a:ext uri="{FF2B5EF4-FFF2-40B4-BE49-F238E27FC236}">
                <a16:creationId xmlns:a16="http://schemas.microsoft.com/office/drawing/2014/main" id="{FF89F25E-8099-43DC-90A1-9A3ECE39C991}"/>
              </a:ext>
            </a:extLst>
          </p:cNvPr>
          <p:cNvSpPr>
            <a:spLocks xmlns:a="http://schemas.openxmlformats.org/drawingml/2006/main" noGrp="1"/>
          </p:cNvSpPr>
          <p:nvPr/>
        </p:nvSpPr>
        <p:spPr>
          <a:xfrm xmlns:a="http://schemas.openxmlformats.org/drawingml/2006/main">
            <a:off x="1457325" y="24193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Choose File &gt; Save a copy in Drive</a:t>
            </a:r>
          </a:p>
        </p:txBody>
      </p:sp>
      <p:sp>
        <p:nvSpPr>
          <p:cNvPr id="7" name="">
            <a:extLst xmlns:a="http://schemas.openxmlformats.org/drawingml/2006/main">
              <a:ext uri="{FF2B5EF4-FFF2-40B4-BE49-F238E27FC236}">
                <a16:creationId xmlns:a16="http://schemas.microsoft.com/office/drawing/2014/main" id="{9F96708A-F367-4300-A431-CEB2D44275F4}"/>
              </a:ext>
            </a:extLst>
          </p:cNvPr>
          <p:cNvSpPr>
            <a:spLocks xmlns:a="http://schemas.openxmlformats.org/drawingml/2006/main" noGrp="1"/>
          </p:cNvSpPr>
          <p:nvPr/>
        </p:nvSpPr>
        <p:spPr>
          <a:xfrm xmlns:a="http://schemas.openxmlformats.org/drawingml/2006/main">
            <a:off x="1000125" y="32194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367D96"/>
                </a:solidFill>
              </a:defRPr>
            </a:defPPr>
            <a:lvl1pPr>
              <a:defRPr sz="1800" b="1">
                <a:solidFill>
                  <a:srgbClr val="367D96"/>
                </a:solidFill>
              </a:defRPr>
            </a:lvl1pPr>
            <a:lvl2pPr>
              <a:defRPr sz="1800" b="1">
                <a:solidFill>
                  <a:srgbClr val="367D96"/>
                </a:solidFill>
              </a:defRPr>
            </a:lvl2pPr>
            <a:lvl3pPr>
              <a:defRPr sz="1800" b="1">
                <a:solidFill>
                  <a:srgbClr val="367D96"/>
                </a:solidFill>
              </a:defRPr>
            </a:lvl3pPr>
            <a:lvl4pPr>
              <a:defRPr sz="1800" b="1">
                <a:solidFill>
                  <a:srgbClr val="367D96"/>
                </a:solidFill>
              </a:defRPr>
            </a:lvl4pPr>
            <a:lvl5pPr>
              <a:defRPr sz="1800" b="1">
                <a:solidFill>
                  <a:srgbClr val="367D96"/>
                </a:solidFill>
              </a:defRPr>
            </a:lvl5pPr>
            <a:lvl6pPr>
              <a:defRPr sz="1800" b="1">
                <a:solidFill>
                  <a:srgbClr val="367D96"/>
                </a:solidFill>
              </a:defRPr>
            </a:lvl6pPr>
            <a:lvl7pPr>
              <a:defRPr sz="1800" b="1">
                <a:solidFill>
                  <a:srgbClr val="367D96"/>
                </a:solidFill>
              </a:defRPr>
            </a:lvl7pPr>
            <a:lvl8pPr>
              <a:defRPr sz="1800" b="1">
                <a:solidFill>
                  <a:srgbClr val="367D96"/>
                </a:solidFill>
              </a:defRPr>
            </a:lvl8pPr>
            <a:lvl9pPr>
              <a:defRPr sz="1800" b="1">
                <a:solidFill>
                  <a:srgbClr val="367D96"/>
                </a:solidFill>
              </a:defRPr>
            </a:lvl9pPr>
          </a:lstStyle>
          <a:p xmlns:a="http://schemas.openxmlformats.org/drawingml/2006/main">
            <a:pPr>
              <a:defRPr sz="1800" b="1">
                <a:solidFill>
                  <a:srgbClr val="367D96"/>
                </a:solidFill>
              </a:defRPr>
            </a:pPr>
            <a:r>
              <a:rPr sz="1800" b="1">
                <a:solidFill>
                  <a:srgbClr val="367D96"/>
                </a:solidFill>
              </a:rPr>
              <a:t>3</a:t>
            </a:r>
          </a:p>
        </p:txBody>
      </p:sp>
      <p:sp>
        <p:nvSpPr>
          <p:cNvPr id="8" name="">
            <a:extLst xmlns:a="http://schemas.openxmlformats.org/drawingml/2006/main">
              <a:ext uri="{FF2B5EF4-FFF2-40B4-BE49-F238E27FC236}">
                <a16:creationId xmlns:a16="http://schemas.microsoft.com/office/drawing/2014/main" id="{8E2C0876-8A45-4021-852D-BD0A2FC5C2AA}"/>
              </a:ext>
            </a:extLst>
          </p:cNvPr>
          <p:cNvSpPr>
            <a:spLocks xmlns:a="http://schemas.openxmlformats.org/drawingml/2006/main" noGrp="1"/>
          </p:cNvSpPr>
          <p:nvPr/>
        </p:nvSpPr>
        <p:spPr>
          <a:xfrm xmlns:a="http://schemas.openxmlformats.org/drawingml/2006/main">
            <a:off x="1457325" y="32194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Run Runtime check and Self-check helper</a:t>
            </a:r>
          </a:p>
        </p:txBody>
      </p:sp>
      <p:sp>
        <p:nvSpPr>
          <p:cNvPr id="9" name="">
            <a:extLst xmlns:a="http://schemas.openxmlformats.org/drawingml/2006/main">
              <a:ext uri="{FF2B5EF4-FFF2-40B4-BE49-F238E27FC236}">
                <a16:creationId xmlns:a16="http://schemas.microsoft.com/office/drawing/2014/main" id="{EBD04CFB-33A2-424A-A799-2FA37BD88984}"/>
              </a:ext>
            </a:extLst>
          </p:cNvPr>
          <p:cNvSpPr>
            <a:spLocks xmlns:a="http://schemas.openxmlformats.org/drawingml/2006/main" noGrp="1"/>
          </p:cNvSpPr>
          <p:nvPr/>
        </p:nvSpPr>
        <p:spPr>
          <a:xfrm xmlns:a="http://schemas.openxmlformats.org/drawingml/2006/main">
            <a:off x="1000125" y="40195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3E9197"/>
                </a:solidFill>
              </a:defRPr>
            </a:defPPr>
            <a:lvl1pPr>
              <a:defRPr sz="1800" b="1">
                <a:solidFill>
                  <a:srgbClr val="3E9197"/>
                </a:solidFill>
              </a:defRPr>
            </a:lvl1pPr>
            <a:lvl2pPr>
              <a:defRPr sz="1800" b="1">
                <a:solidFill>
                  <a:srgbClr val="3E9197"/>
                </a:solidFill>
              </a:defRPr>
            </a:lvl2pPr>
            <a:lvl3pPr>
              <a:defRPr sz="1800" b="1">
                <a:solidFill>
                  <a:srgbClr val="3E9197"/>
                </a:solidFill>
              </a:defRPr>
            </a:lvl3pPr>
            <a:lvl4pPr>
              <a:defRPr sz="1800" b="1">
                <a:solidFill>
                  <a:srgbClr val="3E9197"/>
                </a:solidFill>
              </a:defRPr>
            </a:lvl4pPr>
            <a:lvl5pPr>
              <a:defRPr sz="1800" b="1">
                <a:solidFill>
                  <a:srgbClr val="3E9197"/>
                </a:solidFill>
              </a:defRPr>
            </a:lvl5pPr>
            <a:lvl6pPr>
              <a:defRPr sz="1800" b="1">
                <a:solidFill>
                  <a:srgbClr val="3E9197"/>
                </a:solidFill>
              </a:defRPr>
            </a:lvl6pPr>
            <a:lvl7pPr>
              <a:defRPr sz="1800" b="1">
                <a:solidFill>
                  <a:srgbClr val="3E9197"/>
                </a:solidFill>
              </a:defRPr>
            </a:lvl7pPr>
            <a:lvl8pPr>
              <a:defRPr sz="1800" b="1">
                <a:solidFill>
                  <a:srgbClr val="3E9197"/>
                </a:solidFill>
              </a:defRPr>
            </a:lvl8pPr>
            <a:lvl9pPr>
              <a:defRPr sz="1800" b="1">
                <a:solidFill>
                  <a:srgbClr val="3E9197"/>
                </a:solidFill>
              </a:defRPr>
            </a:lvl9pPr>
          </a:lstStyle>
          <a:p xmlns:a="http://schemas.openxmlformats.org/drawingml/2006/main">
            <a:pPr>
              <a:defRPr sz="1800" b="1">
                <a:solidFill>
                  <a:srgbClr val="3E9197"/>
                </a:solidFill>
              </a:defRPr>
            </a:pPr>
            <a:r>
              <a:rPr sz="1800" b="1">
                <a:solidFill>
                  <a:srgbClr val="3E9197"/>
                </a:solidFill>
              </a:rPr>
              <a:t>4</a:t>
            </a:r>
          </a:p>
        </p:txBody>
      </p:sp>
      <p:sp>
        <p:nvSpPr>
          <p:cNvPr id="10" name="">
            <a:extLst xmlns:a="http://schemas.openxmlformats.org/drawingml/2006/main">
              <a:ext uri="{FF2B5EF4-FFF2-40B4-BE49-F238E27FC236}">
                <a16:creationId xmlns:a16="http://schemas.microsoft.com/office/drawing/2014/main" id="{E1412998-F8A1-4CB1-A285-2FE2B907BB4E}"/>
              </a:ext>
            </a:extLst>
          </p:cNvPr>
          <p:cNvSpPr>
            <a:spLocks xmlns:a="http://schemas.openxmlformats.org/drawingml/2006/main" noGrp="1"/>
          </p:cNvSpPr>
          <p:nvPr/>
        </p:nvSpPr>
        <p:spPr>
          <a:xfrm xmlns:a="http://schemas.openxmlformats.org/drawingml/2006/main">
            <a:off x="1457325" y="40195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Rename the copy with your name</a:t>
            </a:r>
          </a:p>
        </p:txBody>
      </p:sp>
      <p:sp>
        <p:nvSpPr>
          <p:cNvPr id="11" name="">
            <a:extLst xmlns:a="http://schemas.openxmlformats.org/drawingml/2006/main">
              <a:ext uri="{FF2B5EF4-FFF2-40B4-BE49-F238E27FC236}">
                <a16:creationId xmlns:a16="http://schemas.microsoft.com/office/drawing/2014/main" id="{190B3874-3290-42E1-9D3F-57F0FD5002C5}"/>
              </a:ext>
            </a:extLst>
          </p:cNvPr>
          <p:cNvSpPr>
            <a:spLocks xmlns:a="http://schemas.openxmlformats.org/drawingml/2006/main" noGrp="1"/>
          </p:cNvSpPr>
          <p:nvPr/>
        </p:nvSpPr>
        <p:spPr>
          <a:xfrm xmlns:a="http://schemas.openxmlformats.org/drawingml/2006/main">
            <a:off x="8524875" y="1571625"/>
            <a:ext cx="2571750" cy="2619375"/>
          </a:xfrm>
          <a:prstGeom xmlns:a="http://schemas.openxmlformats.org/drawingml/2006/main" prst="roundRect">
            <a:avLst>
              <a:gd name="adj" fmla="val 2963"/>
            </a:avLst>
          </a:prstGeom>
          <a:solidFill xmlns:a="http://schemas.openxmlformats.org/drawingml/2006/main">
            <a:srgbClr val="1537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7FE28EF-20A6-4565-8F4B-1440C29796FE}"/>
              </a:ext>
            </a:extLst>
          </p:cNvPr>
          <p:cNvSpPr>
            <a:spLocks xmlns:a="http://schemas.openxmlformats.org/drawingml/2006/main" noGrp="1"/>
          </p:cNvSpPr>
          <p:nvPr/>
        </p:nvSpPr>
        <p:spPr>
          <a:xfrm xmlns:a="http://schemas.openxmlformats.org/drawingml/2006/main">
            <a:off x="8905875" y="21907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850" b="1">
                <a:solidFill>
                  <a:srgbClr val="FFFFFF"/>
                </a:solidFill>
              </a:defRPr>
            </a:defPPr>
            <a:lvl1pPr algn="ctr">
              <a:defRPr sz="2850" b="1">
                <a:solidFill>
                  <a:srgbClr val="FFFFFF"/>
                </a:solidFill>
              </a:defRPr>
            </a:lvl1pPr>
            <a:lvl2pPr algn="ctr">
              <a:defRPr sz="2850" b="1">
                <a:solidFill>
                  <a:srgbClr val="FFFFFF"/>
                </a:solidFill>
              </a:defRPr>
            </a:lvl2pPr>
            <a:lvl3pPr algn="ctr">
              <a:defRPr sz="2850" b="1">
                <a:solidFill>
                  <a:srgbClr val="FFFFFF"/>
                </a:solidFill>
              </a:defRPr>
            </a:lvl3pPr>
            <a:lvl4pPr algn="ctr">
              <a:defRPr sz="2850" b="1">
                <a:solidFill>
                  <a:srgbClr val="FFFFFF"/>
                </a:solidFill>
              </a:defRPr>
            </a:lvl4pPr>
            <a:lvl5pPr algn="ctr">
              <a:defRPr sz="2850" b="1">
                <a:solidFill>
                  <a:srgbClr val="FFFFFF"/>
                </a:solidFill>
              </a:defRPr>
            </a:lvl5pPr>
            <a:lvl6pPr algn="ctr">
              <a:defRPr sz="2850" b="1">
                <a:solidFill>
                  <a:srgbClr val="FFFFFF"/>
                </a:solidFill>
              </a:defRPr>
            </a:lvl6pPr>
            <a:lvl7pPr algn="ctr">
              <a:defRPr sz="2850" b="1">
                <a:solidFill>
                  <a:srgbClr val="FFFFFF"/>
                </a:solidFill>
              </a:defRPr>
            </a:lvl7pPr>
            <a:lvl8pPr algn="ctr">
              <a:defRPr sz="2850" b="1">
                <a:solidFill>
                  <a:srgbClr val="FFFFFF"/>
                </a:solidFill>
              </a:defRPr>
            </a:lvl8pPr>
            <a:lvl9pPr algn="ctr">
              <a:defRPr sz="2850" b="1">
                <a:solidFill>
                  <a:srgbClr val="FFFFFF"/>
                </a:solidFill>
              </a:defRPr>
            </a:lvl9pPr>
          </a:lstStyle>
          <a:p xmlns:a="http://schemas.openxmlformats.org/drawingml/2006/main">
            <a:pPr algn="ctr">
              <a:defRPr sz="2850" b="1">
                <a:solidFill>
                  <a:srgbClr val="FFFFFF"/>
                </a:solidFill>
              </a:defRPr>
            </a:pPr>
            <a:r>
              <a:rPr sz="2850" b="1">
                <a:solidFill>
                  <a:srgbClr val="FFFFFF"/>
                </a:solidFill>
              </a:rPr>
              <a:t>READY</a:t>
            </a:r>
          </a:p>
        </p:txBody>
      </p:sp>
      <p:sp>
        <p:nvSpPr>
          <p:cNvPr id="13" name="">
            <a:extLst xmlns:a="http://schemas.openxmlformats.org/drawingml/2006/main">
              <a:ext uri="{FF2B5EF4-FFF2-40B4-BE49-F238E27FC236}">
                <a16:creationId xmlns:a16="http://schemas.microsoft.com/office/drawing/2014/main" id="{94C2DC55-669E-45B0-A0C4-7AC61646661A}"/>
              </a:ext>
            </a:extLst>
          </p:cNvPr>
          <p:cNvSpPr>
            <a:spLocks xmlns:a="http://schemas.openxmlformats.org/drawingml/2006/main" noGrp="1"/>
          </p:cNvSpPr>
          <p:nvPr/>
        </p:nvSpPr>
        <p:spPr>
          <a:xfrm xmlns:a="http://schemas.openxmlformats.org/drawingml/2006/main">
            <a:off x="8905875" y="3095625"/>
            <a:ext cx="1809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0">
                <a:solidFill>
                  <a:srgbClr val="B9D7E2"/>
                </a:solidFill>
              </a:defRPr>
            </a:defPPr>
            <a:lvl1pPr algn="ctr">
              <a:defRPr sz="1575" b="0">
                <a:solidFill>
                  <a:srgbClr val="B9D7E2"/>
                </a:solidFill>
              </a:defRPr>
            </a:lvl1pPr>
            <a:lvl2pPr algn="ctr">
              <a:defRPr sz="1575" b="0">
                <a:solidFill>
                  <a:srgbClr val="B9D7E2"/>
                </a:solidFill>
              </a:defRPr>
            </a:lvl2pPr>
            <a:lvl3pPr algn="ctr">
              <a:defRPr sz="1575" b="0">
                <a:solidFill>
                  <a:srgbClr val="B9D7E2"/>
                </a:solidFill>
              </a:defRPr>
            </a:lvl3pPr>
            <a:lvl4pPr algn="ctr">
              <a:defRPr sz="1575" b="0">
                <a:solidFill>
                  <a:srgbClr val="B9D7E2"/>
                </a:solidFill>
              </a:defRPr>
            </a:lvl4pPr>
            <a:lvl5pPr algn="ctr">
              <a:defRPr sz="1575" b="0">
                <a:solidFill>
                  <a:srgbClr val="B9D7E2"/>
                </a:solidFill>
              </a:defRPr>
            </a:lvl5pPr>
            <a:lvl6pPr algn="ctr">
              <a:defRPr sz="1575" b="0">
                <a:solidFill>
                  <a:srgbClr val="B9D7E2"/>
                </a:solidFill>
              </a:defRPr>
            </a:lvl6pPr>
            <a:lvl7pPr algn="ctr">
              <a:defRPr sz="1575" b="0">
                <a:solidFill>
                  <a:srgbClr val="B9D7E2"/>
                </a:solidFill>
              </a:defRPr>
            </a:lvl7pPr>
            <a:lvl8pPr algn="ctr">
              <a:defRPr sz="1575" b="0">
                <a:solidFill>
                  <a:srgbClr val="B9D7E2"/>
                </a:solidFill>
              </a:defRPr>
            </a:lvl8pPr>
            <a:lvl9pPr algn="ctr">
              <a:defRPr sz="1575" b="0">
                <a:solidFill>
                  <a:srgbClr val="B9D7E2"/>
                </a:solidFill>
              </a:defRPr>
            </a:lvl9pPr>
          </a:lstStyle>
          <a:p xmlns:a="http://schemas.openxmlformats.org/drawingml/2006/main">
            <a:pPr algn="ctr">
              <a:defRPr sz="1575" b="0">
                <a:solidFill>
                  <a:srgbClr val="B9D7E2"/>
                </a:solidFill>
              </a:defRPr>
            </a:pPr>
            <a:r>
              <a:rPr sz="1575" b="0">
                <a:solidFill>
                  <a:srgbClr val="B9D7E2"/>
                </a:solidFill>
              </a:rPr>
              <a:t>Python version</a:t>
            </a:r>
          </a:p>
          <a:p xmlns:a="http://schemas.openxmlformats.org/drawingml/2006/main">
            <a:pPr algn="ctr">
              <a:defRPr sz="1575" b="0">
                <a:solidFill>
                  <a:srgbClr val="B9D7E2"/>
                </a:solidFill>
              </a:defRPr>
            </a:pPr>
            <a:r>
              <a:rPr sz="1575" b="0">
                <a:solidFill>
                  <a:srgbClr val="B9D7E2"/>
                </a:solidFill>
              </a:rPr>
              <a:t>Notebook ready</a:t>
            </a:r>
          </a:p>
        </p:txBody>
      </p:sp>
      <p:sp>
        <p:nvSpPr>
          <p:cNvPr id="14" name="">
            <a:extLst xmlns:a="http://schemas.openxmlformats.org/drawingml/2006/main">
              <a:ext uri="{FF2B5EF4-FFF2-40B4-BE49-F238E27FC236}">
                <a16:creationId xmlns:a16="http://schemas.microsoft.com/office/drawing/2014/main" id="{CAB923CC-4109-4474-B389-DE0A7B32A820}"/>
              </a:ext>
            </a:extLst>
          </p:cNvPr>
          <p:cNvSpPr>
            <a:spLocks xmlns:a="http://schemas.openxmlformats.org/drawingml/2006/main" noGrp="1"/>
          </p:cNvSpPr>
          <p:nvPr/>
        </p:nvSpPr>
        <p:spPr>
          <a:xfrm xmlns:a="http://schemas.openxmlformats.org/drawingml/2006/main">
            <a:off x="1428750" y="533400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DF6665"/>
                </a:solidFill>
              </a:defRPr>
            </a:defPPr>
            <a:lvl1pPr algn="ctr">
              <a:defRPr sz="1800" b="1">
                <a:solidFill>
                  <a:srgbClr val="DF6665"/>
                </a:solidFill>
              </a:defRPr>
            </a:lvl1pPr>
            <a:lvl2pPr algn="ctr">
              <a:defRPr sz="1800" b="1">
                <a:solidFill>
                  <a:srgbClr val="DF6665"/>
                </a:solidFill>
              </a:defRPr>
            </a:lvl2pPr>
            <a:lvl3pPr algn="ctr">
              <a:defRPr sz="1800" b="1">
                <a:solidFill>
                  <a:srgbClr val="DF6665"/>
                </a:solidFill>
              </a:defRPr>
            </a:lvl3pPr>
            <a:lvl4pPr algn="ctr">
              <a:defRPr sz="1800" b="1">
                <a:solidFill>
                  <a:srgbClr val="DF6665"/>
                </a:solidFill>
              </a:defRPr>
            </a:lvl4pPr>
            <a:lvl5pPr algn="ctr">
              <a:defRPr sz="1800" b="1">
                <a:solidFill>
                  <a:srgbClr val="DF6665"/>
                </a:solidFill>
              </a:defRPr>
            </a:lvl5pPr>
            <a:lvl6pPr algn="ctr">
              <a:defRPr sz="1800" b="1">
                <a:solidFill>
                  <a:srgbClr val="DF6665"/>
                </a:solidFill>
              </a:defRPr>
            </a:lvl6pPr>
            <a:lvl7pPr algn="ctr">
              <a:defRPr sz="1800" b="1">
                <a:solidFill>
                  <a:srgbClr val="DF6665"/>
                </a:solidFill>
              </a:defRPr>
            </a:lvl7pPr>
            <a:lvl8pPr algn="ctr">
              <a:defRPr sz="1800" b="1">
                <a:solidFill>
                  <a:srgbClr val="DF6665"/>
                </a:solidFill>
              </a:defRPr>
            </a:lvl8pPr>
            <a:lvl9pPr algn="ctr">
              <a:defRPr sz="1800" b="1">
                <a:solidFill>
                  <a:srgbClr val="DF6665"/>
                </a:solidFill>
              </a:defRPr>
            </a:lvl9pPr>
          </a:lstStyle>
          <a:p xmlns:a="http://schemas.openxmlformats.org/drawingml/2006/main">
            <a:pPr algn="ctr">
              <a:defRPr sz="1800" b="1">
                <a:solidFill>
                  <a:srgbClr val="DF6665"/>
                </a:solidFill>
              </a:defRPr>
            </a:pPr>
            <a:r>
              <a:rPr sz="1800" b="1">
                <a:solidFill>
                  <a:srgbClr val="DF6665"/>
                </a:solidFill>
              </a:rPr>
              <a:t>End of class: download the .ipynb file</a:t>
            </a:r>
          </a:p>
        </p:txBody>
      </p:sp>
      <p:sp>
        <p:nvSpPr>
          <p:cNvPr id="15" name="">
            <a:extLst xmlns:a="http://schemas.openxmlformats.org/drawingml/2006/main">
              <a:ext uri="{FF2B5EF4-FFF2-40B4-BE49-F238E27FC236}">
                <a16:creationId xmlns:a16="http://schemas.microsoft.com/office/drawing/2014/main" id="{58AE99B4-3420-4212-BCD7-6D2DD008AAC0}"/>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9:33–9:35 | Notebook launch</a:t>
            </a:r>
          </a:p>
        </p:txBody>
      </p:sp>
    </p:spTree>
    <p:extLst>
      <p:ext uri="{BB962C8B-B14F-4D97-AF65-F5344CB8AC3E}">
        <p14:creationId xmlns:p14="http://schemas.microsoft.com/office/powerpoint/2010/main" val="746939203"/>
      </p:ext>
    </p:extLst>
  </p:cSld>
</p:sld>
</file>

<file path=ppt/slides/slide11.xml><?xml version="1.0" encoding="utf-8"?>
<p:sld xmlns:p="http://schemas.openxmlformats.org/presentationml/2006/main">
  <p:cSld>
    <p:bg>
      <p:bgPr>
        <a:solidFill xmlns:a="http://schemas.openxmlformats.org/drawingml/2006/main">
          <a:srgbClr val="EEF6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BC998D4-DCD7-432A-B307-6CD79FF0B0B0}"/>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Colab work block 1</a:t>
            </a:r>
          </a:p>
        </p:txBody>
      </p:sp>
      <p:sp>
        <p:nvSpPr>
          <p:cNvPr id="2" name="">
            <a:extLst xmlns:a="http://schemas.openxmlformats.org/drawingml/2006/main">
              <a:ext uri="{FF2B5EF4-FFF2-40B4-BE49-F238E27FC236}">
                <a16:creationId xmlns:a16="http://schemas.microsoft.com/office/drawing/2014/main" id="{41B07012-11B9-47D7-A58C-1C32D1E0A10C}"/>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Values, decisions, lists, and for loops</a:t>
            </a:r>
          </a:p>
        </p:txBody>
      </p:sp>
      <p:sp>
        <p:nvSpPr>
          <p:cNvPr id="3" name="">
            <a:extLst xmlns:a="http://schemas.openxmlformats.org/drawingml/2006/main">
              <a:ext uri="{FF2B5EF4-FFF2-40B4-BE49-F238E27FC236}">
                <a16:creationId xmlns:a16="http://schemas.microsoft.com/office/drawing/2014/main" id="{0C69E5DD-9E0D-4DAB-BF46-6181D614AF83}"/>
              </a:ext>
            </a:extLst>
          </p:cNvPr>
          <p:cNvSpPr>
            <a:spLocks xmlns:a="http://schemas.openxmlformats.org/drawingml/2006/main" noGrp="1"/>
          </p:cNvSpPr>
          <p:nvPr/>
        </p:nvSpPr>
        <p:spPr>
          <a:xfrm xmlns:a="http://schemas.openxmlformats.org/drawingml/2006/main">
            <a:off x="952500" y="152400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5AA446"/>
                </a:solidFill>
              </a:defRPr>
            </a:defPPr>
            <a:lvl1pPr>
              <a:defRPr sz="2100" b="1">
                <a:solidFill>
                  <a:srgbClr val="5AA446"/>
                </a:solidFill>
              </a:defRPr>
            </a:lvl1pPr>
            <a:lvl2pPr>
              <a:defRPr sz="2100" b="1">
                <a:solidFill>
                  <a:srgbClr val="5AA446"/>
                </a:solidFill>
              </a:defRPr>
            </a:lvl2pPr>
            <a:lvl3pPr>
              <a:defRPr sz="2100" b="1">
                <a:solidFill>
                  <a:srgbClr val="5AA446"/>
                </a:solidFill>
              </a:defRPr>
            </a:lvl3pPr>
            <a:lvl4pPr>
              <a:defRPr sz="2100" b="1">
                <a:solidFill>
                  <a:srgbClr val="5AA446"/>
                </a:solidFill>
              </a:defRPr>
            </a:lvl4pPr>
            <a:lvl5pPr>
              <a:defRPr sz="2100" b="1">
                <a:solidFill>
                  <a:srgbClr val="5AA446"/>
                </a:solidFill>
              </a:defRPr>
            </a:lvl5pPr>
            <a:lvl6pPr>
              <a:defRPr sz="2100" b="1">
                <a:solidFill>
                  <a:srgbClr val="5AA446"/>
                </a:solidFill>
              </a:defRPr>
            </a:lvl6pPr>
            <a:lvl7pPr>
              <a:defRPr sz="2100" b="1">
                <a:solidFill>
                  <a:srgbClr val="5AA446"/>
                </a:solidFill>
              </a:defRPr>
            </a:lvl7pPr>
            <a:lvl8pPr>
              <a:defRPr sz="2100" b="1">
                <a:solidFill>
                  <a:srgbClr val="5AA446"/>
                </a:solidFill>
              </a:defRPr>
            </a:lvl8pPr>
            <a:lvl9pPr>
              <a:defRPr sz="2100" b="1">
                <a:solidFill>
                  <a:srgbClr val="5AA446"/>
                </a:solidFill>
              </a:defRPr>
            </a:lvl9pPr>
          </a:lstStyle>
          <a:p xmlns:a="http://schemas.openxmlformats.org/drawingml/2006/main">
            <a:pPr>
              <a:defRPr sz="2100" b="1">
                <a:solidFill>
                  <a:srgbClr val="5AA446"/>
                </a:solidFill>
              </a:defRPr>
            </a:pPr>
            <a:r>
              <a:rPr sz="2100" b="1">
                <a:solidFill>
                  <a:srgbClr val="5AA446"/>
                </a:solidFill>
              </a:rPr>
              <a:t>WORK UNTIL 10:25</a:t>
            </a:r>
          </a:p>
        </p:txBody>
      </p:sp>
      <p:sp>
        <p:nvSpPr>
          <p:cNvPr id="4" name="">
            <a:extLst xmlns:a="http://schemas.openxmlformats.org/drawingml/2006/main">
              <a:ext uri="{FF2B5EF4-FFF2-40B4-BE49-F238E27FC236}">
                <a16:creationId xmlns:a16="http://schemas.microsoft.com/office/drawing/2014/main" id="{C93A0E93-54DB-4B44-BDC7-A136FB937898}"/>
              </a:ext>
            </a:extLst>
          </p:cNvPr>
          <p:cNvSpPr>
            <a:spLocks xmlns:a="http://schemas.openxmlformats.org/drawingml/2006/main" noGrp="1"/>
          </p:cNvSpPr>
          <p:nvPr/>
        </p:nvSpPr>
        <p:spPr>
          <a:xfrm xmlns:a="http://schemas.openxmlformats.org/drawingml/2006/main">
            <a:off x="1047750" y="22383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DF6665"/>
                </a:solidFill>
              </a:defRPr>
            </a:defPPr>
            <a:lvl1pPr>
              <a:defRPr sz="1725" b="1">
                <a:solidFill>
                  <a:srgbClr val="DF6665"/>
                </a:solidFill>
              </a:defRPr>
            </a:lvl1pPr>
            <a:lvl2pPr>
              <a:defRPr sz="1725" b="1">
                <a:solidFill>
                  <a:srgbClr val="DF6665"/>
                </a:solidFill>
              </a:defRPr>
            </a:lvl2pPr>
            <a:lvl3pPr>
              <a:defRPr sz="1725" b="1">
                <a:solidFill>
                  <a:srgbClr val="DF6665"/>
                </a:solidFill>
              </a:defRPr>
            </a:lvl3pPr>
            <a:lvl4pPr>
              <a:defRPr sz="1725" b="1">
                <a:solidFill>
                  <a:srgbClr val="DF6665"/>
                </a:solidFill>
              </a:defRPr>
            </a:lvl4pPr>
            <a:lvl5pPr>
              <a:defRPr sz="1725" b="1">
                <a:solidFill>
                  <a:srgbClr val="DF6665"/>
                </a:solidFill>
              </a:defRPr>
            </a:lvl5pPr>
            <a:lvl6pPr>
              <a:defRPr sz="1725" b="1">
                <a:solidFill>
                  <a:srgbClr val="DF6665"/>
                </a:solidFill>
              </a:defRPr>
            </a:lvl6pPr>
            <a:lvl7pPr>
              <a:defRPr sz="1725" b="1">
                <a:solidFill>
                  <a:srgbClr val="DF6665"/>
                </a:solidFill>
              </a:defRPr>
            </a:lvl7pPr>
            <a:lvl8pPr>
              <a:defRPr sz="1725" b="1">
                <a:solidFill>
                  <a:srgbClr val="DF6665"/>
                </a:solidFill>
              </a:defRPr>
            </a:lvl8pPr>
            <a:lvl9pPr>
              <a:defRPr sz="1725" b="1">
                <a:solidFill>
                  <a:srgbClr val="DF6665"/>
                </a:solidFill>
              </a:defRPr>
            </a:lvl9pPr>
          </a:lstStyle>
          <a:p xmlns:a="http://schemas.openxmlformats.org/drawingml/2006/main">
            <a:pPr>
              <a:defRPr sz="1725" b="1">
                <a:solidFill>
                  <a:srgbClr val="DF6665"/>
                </a:solidFill>
              </a:defRPr>
            </a:pPr>
            <a:r>
              <a:rPr sz="1725" b="1">
                <a:solidFill>
                  <a:srgbClr val="DF6665"/>
                </a:solidFill>
              </a:rPr>
              <a:t>1</a:t>
            </a:r>
          </a:p>
        </p:txBody>
      </p:sp>
      <p:sp>
        <p:nvSpPr>
          <p:cNvPr id="5" name="">
            <a:extLst xmlns:a="http://schemas.openxmlformats.org/drawingml/2006/main">
              <a:ext uri="{FF2B5EF4-FFF2-40B4-BE49-F238E27FC236}">
                <a16:creationId xmlns:a16="http://schemas.microsoft.com/office/drawing/2014/main" id="{950AFD58-3C7A-48FB-A069-C88ACDC805CA}"/>
              </a:ext>
            </a:extLst>
          </p:cNvPr>
          <p:cNvSpPr>
            <a:spLocks xmlns:a="http://schemas.openxmlformats.org/drawingml/2006/main" noGrp="1"/>
          </p:cNvSpPr>
          <p:nvPr/>
        </p:nvSpPr>
        <p:spPr>
          <a:xfrm xmlns:a="http://schemas.openxmlformats.org/drawingml/2006/main">
            <a:off x="1504950" y="2238375"/>
            <a:ext cx="4876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Sections 1–4</a:t>
            </a:r>
          </a:p>
        </p:txBody>
      </p:sp>
      <p:sp>
        <p:nvSpPr>
          <p:cNvPr id="6" name="">
            <a:extLst xmlns:a="http://schemas.openxmlformats.org/drawingml/2006/main">
              <a:ext uri="{FF2B5EF4-FFF2-40B4-BE49-F238E27FC236}">
                <a16:creationId xmlns:a16="http://schemas.microsoft.com/office/drawing/2014/main" id="{FFD7D8FD-57C3-429E-8648-1B144CA7A4CA}"/>
              </a:ext>
            </a:extLst>
          </p:cNvPr>
          <p:cNvSpPr>
            <a:spLocks xmlns:a="http://schemas.openxmlformats.org/drawingml/2006/main" noGrp="1"/>
          </p:cNvSpPr>
          <p:nvPr/>
        </p:nvSpPr>
        <p:spPr>
          <a:xfrm xmlns:a="http://schemas.openxmlformats.org/drawingml/2006/main">
            <a:off x="1047750" y="29622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5AA446"/>
                </a:solidFill>
              </a:defRPr>
            </a:defPPr>
            <a:lvl1pPr>
              <a:defRPr sz="1725" b="1">
                <a:solidFill>
                  <a:srgbClr val="5AA446"/>
                </a:solidFill>
              </a:defRPr>
            </a:lvl1pPr>
            <a:lvl2pPr>
              <a:defRPr sz="1725" b="1">
                <a:solidFill>
                  <a:srgbClr val="5AA446"/>
                </a:solidFill>
              </a:defRPr>
            </a:lvl2pPr>
            <a:lvl3pPr>
              <a:defRPr sz="1725" b="1">
                <a:solidFill>
                  <a:srgbClr val="5AA446"/>
                </a:solidFill>
              </a:defRPr>
            </a:lvl3pPr>
            <a:lvl4pPr>
              <a:defRPr sz="1725" b="1">
                <a:solidFill>
                  <a:srgbClr val="5AA446"/>
                </a:solidFill>
              </a:defRPr>
            </a:lvl4pPr>
            <a:lvl5pPr>
              <a:defRPr sz="1725" b="1">
                <a:solidFill>
                  <a:srgbClr val="5AA446"/>
                </a:solidFill>
              </a:defRPr>
            </a:lvl5pPr>
            <a:lvl6pPr>
              <a:defRPr sz="1725" b="1">
                <a:solidFill>
                  <a:srgbClr val="5AA446"/>
                </a:solidFill>
              </a:defRPr>
            </a:lvl6pPr>
            <a:lvl7pPr>
              <a:defRPr sz="1725" b="1">
                <a:solidFill>
                  <a:srgbClr val="5AA446"/>
                </a:solidFill>
              </a:defRPr>
            </a:lvl7pPr>
            <a:lvl8pPr>
              <a:defRPr sz="1725" b="1">
                <a:solidFill>
                  <a:srgbClr val="5AA446"/>
                </a:solidFill>
              </a:defRPr>
            </a:lvl8pPr>
            <a:lvl9pPr>
              <a:defRPr sz="1725" b="1">
                <a:solidFill>
                  <a:srgbClr val="5AA446"/>
                </a:solidFill>
              </a:defRPr>
            </a:lvl9pPr>
          </a:lstStyle>
          <a:p xmlns:a="http://schemas.openxmlformats.org/drawingml/2006/main">
            <a:pPr>
              <a:defRPr sz="1725" b="1">
                <a:solidFill>
                  <a:srgbClr val="5AA446"/>
                </a:solidFill>
              </a:defRPr>
            </a:pPr>
            <a:r>
              <a:rPr sz="1725" b="1">
                <a:solidFill>
                  <a:srgbClr val="5AA446"/>
                </a:solidFill>
              </a:rPr>
              <a:t>2</a:t>
            </a:r>
          </a:p>
        </p:txBody>
      </p:sp>
      <p:sp>
        <p:nvSpPr>
          <p:cNvPr id="7" name="">
            <a:extLst xmlns:a="http://schemas.openxmlformats.org/drawingml/2006/main">
              <a:ext uri="{FF2B5EF4-FFF2-40B4-BE49-F238E27FC236}">
                <a16:creationId xmlns:a16="http://schemas.microsoft.com/office/drawing/2014/main" id="{D2DD7540-8BC2-41F6-88B7-3C98AD07F3F5}"/>
              </a:ext>
            </a:extLst>
          </p:cNvPr>
          <p:cNvSpPr>
            <a:spLocks xmlns:a="http://schemas.openxmlformats.org/drawingml/2006/main" noGrp="1"/>
          </p:cNvSpPr>
          <p:nvPr/>
        </p:nvSpPr>
        <p:spPr>
          <a:xfrm xmlns:a="http://schemas.openxmlformats.org/drawingml/2006/main">
            <a:off x="1504950" y="2962275"/>
            <a:ext cx="4876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Practices 1–6</a:t>
            </a:r>
          </a:p>
        </p:txBody>
      </p:sp>
      <p:sp>
        <p:nvSpPr>
          <p:cNvPr id="8" name="">
            <a:extLst xmlns:a="http://schemas.openxmlformats.org/drawingml/2006/main">
              <a:ext uri="{FF2B5EF4-FFF2-40B4-BE49-F238E27FC236}">
                <a16:creationId xmlns:a16="http://schemas.microsoft.com/office/drawing/2014/main" id="{99EBB272-1EA3-4EF5-A77F-FC21BEDE8F2C}"/>
              </a:ext>
            </a:extLst>
          </p:cNvPr>
          <p:cNvSpPr>
            <a:spLocks xmlns:a="http://schemas.openxmlformats.org/drawingml/2006/main" noGrp="1"/>
          </p:cNvSpPr>
          <p:nvPr/>
        </p:nvSpPr>
        <p:spPr>
          <a:xfrm xmlns:a="http://schemas.openxmlformats.org/drawingml/2006/main">
            <a:off x="1047750" y="36861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67D96"/>
                </a:solidFill>
              </a:defRPr>
            </a:defPPr>
            <a:lvl1pPr>
              <a:defRPr sz="1725" b="1">
                <a:solidFill>
                  <a:srgbClr val="367D96"/>
                </a:solidFill>
              </a:defRPr>
            </a:lvl1pPr>
            <a:lvl2pPr>
              <a:defRPr sz="1725" b="1">
                <a:solidFill>
                  <a:srgbClr val="367D96"/>
                </a:solidFill>
              </a:defRPr>
            </a:lvl2pPr>
            <a:lvl3pPr>
              <a:defRPr sz="1725" b="1">
                <a:solidFill>
                  <a:srgbClr val="367D96"/>
                </a:solidFill>
              </a:defRPr>
            </a:lvl3pPr>
            <a:lvl4pPr>
              <a:defRPr sz="1725" b="1">
                <a:solidFill>
                  <a:srgbClr val="367D96"/>
                </a:solidFill>
              </a:defRPr>
            </a:lvl4pPr>
            <a:lvl5pPr>
              <a:defRPr sz="1725" b="1">
                <a:solidFill>
                  <a:srgbClr val="367D96"/>
                </a:solidFill>
              </a:defRPr>
            </a:lvl5pPr>
            <a:lvl6pPr>
              <a:defRPr sz="1725" b="1">
                <a:solidFill>
                  <a:srgbClr val="367D96"/>
                </a:solidFill>
              </a:defRPr>
            </a:lvl6pPr>
            <a:lvl7pPr>
              <a:defRPr sz="1725" b="1">
                <a:solidFill>
                  <a:srgbClr val="367D96"/>
                </a:solidFill>
              </a:defRPr>
            </a:lvl7pPr>
            <a:lvl8pPr>
              <a:defRPr sz="1725" b="1">
                <a:solidFill>
                  <a:srgbClr val="367D96"/>
                </a:solidFill>
              </a:defRPr>
            </a:lvl8pPr>
            <a:lvl9pPr>
              <a:defRPr sz="1725" b="1">
                <a:solidFill>
                  <a:srgbClr val="367D96"/>
                </a:solidFill>
              </a:defRPr>
            </a:lvl9pPr>
          </a:lstStyle>
          <a:p xmlns:a="http://schemas.openxmlformats.org/drawingml/2006/main">
            <a:pPr>
              <a:defRPr sz="1725" b="1">
                <a:solidFill>
                  <a:srgbClr val="367D96"/>
                </a:solidFill>
              </a:defRPr>
            </a:pPr>
            <a:r>
              <a:rPr sz="1725" b="1">
                <a:solidFill>
                  <a:srgbClr val="367D96"/>
                </a:solidFill>
              </a:rPr>
              <a:t>3</a:t>
            </a:r>
          </a:p>
        </p:txBody>
      </p:sp>
      <p:sp>
        <p:nvSpPr>
          <p:cNvPr id="9" name="">
            <a:extLst xmlns:a="http://schemas.openxmlformats.org/drawingml/2006/main">
              <a:ext uri="{FF2B5EF4-FFF2-40B4-BE49-F238E27FC236}">
                <a16:creationId xmlns:a16="http://schemas.microsoft.com/office/drawing/2014/main" id="{93834A71-1630-4B4E-9790-CE16AC0A687E}"/>
              </a:ext>
            </a:extLst>
          </p:cNvPr>
          <p:cNvSpPr>
            <a:spLocks xmlns:a="http://schemas.openxmlformats.org/drawingml/2006/main" noGrp="1"/>
          </p:cNvSpPr>
          <p:nvPr/>
        </p:nvSpPr>
        <p:spPr>
          <a:xfrm xmlns:a="http://schemas.openxmlformats.org/drawingml/2006/main">
            <a:off x="1504950" y="3686175"/>
            <a:ext cx="4876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Checkpoints 1 and 2</a:t>
            </a:r>
          </a:p>
        </p:txBody>
      </p:sp>
      <p:sp>
        <p:nvSpPr>
          <p:cNvPr id="10" name="">
            <a:extLst xmlns:a="http://schemas.openxmlformats.org/drawingml/2006/main">
              <a:ext uri="{FF2B5EF4-FFF2-40B4-BE49-F238E27FC236}">
                <a16:creationId xmlns:a16="http://schemas.microsoft.com/office/drawing/2014/main" id="{7327ABCF-93A7-410E-8F6D-59F0E8D989D5}"/>
              </a:ext>
            </a:extLst>
          </p:cNvPr>
          <p:cNvSpPr>
            <a:spLocks xmlns:a="http://schemas.openxmlformats.org/drawingml/2006/main" noGrp="1"/>
          </p:cNvSpPr>
          <p:nvPr/>
        </p:nvSpPr>
        <p:spPr>
          <a:xfrm xmlns:a="http://schemas.openxmlformats.org/drawingml/2006/main">
            <a:off x="1047750" y="44100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E9197"/>
                </a:solidFill>
              </a:defRPr>
            </a:defPPr>
            <a:lvl1pPr>
              <a:defRPr sz="1725" b="1">
                <a:solidFill>
                  <a:srgbClr val="3E9197"/>
                </a:solidFill>
              </a:defRPr>
            </a:lvl1pPr>
            <a:lvl2pPr>
              <a:defRPr sz="1725" b="1">
                <a:solidFill>
                  <a:srgbClr val="3E9197"/>
                </a:solidFill>
              </a:defRPr>
            </a:lvl2pPr>
            <a:lvl3pPr>
              <a:defRPr sz="1725" b="1">
                <a:solidFill>
                  <a:srgbClr val="3E9197"/>
                </a:solidFill>
              </a:defRPr>
            </a:lvl3pPr>
            <a:lvl4pPr>
              <a:defRPr sz="1725" b="1">
                <a:solidFill>
                  <a:srgbClr val="3E9197"/>
                </a:solidFill>
              </a:defRPr>
            </a:lvl4pPr>
            <a:lvl5pPr>
              <a:defRPr sz="1725" b="1">
                <a:solidFill>
                  <a:srgbClr val="3E9197"/>
                </a:solidFill>
              </a:defRPr>
            </a:lvl5pPr>
            <a:lvl6pPr>
              <a:defRPr sz="1725" b="1">
                <a:solidFill>
                  <a:srgbClr val="3E9197"/>
                </a:solidFill>
              </a:defRPr>
            </a:lvl6pPr>
            <a:lvl7pPr>
              <a:defRPr sz="1725" b="1">
                <a:solidFill>
                  <a:srgbClr val="3E9197"/>
                </a:solidFill>
              </a:defRPr>
            </a:lvl7pPr>
            <a:lvl8pPr>
              <a:defRPr sz="1725" b="1">
                <a:solidFill>
                  <a:srgbClr val="3E9197"/>
                </a:solidFill>
              </a:defRPr>
            </a:lvl8pPr>
            <a:lvl9pPr>
              <a:defRPr sz="1725" b="1">
                <a:solidFill>
                  <a:srgbClr val="3E9197"/>
                </a:solidFill>
              </a:defRPr>
            </a:lvl9pPr>
          </a:lstStyle>
          <a:p xmlns:a="http://schemas.openxmlformats.org/drawingml/2006/main">
            <a:pPr>
              <a:defRPr sz="1725" b="1">
                <a:solidFill>
                  <a:srgbClr val="3E9197"/>
                </a:solidFill>
              </a:defRPr>
            </a:pPr>
            <a:r>
              <a:rPr sz="1725" b="1">
                <a:solidFill>
                  <a:srgbClr val="3E9197"/>
                </a:solidFill>
              </a:rPr>
              <a:t>4</a:t>
            </a:r>
          </a:p>
        </p:txBody>
      </p:sp>
      <p:sp>
        <p:nvSpPr>
          <p:cNvPr id="11" name="">
            <a:extLst xmlns:a="http://schemas.openxmlformats.org/drawingml/2006/main">
              <a:ext uri="{FF2B5EF4-FFF2-40B4-BE49-F238E27FC236}">
                <a16:creationId xmlns:a16="http://schemas.microsoft.com/office/drawing/2014/main" id="{10BFB4A3-546A-4CFF-8EDB-DB137B1702C3}"/>
              </a:ext>
            </a:extLst>
          </p:cNvPr>
          <p:cNvSpPr>
            <a:spLocks xmlns:a="http://schemas.openxmlformats.org/drawingml/2006/main" noGrp="1"/>
          </p:cNvSpPr>
          <p:nvPr/>
        </p:nvSpPr>
        <p:spPr>
          <a:xfrm xmlns:a="http://schemas.openxmlformats.org/drawingml/2006/main">
            <a:off x="1504950" y="4410075"/>
            <a:ext cx="4876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Run every self-check</a:t>
            </a:r>
          </a:p>
        </p:txBody>
      </p:sp>
      <p:sp>
        <p:nvSpPr>
          <p:cNvPr id="12" name="">
            <a:extLst xmlns:a="http://schemas.openxmlformats.org/drawingml/2006/main">
              <a:ext uri="{FF2B5EF4-FFF2-40B4-BE49-F238E27FC236}">
                <a16:creationId xmlns:a16="http://schemas.microsoft.com/office/drawing/2014/main" id="{A8369894-87C7-434C-B4E0-58F3C334372E}"/>
              </a:ext>
            </a:extLst>
          </p:cNvPr>
          <p:cNvSpPr>
            <a:spLocks xmlns:a="http://schemas.openxmlformats.org/drawingml/2006/main" noGrp="1"/>
          </p:cNvSpPr>
          <p:nvPr/>
        </p:nvSpPr>
        <p:spPr>
          <a:xfrm xmlns:a="http://schemas.openxmlformats.org/drawingml/2006/main">
            <a:off x="7239000" y="1666875"/>
            <a:ext cx="3714750" cy="3000375"/>
          </a:xfrm>
          <a:prstGeom xmlns:a="http://schemas.openxmlformats.org/drawingml/2006/main" prst="roundRect">
            <a:avLst>
              <a:gd name="adj" fmla="val 2540"/>
            </a:avLst>
          </a:prstGeom>
          <a:solidFill xmlns:a="http://schemas.openxmlformats.org/drawingml/2006/main">
            <a:srgbClr val="FFFFFF"/>
          </a:solidFill>
          <a:ln xmlns:a="http://schemas.openxmlformats.org/drawingml/2006/main" w="9525">
            <a:solidFill>
              <a:srgbClr val="5AA446"/>
            </a:solidFill>
            <a:prstDash val="solid"/>
          </a:ln>
        </p:spPr>
      </p:sp>
      <p:sp>
        <p:nvSpPr>
          <p:cNvPr id="13" name="">
            <a:extLst xmlns:a="http://schemas.openxmlformats.org/drawingml/2006/main">
              <a:ext uri="{FF2B5EF4-FFF2-40B4-BE49-F238E27FC236}">
                <a16:creationId xmlns:a16="http://schemas.microsoft.com/office/drawing/2014/main" id="{27F4B1E3-7FE9-40E4-8530-BD27E60C9C19}"/>
              </a:ext>
            </a:extLst>
          </p:cNvPr>
          <p:cNvSpPr>
            <a:spLocks xmlns:a="http://schemas.openxmlformats.org/drawingml/2006/main" noGrp="1"/>
          </p:cNvSpPr>
          <p:nvPr/>
        </p:nvSpPr>
        <p:spPr>
          <a:xfrm xmlns:a="http://schemas.openxmlformats.org/drawingml/2006/main">
            <a:off x="7762875" y="20955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a:solidFill>
                  <a:srgbClr val="5AA446"/>
                </a:solidFill>
              </a:defRPr>
            </a:defPPr>
            <a:lvl1pPr algn="ctr">
              <a:defRPr sz="1500" b="1">
                <a:solidFill>
                  <a:srgbClr val="5AA446"/>
                </a:solidFill>
              </a:defRPr>
            </a:lvl1pPr>
            <a:lvl2pPr algn="ctr">
              <a:defRPr sz="1500" b="1">
                <a:solidFill>
                  <a:srgbClr val="5AA446"/>
                </a:solidFill>
              </a:defRPr>
            </a:lvl2pPr>
            <a:lvl3pPr algn="ctr">
              <a:defRPr sz="1500" b="1">
                <a:solidFill>
                  <a:srgbClr val="5AA446"/>
                </a:solidFill>
              </a:defRPr>
            </a:lvl3pPr>
            <a:lvl4pPr algn="ctr">
              <a:defRPr sz="1500" b="1">
                <a:solidFill>
                  <a:srgbClr val="5AA446"/>
                </a:solidFill>
              </a:defRPr>
            </a:lvl4pPr>
            <a:lvl5pPr algn="ctr">
              <a:defRPr sz="1500" b="1">
                <a:solidFill>
                  <a:srgbClr val="5AA446"/>
                </a:solidFill>
              </a:defRPr>
            </a:lvl5pPr>
            <a:lvl6pPr algn="ctr">
              <a:defRPr sz="1500" b="1">
                <a:solidFill>
                  <a:srgbClr val="5AA446"/>
                </a:solidFill>
              </a:defRPr>
            </a:lvl6pPr>
            <a:lvl7pPr algn="ctr">
              <a:defRPr sz="1500" b="1">
                <a:solidFill>
                  <a:srgbClr val="5AA446"/>
                </a:solidFill>
              </a:defRPr>
            </a:lvl7pPr>
            <a:lvl8pPr algn="ctr">
              <a:defRPr sz="1500" b="1">
                <a:solidFill>
                  <a:srgbClr val="5AA446"/>
                </a:solidFill>
              </a:defRPr>
            </a:lvl8pPr>
            <a:lvl9pPr algn="ctr">
              <a:defRPr sz="1500" b="1">
                <a:solidFill>
                  <a:srgbClr val="5AA446"/>
                </a:solidFill>
              </a:defRPr>
            </a:lvl9pPr>
          </a:lstStyle>
          <a:p xmlns:a="http://schemas.openxmlformats.org/drawingml/2006/main">
            <a:pPr algn="ctr">
              <a:defRPr sz="1500" b="1">
                <a:solidFill>
                  <a:srgbClr val="5AA446"/>
                </a:solidFill>
              </a:defRPr>
            </a:pPr>
            <a:r>
              <a:rPr sz="1500" b="1">
                <a:solidFill>
                  <a:srgbClr val="5AA446"/>
                </a:solidFill>
              </a:rPr>
              <a:t>HELP ROUTINE</a:t>
            </a:r>
          </a:p>
        </p:txBody>
      </p:sp>
      <p:sp>
        <p:nvSpPr>
          <p:cNvPr id="14" name="">
            <a:extLst xmlns:a="http://schemas.openxmlformats.org/drawingml/2006/main">
              <a:ext uri="{FF2B5EF4-FFF2-40B4-BE49-F238E27FC236}">
                <a16:creationId xmlns:a16="http://schemas.microsoft.com/office/drawing/2014/main" id="{7889E813-0FF3-4274-94D6-665CF9F693DE}"/>
              </a:ext>
            </a:extLst>
          </p:cNvPr>
          <p:cNvSpPr>
            <a:spLocks xmlns:a="http://schemas.openxmlformats.org/drawingml/2006/main" noGrp="1"/>
          </p:cNvSpPr>
          <p:nvPr/>
        </p:nvSpPr>
        <p:spPr>
          <a:xfrm xmlns:a="http://schemas.openxmlformats.org/drawingml/2006/main">
            <a:off x="7715250" y="2714625"/>
            <a:ext cx="2762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0">
                <a:solidFill>
                  <a:srgbClr val="17324D"/>
                </a:solidFill>
              </a:defRPr>
            </a:defPPr>
            <a:lvl1pPr algn="ctr">
              <a:defRPr sz="2025" b="0">
                <a:solidFill>
                  <a:srgbClr val="17324D"/>
                </a:solidFill>
              </a:defRPr>
            </a:lvl1pPr>
            <a:lvl2pPr algn="ctr">
              <a:defRPr sz="2025" b="0">
                <a:solidFill>
                  <a:srgbClr val="17324D"/>
                </a:solidFill>
              </a:defRPr>
            </a:lvl2pPr>
            <a:lvl3pPr algn="ctr">
              <a:defRPr sz="2025" b="0">
                <a:solidFill>
                  <a:srgbClr val="17324D"/>
                </a:solidFill>
              </a:defRPr>
            </a:lvl3pPr>
            <a:lvl4pPr algn="ctr">
              <a:defRPr sz="2025" b="0">
                <a:solidFill>
                  <a:srgbClr val="17324D"/>
                </a:solidFill>
              </a:defRPr>
            </a:lvl4pPr>
            <a:lvl5pPr algn="ctr">
              <a:defRPr sz="2025" b="0">
                <a:solidFill>
                  <a:srgbClr val="17324D"/>
                </a:solidFill>
              </a:defRPr>
            </a:lvl5pPr>
            <a:lvl6pPr algn="ctr">
              <a:defRPr sz="2025" b="0">
                <a:solidFill>
                  <a:srgbClr val="17324D"/>
                </a:solidFill>
              </a:defRPr>
            </a:lvl6pPr>
            <a:lvl7pPr algn="ctr">
              <a:defRPr sz="2025" b="0">
                <a:solidFill>
                  <a:srgbClr val="17324D"/>
                </a:solidFill>
              </a:defRPr>
            </a:lvl7pPr>
            <a:lvl8pPr algn="ctr">
              <a:defRPr sz="2025" b="0">
                <a:solidFill>
                  <a:srgbClr val="17324D"/>
                </a:solidFill>
              </a:defRPr>
            </a:lvl8pPr>
            <a:lvl9pPr algn="ctr">
              <a:defRPr sz="2025" b="0">
                <a:solidFill>
                  <a:srgbClr val="17324D"/>
                </a:solidFill>
              </a:defRPr>
            </a:lvl9pPr>
          </a:lstStyle>
          <a:p xmlns:a="http://schemas.openxmlformats.org/drawingml/2006/main">
            <a:pPr algn="ctr">
              <a:defRPr sz="2025" b="0">
                <a:solidFill>
                  <a:srgbClr val="17324D"/>
                </a:solidFill>
              </a:defRPr>
            </a:pPr>
            <a:r>
              <a:rPr sz="2025" b="0">
                <a:solidFill>
                  <a:srgbClr val="17324D"/>
                </a:solidFill>
              </a:rPr>
              <a:t>Read the message</a:t>
            </a:r>
          </a:p>
          <a:p xmlns:a="http://schemas.openxmlformats.org/drawingml/2006/main">
            <a:pPr algn="ctr">
              <a:defRPr sz="2025" b="0">
                <a:solidFill>
                  <a:srgbClr val="17324D"/>
                </a:solidFill>
              </a:defRPr>
            </a:pPr>
            <a:r>
              <a:rPr sz="2025" b="0">
                <a:solidFill>
                  <a:srgbClr val="17324D"/>
                </a:solidFill>
              </a:rPr>
              <a:t>Trace the values</a:t>
            </a:r>
          </a:p>
          <a:p xmlns:a="http://schemas.openxmlformats.org/drawingml/2006/main">
            <a:pPr algn="ctr">
              <a:defRPr sz="2025" b="0">
                <a:solidFill>
                  <a:srgbClr val="17324D"/>
                </a:solidFill>
              </a:defRPr>
            </a:pPr>
            <a:r>
              <a:rPr sz="2025" b="0">
                <a:solidFill>
                  <a:srgbClr val="17324D"/>
                </a:solidFill>
              </a:rPr>
              <a:t>Change one line</a:t>
            </a:r>
          </a:p>
          <a:p xmlns:a="http://schemas.openxmlformats.org/drawingml/2006/main">
            <a:pPr algn="ctr">
              <a:defRPr sz="2025" b="0">
                <a:solidFill>
                  <a:srgbClr val="17324D"/>
                </a:solidFill>
              </a:defRPr>
            </a:pPr>
            <a:r>
              <a:rPr sz="2025" b="0">
                <a:solidFill>
                  <a:srgbClr val="17324D"/>
                </a:solidFill>
              </a:rPr>
              <a:t>Run the same check</a:t>
            </a:r>
          </a:p>
        </p:txBody>
      </p:sp>
      <p:sp>
        <p:nvSpPr>
          <p:cNvPr id="15" name="">
            <a:extLst xmlns:a="http://schemas.openxmlformats.org/drawingml/2006/main">
              <a:ext uri="{FF2B5EF4-FFF2-40B4-BE49-F238E27FC236}">
                <a16:creationId xmlns:a16="http://schemas.microsoft.com/office/drawing/2014/main" id="{9A93ABE2-A46D-4661-8A38-5826FEAFF410}"/>
              </a:ext>
            </a:extLst>
          </p:cNvPr>
          <p:cNvSpPr>
            <a:spLocks xmlns:a="http://schemas.openxmlformats.org/drawingml/2006/main" noGrp="1"/>
          </p:cNvSpPr>
          <p:nvPr/>
        </p:nvSpPr>
        <p:spPr>
          <a:xfrm xmlns:a="http://schemas.openxmlformats.org/drawingml/2006/main">
            <a:off x="1524000" y="5381625"/>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DF6665"/>
                </a:solidFill>
              </a:defRPr>
            </a:defPPr>
            <a:lvl1pPr algn="ctr">
              <a:defRPr sz="1800" b="1">
                <a:solidFill>
                  <a:srgbClr val="DF6665"/>
                </a:solidFill>
              </a:defRPr>
            </a:lvl1pPr>
            <a:lvl2pPr algn="ctr">
              <a:defRPr sz="1800" b="1">
                <a:solidFill>
                  <a:srgbClr val="DF6665"/>
                </a:solidFill>
              </a:defRPr>
            </a:lvl2pPr>
            <a:lvl3pPr algn="ctr">
              <a:defRPr sz="1800" b="1">
                <a:solidFill>
                  <a:srgbClr val="DF6665"/>
                </a:solidFill>
              </a:defRPr>
            </a:lvl3pPr>
            <a:lvl4pPr algn="ctr">
              <a:defRPr sz="1800" b="1">
                <a:solidFill>
                  <a:srgbClr val="DF6665"/>
                </a:solidFill>
              </a:defRPr>
            </a:lvl4pPr>
            <a:lvl5pPr algn="ctr">
              <a:defRPr sz="1800" b="1">
                <a:solidFill>
                  <a:srgbClr val="DF6665"/>
                </a:solidFill>
              </a:defRPr>
            </a:lvl5pPr>
            <a:lvl6pPr algn="ctr">
              <a:defRPr sz="1800" b="1">
                <a:solidFill>
                  <a:srgbClr val="DF6665"/>
                </a:solidFill>
              </a:defRPr>
            </a:lvl6pPr>
            <a:lvl7pPr algn="ctr">
              <a:defRPr sz="1800" b="1">
                <a:solidFill>
                  <a:srgbClr val="DF6665"/>
                </a:solidFill>
              </a:defRPr>
            </a:lvl7pPr>
            <a:lvl8pPr algn="ctr">
              <a:defRPr sz="1800" b="1">
                <a:solidFill>
                  <a:srgbClr val="DF6665"/>
                </a:solidFill>
              </a:defRPr>
            </a:lvl8pPr>
            <a:lvl9pPr algn="ctr">
              <a:defRPr sz="1800" b="1">
                <a:solidFill>
                  <a:srgbClr val="DF6665"/>
                </a:solidFill>
              </a:defRPr>
            </a:lvl9pPr>
          </a:lstStyle>
          <a:p xmlns:a="http://schemas.openxmlformats.org/drawingml/2006/main">
            <a:pPr algn="ctr">
              <a:defRPr sz="1800" b="1">
                <a:solidFill>
                  <a:srgbClr val="DF6665"/>
                </a:solidFill>
              </a:defRPr>
            </a:pPr>
            <a:r>
              <a:rPr sz="1800" b="1">
                <a:solidFill>
                  <a:srgbClr val="DF6665"/>
                </a:solidFill>
              </a:rPr>
              <a:t>Show the instructor your first unresolved TRY AGAIN.</a:t>
            </a:r>
          </a:p>
        </p:txBody>
      </p:sp>
      <p:sp>
        <p:nvSpPr>
          <p:cNvPr id="16" name="">
            <a:extLst xmlns:a="http://schemas.openxmlformats.org/drawingml/2006/main">
              <a:ext uri="{FF2B5EF4-FFF2-40B4-BE49-F238E27FC236}">
                <a16:creationId xmlns:a16="http://schemas.microsoft.com/office/drawing/2014/main" id="{B27A5C8A-3A24-4A5A-A7FA-B9DBEC2FA939}"/>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9:35–10:25 | Notebook work</a:t>
            </a:r>
          </a:p>
        </p:txBody>
      </p:sp>
    </p:spTree>
    <p:extLst>
      <p:ext uri="{BB962C8B-B14F-4D97-AF65-F5344CB8AC3E}">
        <p14:creationId xmlns:p14="http://schemas.microsoft.com/office/powerpoint/2010/main" val="1735006849"/>
      </p:ext>
    </p:extLst>
  </p:cSld>
</p:sld>
</file>

<file path=ppt/slides/slide12.xml><?xml version="1.0" encoding="utf-8"?>
<p:sld xmlns:p="http://schemas.openxmlformats.org/presentationml/2006/main">
  <p:cSld>
    <p:bg>
      <p:bgPr>
        <a:solidFill xmlns:a="http://schemas.openxmlformats.org/drawingml/2006/main">
          <a:srgbClr val="DF6665"/>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F5F98C46-9184-45C2-B231-C528731EB567}"/>
              </a:ext>
            </a:extLst>
          </p:cNvPr>
          <p:cNvSpPr>
            <a:spLocks xmlns:a="http://schemas.openxmlformats.org/drawingml/2006/main" noGrp="1"/>
          </p:cNvSpPr>
          <p:nvPr/>
        </p:nvSpPr>
        <p:spPr>
          <a:xfrm xmlns:a="http://schemas.openxmlformats.org/drawingml/2006/main">
            <a:off x="857250" y="2333625"/>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FFFFF"/>
                </a:solidFill>
              </a:defRPr>
            </a:defPPr>
            <a:lvl1pPr>
              <a:defRPr sz="4050" b="1">
                <a:solidFill>
                  <a:srgbClr val="FFFFFF"/>
                </a:solidFill>
              </a:defRPr>
            </a:lvl1pPr>
            <a:lvl2pPr>
              <a:defRPr sz="4050" b="1">
                <a:solidFill>
                  <a:srgbClr val="FFFFFF"/>
                </a:solidFill>
              </a:defRPr>
            </a:lvl2pPr>
            <a:lvl3pPr>
              <a:defRPr sz="4050" b="1">
                <a:solidFill>
                  <a:srgbClr val="FFFFFF"/>
                </a:solidFill>
              </a:defRPr>
            </a:lvl3pPr>
            <a:lvl4pPr>
              <a:defRPr sz="4050" b="1">
                <a:solidFill>
                  <a:srgbClr val="FFFFFF"/>
                </a:solidFill>
              </a:defRPr>
            </a:lvl4pPr>
            <a:lvl5pPr>
              <a:defRPr sz="4050" b="1">
                <a:solidFill>
                  <a:srgbClr val="FFFFFF"/>
                </a:solidFill>
              </a:defRPr>
            </a:lvl5pPr>
            <a:lvl6pPr>
              <a:defRPr sz="4050" b="1">
                <a:solidFill>
                  <a:srgbClr val="FFFFFF"/>
                </a:solidFill>
              </a:defRPr>
            </a:lvl6pPr>
            <a:lvl7pPr>
              <a:defRPr sz="4050" b="1">
                <a:solidFill>
                  <a:srgbClr val="FFFFFF"/>
                </a:solidFill>
              </a:defRPr>
            </a:lvl7pPr>
            <a:lvl8pPr>
              <a:defRPr sz="4050" b="1">
                <a:solidFill>
                  <a:srgbClr val="FFFFFF"/>
                </a:solidFill>
              </a:defRPr>
            </a:lvl8pPr>
            <a:lvl9pPr>
              <a:defRPr sz="4050" b="1">
                <a:solidFill>
                  <a:srgbClr val="FFFFFF"/>
                </a:solidFill>
              </a:defRPr>
            </a:lvl9pPr>
          </a:lstStyle>
          <a:p xmlns:a="http://schemas.openxmlformats.org/drawingml/2006/main">
            <a:pPr>
              <a:defRPr sz="4050" b="1">
                <a:solidFill>
                  <a:srgbClr val="FFFFFF"/>
                </a:solidFill>
              </a:defRPr>
            </a:pPr>
            <a:r>
              <a:rPr sz="4050" b="1">
                <a:solidFill>
                  <a:srgbClr val="FFFFFF"/>
                </a:solidFill>
              </a:rPr>
              <a:t>Break</a:t>
            </a:r>
          </a:p>
        </p:txBody>
      </p:sp>
      <p:sp>
        <p:nvSpPr>
          <p:cNvPr id="2" name="">
            <a:extLst xmlns:a="http://schemas.openxmlformats.org/drawingml/2006/main">
              <a:ext uri="{FF2B5EF4-FFF2-40B4-BE49-F238E27FC236}">
                <a16:creationId xmlns:a16="http://schemas.microsoft.com/office/drawing/2014/main" id="{7285870D-6814-4FEE-BDAB-99C768861747}"/>
              </a:ext>
            </a:extLst>
          </p:cNvPr>
          <p:cNvSpPr>
            <a:spLocks xmlns:a="http://schemas.openxmlformats.org/drawingml/2006/main" noGrp="1"/>
          </p:cNvSpPr>
          <p:nvPr/>
        </p:nvSpPr>
        <p:spPr>
          <a:xfrm xmlns:a="http://schemas.openxmlformats.org/drawingml/2006/main">
            <a:off x="876300" y="32194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xmlns:a="http://schemas.openxmlformats.org/drawingml/2006/main">
            <a:pPr>
              <a:defRPr sz="1950" b="0">
                <a:solidFill>
                  <a:srgbClr val="FFFFFF"/>
                </a:solidFill>
              </a:defRPr>
            </a:pPr>
            <a:r>
              <a:rPr sz="1950" b="0">
                <a:solidFill>
                  <a:srgbClr val="FFFFFF"/>
                </a:solidFill>
              </a:rPr>
              <a:t>Return at 10:35</a:t>
            </a:r>
          </a:p>
        </p:txBody>
      </p:sp>
    </p:spTree>
    <p:extLst>
      <p:ext uri="{BB962C8B-B14F-4D97-AF65-F5344CB8AC3E}">
        <p14:creationId xmlns:p14="http://schemas.microsoft.com/office/powerpoint/2010/main" val="2038382692"/>
      </p:ext>
    </p:extLst>
  </p:cSld>
</p:sld>
</file>

<file path=ppt/slides/slide13.xml><?xml version="1.0" encoding="utf-8"?>
<p:sld xmlns:p="http://schemas.openxmlformats.org/presentationml/2006/main">
  <p:cSld>
    <p:bg>
      <p:bgPr>
        <a:solidFill xmlns:a="http://schemas.openxmlformats.org/drawingml/2006/main">
          <a:srgbClr val="EAF3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8DF8EAB-2758-4062-9B2C-AE4E895513A4}"/>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Colab work block 2</a:t>
            </a:r>
          </a:p>
        </p:txBody>
      </p:sp>
      <p:sp>
        <p:nvSpPr>
          <p:cNvPr id="2" name="">
            <a:extLst xmlns:a="http://schemas.openxmlformats.org/drawingml/2006/main">
              <a:ext uri="{FF2B5EF4-FFF2-40B4-BE49-F238E27FC236}">
                <a16:creationId xmlns:a16="http://schemas.microsoft.com/office/drawing/2014/main" id="{20A482E4-C2C0-4039-9080-CAC580750605}"/>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While loops, functions, decomposition, and debugging</a:t>
            </a:r>
          </a:p>
        </p:txBody>
      </p:sp>
      <p:sp>
        <p:nvSpPr>
          <p:cNvPr id="3" name="">
            <a:extLst xmlns:a="http://schemas.openxmlformats.org/drawingml/2006/main">
              <a:ext uri="{FF2B5EF4-FFF2-40B4-BE49-F238E27FC236}">
                <a16:creationId xmlns:a16="http://schemas.microsoft.com/office/drawing/2014/main" id="{1E7F73A3-F752-4221-90B1-96711A1C47C8}"/>
              </a:ext>
            </a:extLst>
          </p:cNvPr>
          <p:cNvSpPr>
            <a:spLocks xmlns:a="http://schemas.openxmlformats.org/drawingml/2006/main" noGrp="1"/>
          </p:cNvSpPr>
          <p:nvPr/>
        </p:nvSpPr>
        <p:spPr>
          <a:xfrm xmlns:a="http://schemas.openxmlformats.org/drawingml/2006/main">
            <a:off x="952500" y="152400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367D96"/>
                </a:solidFill>
              </a:defRPr>
            </a:defPPr>
            <a:lvl1pPr>
              <a:defRPr sz="2100" b="1">
                <a:solidFill>
                  <a:srgbClr val="367D96"/>
                </a:solidFill>
              </a:defRPr>
            </a:lvl1pPr>
            <a:lvl2pPr>
              <a:defRPr sz="2100" b="1">
                <a:solidFill>
                  <a:srgbClr val="367D96"/>
                </a:solidFill>
              </a:defRPr>
            </a:lvl2pPr>
            <a:lvl3pPr>
              <a:defRPr sz="2100" b="1">
                <a:solidFill>
                  <a:srgbClr val="367D96"/>
                </a:solidFill>
              </a:defRPr>
            </a:lvl3pPr>
            <a:lvl4pPr>
              <a:defRPr sz="2100" b="1">
                <a:solidFill>
                  <a:srgbClr val="367D96"/>
                </a:solidFill>
              </a:defRPr>
            </a:lvl4pPr>
            <a:lvl5pPr>
              <a:defRPr sz="2100" b="1">
                <a:solidFill>
                  <a:srgbClr val="367D96"/>
                </a:solidFill>
              </a:defRPr>
            </a:lvl5pPr>
            <a:lvl6pPr>
              <a:defRPr sz="2100" b="1">
                <a:solidFill>
                  <a:srgbClr val="367D96"/>
                </a:solidFill>
              </a:defRPr>
            </a:lvl6pPr>
            <a:lvl7pPr>
              <a:defRPr sz="2100" b="1">
                <a:solidFill>
                  <a:srgbClr val="367D96"/>
                </a:solidFill>
              </a:defRPr>
            </a:lvl7pPr>
            <a:lvl8pPr>
              <a:defRPr sz="2100" b="1">
                <a:solidFill>
                  <a:srgbClr val="367D96"/>
                </a:solidFill>
              </a:defRPr>
            </a:lvl8pPr>
            <a:lvl9pPr>
              <a:defRPr sz="2100" b="1">
                <a:solidFill>
                  <a:srgbClr val="367D96"/>
                </a:solidFill>
              </a:defRPr>
            </a:lvl9pPr>
          </a:lstStyle>
          <a:p xmlns:a="http://schemas.openxmlformats.org/drawingml/2006/main">
            <a:pPr>
              <a:defRPr sz="2100" b="1">
                <a:solidFill>
                  <a:srgbClr val="367D96"/>
                </a:solidFill>
              </a:defRPr>
            </a:pPr>
            <a:r>
              <a:rPr sz="2100" b="1">
                <a:solidFill>
                  <a:srgbClr val="367D96"/>
                </a:solidFill>
              </a:rPr>
              <a:t>WORK UNTIL 11:20</a:t>
            </a:r>
          </a:p>
        </p:txBody>
      </p:sp>
      <p:sp>
        <p:nvSpPr>
          <p:cNvPr id="4" name="">
            <a:extLst xmlns:a="http://schemas.openxmlformats.org/drawingml/2006/main">
              <a:ext uri="{FF2B5EF4-FFF2-40B4-BE49-F238E27FC236}">
                <a16:creationId xmlns:a16="http://schemas.microsoft.com/office/drawing/2014/main" id="{4B96F384-B9F4-48C5-A933-610EECCFC6A4}"/>
              </a:ext>
            </a:extLst>
          </p:cNvPr>
          <p:cNvSpPr>
            <a:spLocks xmlns:a="http://schemas.openxmlformats.org/drawingml/2006/main" noGrp="1"/>
          </p:cNvSpPr>
          <p:nvPr/>
        </p:nvSpPr>
        <p:spPr>
          <a:xfrm xmlns:a="http://schemas.openxmlformats.org/drawingml/2006/main">
            <a:off x="1047750" y="22383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DF6665"/>
                </a:solidFill>
              </a:defRPr>
            </a:defPPr>
            <a:lvl1pPr>
              <a:defRPr sz="1725" b="1">
                <a:solidFill>
                  <a:srgbClr val="DF6665"/>
                </a:solidFill>
              </a:defRPr>
            </a:lvl1pPr>
            <a:lvl2pPr>
              <a:defRPr sz="1725" b="1">
                <a:solidFill>
                  <a:srgbClr val="DF6665"/>
                </a:solidFill>
              </a:defRPr>
            </a:lvl2pPr>
            <a:lvl3pPr>
              <a:defRPr sz="1725" b="1">
                <a:solidFill>
                  <a:srgbClr val="DF6665"/>
                </a:solidFill>
              </a:defRPr>
            </a:lvl3pPr>
            <a:lvl4pPr>
              <a:defRPr sz="1725" b="1">
                <a:solidFill>
                  <a:srgbClr val="DF6665"/>
                </a:solidFill>
              </a:defRPr>
            </a:lvl4pPr>
            <a:lvl5pPr>
              <a:defRPr sz="1725" b="1">
                <a:solidFill>
                  <a:srgbClr val="DF6665"/>
                </a:solidFill>
              </a:defRPr>
            </a:lvl5pPr>
            <a:lvl6pPr>
              <a:defRPr sz="1725" b="1">
                <a:solidFill>
                  <a:srgbClr val="DF6665"/>
                </a:solidFill>
              </a:defRPr>
            </a:lvl6pPr>
            <a:lvl7pPr>
              <a:defRPr sz="1725" b="1">
                <a:solidFill>
                  <a:srgbClr val="DF6665"/>
                </a:solidFill>
              </a:defRPr>
            </a:lvl7pPr>
            <a:lvl8pPr>
              <a:defRPr sz="1725" b="1">
                <a:solidFill>
                  <a:srgbClr val="DF6665"/>
                </a:solidFill>
              </a:defRPr>
            </a:lvl8pPr>
            <a:lvl9pPr>
              <a:defRPr sz="1725" b="1">
                <a:solidFill>
                  <a:srgbClr val="DF6665"/>
                </a:solidFill>
              </a:defRPr>
            </a:lvl9pPr>
          </a:lstStyle>
          <a:p xmlns:a="http://schemas.openxmlformats.org/drawingml/2006/main">
            <a:pPr>
              <a:defRPr sz="1725" b="1">
                <a:solidFill>
                  <a:srgbClr val="DF6665"/>
                </a:solidFill>
              </a:defRPr>
            </a:pPr>
            <a:r>
              <a:rPr sz="1725" b="1">
                <a:solidFill>
                  <a:srgbClr val="DF6665"/>
                </a:solidFill>
              </a:rPr>
              <a:t>1</a:t>
            </a:r>
          </a:p>
        </p:txBody>
      </p:sp>
      <p:sp>
        <p:nvSpPr>
          <p:cNvPr id="5" name="">
            <a:extLst xmlns:a="http://schemas.openxmlformats.org/drawingml/2006/main">
              <a:ext uri="{FF2B5EF4-FFF2-40B4-BE49-F238E27FC236}">
                <a16:creationId xmlns:a16="http://schemas.microsoft.com/office/drawing/2014/main" id="{63DEDDD7-1D73-4CBF-86C1-553430168458}"/>
              </a:ext>
            </a:extLst>
          </p:cNvPr>
          <p:cNvSpPr>
            <a:spLocks xmlns:a="http://schemas.openxmlformats.org/drawingml/2006/main" noGrp="1"/>
          </p:cNvSpPr>
          <p:nvPr/>
        </p:nvSpPr>
        <p:spPr>
          <a:xfrm xmlns:a="http://schemas.openxmlformats.org/drawingml/2006/main">
            <a:off x="1504950" y="2238375"/>
            <a:ext cx="5162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Sections 5–8</a:t>
            </a:r>
          </a:p>
        </p:txBody>
      </p:sp>
      <p:sp>
        <p:nvSpPr>
          <p:cNvPr id="6" name="">
            <a:extLst xmlns:a="http://schemas.openxmlformats.org/drawingml/2006/main">
              <a:ext uri="{FF2B5EF4-FFF2-40B4-BE49-F238E27FC236}">
                <a16:creationId xmlns:a16="http://schemas.microsoft.com/office/drawing/2014/main" id="{97776346-F197-4940-B369-95332F913D99}"/>
              </a:ext>
            </a:extLst>
          </p:cNvPr>
          <p:cNvSpPr>
            <a:spLocks xmlns:a="http://schemas.openxmlformats.org/drawingml/2006/main" noGrp="1"/>
          </p:cNvSpPr>
          <p:nvPr/>
        </p:nvSpPr>
        <p:spPr>
          <a:xfrm xmlns:a="http://schemas.openxmlformats.org/drawingml/2006/main">
            <a:off x="1047750" y="29622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5AA446"/>
                </a:solidFill>
              </a:defRPr>
            </a:defPPr>
            <a:lvl1pPr>
              <a:defRPr sz="1725" b="1">
                <a:solidFill>
                  <a:srgbClr val="5AA446"/>
                </a:solidFill>
              </a:defRPr>
            </a:lvl1pPr>
            <a:lvl2pPr>
              <a:defRPr sz="1725" b="1">
                <a:solidFill>
                  <a:srgbClr val="5AA446"/>
                </a:solidFill>
              </a:defRPr>
            </a:lvl2pPr>
            <a:lvl3pPr>
              <a:defRPr sz="1725" b="1">
                <a:solidFill>
                  <a:srgbClr val="5AA446"/>
                </a:solidFill>
              </a:defRPr>
            </a:lvl3pPr>
            <a:lvl4pPr>
              <a:defRPr sz="1725" b="1">
                <a:solidFill>
                  <a:srgbClr val="5AA446"/>
                </a:solidFill>
              </a:defRPr>
            </a:lvl4pPr>
            <a:lvl5pPr>
              <a:defRPr sz="1725" b="1">
                <a:solidFill>
                  <a:srgbClr val="5AA446"/>
                </a:solidFill>
              </a:defRPr>
            </a:lvl5pPr>
            <a:lvl6pPr>
              <a:defRPr sz="1725" b="1">
                <a:solidFill>
                  <a:srgbClr val="5AA446"/>
                </a:solidFill>
              </a:defRPr>
            </a:lvl6pPr>
            <a:lvl7pPr>
              <a:defRPr sz="1725" b="1">
                <a:solidFill>
                  <a:srgbClr val="5AA446"/>
                </a:solidFill>
              </a:defRPr>
            </a:lvl7pPr>
            <a:lvl8pPr>
              <a:defRPr sz="1725" b="1">
                <a:solidFill>
                  <a:srgbClr val="5AA446"/>
                </a:solidFill>
              </a:defRPr>
            </a:lvl8pPr>
            <a:lvl9pPr>
              <a:defRPr sz="1725" b="1">
                <a:solidFill>
                  <a:srgbClr val="5AA446"/>
                </a:solidFill>
              </a:defRPr>
            </a:lvl9pPr>
          </a:lstStyle>
          <a:p xmlns:a="http://schemas.openxmlformats.org/drawingml/2006/main">
            <a:pPr>
              <a:defRPr sz="1725" b="1">
                <a:solidFill>
                  <a:srgbClr val="5AA446"/>
                </a:solidFill>
              </a:defRPr>
            </a:pPr>
            <a:r>
              <a:rPr sz="1725" b="1">
                <a:solidFill>
                  <a:srgbClr val="5AA446"/>
                </a:solidFill>
              </a:rPr>
              <a:t>2</a:t>
            </a:r>
          </a:p>
        </p:txBody>
      </p:sp>
      <p:sp>
        <p:nvSpPr>
          <p:cNvPr id="7" name="">
            <a:extLst xmlns:a="http://schemas.openxmlformats.org/drawingml/2006/main">
              <a:ext uri="{FF2B5EF4-FFF2-40B4-BE49-F238E27FC236}">
                <a16:creationId xmlns:a16="http://schemas.microsoft.com/office/drawing/2014/main" id="{FB082076-FB79-4FC6-B222-20C07A790531}"/>
              </a:ext>
            </a:extLst>
          </p:cNvPr>
          <p:cNvSpPr>
            <a:spLocks xmlns:a="http://schemas.openxmlformats.org/drawingml/2006/main" noGrp="1"/>
          </p:cNvSpPr>
          <p:nvPr/>
        </p:nvSpPr>
        <p:spPr>
          <a:xfrm xmlns:a="http://schemas.openxmlformats.org/drawingml/2006/main">
            <a:off x="1504950" y="2962275"/>
            <a:ext cx="5162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Practices 7–9</a:t>
            </a:r>
          </a:p>
        </p:txBody>
      </p:sp>
      <p:sp>
        <p:nvSpPr>
          <p:cNvPr id="8" name="">
            <a:extLst xmlns:a="http://schemas.openxmlformats.org/drawingml/2006/main">
              <a:ext uri="{FF2B5EF4-FFF2-40B4-BE49-F238E27FC236}">
                <a16:creationId xmlns:a16="http://schemas.microsoft.com/office/drawing/2014/main" id="{4DD779BB-C861-4935-950F-45103E92861F}"/>
              </a:ext>
            </a:extLst>
          </p:cNvPr>
          <p:cNvSpPr>
            <a:spLocks xmlns:a="http://schemas.openxmlformats.org/drawingml/2006/main" noGrp="1"/>
          </p:cNvSpPr>
          <p:nvPr/>
        </p:nvSpPr>
        <p:spPr>
          <a:xfrm xmlns:a="http://schemas.openxmlformats.org/drawingml/2006/main">
            <a:off x="1047750" y="36861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67D96"/>
                </a:solidFill>
              </a:defRPr>
            </a:defPPr>
            <a:lvl1pPr>
              <a:defRPr sz="1725" b="1">
                <a:solidFill>
                  <a:srgbClr val="367D96"/>
                </a:solidFill>
              </a:defRPr>
            </a:lvl1pPr>
            <a:lvl2pPr>
              <a:defRPr sz="1725" b="1">
                <a:solidFill>
                  <a:srgbClr val="367D96"/>
                </a:solidFill>
              </a:defRPr>
            </a:lvl2pPr>
            <a:lvl3pPr>
              <a:defRPr sz="1725" b="1">
                <a:solidFill>
                  <a:srgbClr val="367D96"/>
                </a:solidFill>
              </a:defRPr>
            </a:lvl3pPr>
            <a:lvl4pPr>
              <a:defRPr sz="1725" b="1">
                <a:solidFill>
                  <a:srgbClr val="367D96"/>
                </a:solidFill>
              </a:defRPr>
            </a:lvl4pPr>
            <a:lvl5pPr>
              <a:defRPr sz="1725" b="1">
                <a:solidFill>
                  <a:srgbClr val="367D96"/>
                </a:solidFill>
              </a:defRPr>
            </a:lvl5pPr>
            <a:lvl6pPr>
              <a:defRPr sz="1725" b="1">
                <a:solidFill>
                  <a:srgbClr val="367D96"/>
                </a:solidFill>
              </a:defRPr>
            </a:lvl6pPr>
            <a:lvl7pPr>
              <a:defRPr sz="1725" b="1">
                <a:solidFill>
                  <a:srgbClr val="367D96"/>
                </a:solidFill>
              </a:defRPr>
            </a:lvl7pPr>
            <a:lvl8pPr>
              <a:defRPr sz="1725" b="1">
                <a:solidFill>
                  <a:srgbClr val="367D96"/>
                </a:solidFill>
              </a:defRPr>
            </a:lvl8pPr>
            <a:lvl9pPr>
              <a:defRPr sz="1725" b="1">
                <a:solidFill>
                  <a:srgbClr val="367D96"/>
                </a:solidFill>
              </a:defRPr>
            </a:lvl9pPr>
          </a:lstStyle>
          <a:p xmlns:a="http://schemas.openxmlformats.org/drawingml/2006/main">
            <a:pPr>
              <a:defRPr sz="1725" b="1">
                <a:solidFill>
                  <a:srgbClr val="367D96"/>
                </a:solidFill>
              </a:defRPr>
            </a:pPr>
            <a:r>
              <a:rPr sz="1725" b="1">
                <a:solidFill>
                  <a:srgbClr val="367D96"/>
                </a:solidFill>
              </a:rPr>
              <a:t>3</a:t>
            </a:r>
          </a:p>
        </p:txBody>
      </p:sp>
      <p:sp>
        <p:nvSpPr>
          <p:cNvPr id="9" name="">
            <a:extLst xmlns:a="http://schemas.openxmlformats.org/drawingml/2006/main">
              <a:ext uri="{FF2B5EF4-FFF2-40B4-BE49-F238E27FC236}">
                <a16:creationId xmlns:a16="http://schemas.microsoft.com/office/drawing/2014/main" id="{CF63C9AF-36B8-42D5-840A-68B30DB3EDB5}"/>
              </a:ext>
            </a:extLst>
          </p:cNvPr>
          <p:cNvSpPr>
            <a:spLocks xmlns:a="http://schemas.openxmlformats.org/drawingml/2006/main" noGrp="1"/>
          </p:cNvSpPr>
          <p:nvPr/>
        </p:nvSpPr>
        <p:spPr>
          <a:xfrm xmlns:a="http://schemas.openxmlformats.org/drawingml/2006/main">
            <a:off x="1504950" y="3686175"/>
            <a:ext cx="5162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Checkpoint 3</a:t>
            </a:r>
          </a:p>
        </p:txBody>
      </p:sp>
      <p:sp>
        <p:nvSpPr>
          <p:cNvPr id="10" name="">
            <a:extLst xmlns:a="http://schemas.openxmlformats.org/drawingml/2006/main">
              <a:ext uri="{FF2B5EF4-FFF2-40B4-BE49-F238E27FC236}">
                <a16:creationId xmlns:a16="http://schemas.microsoft.com/office/drawing/2014/main" id="{9D8D1563-4313-407B-9B66-19654D943F42}"/>
              </a:ext>
            </a:extLst>
          </p:cNvPr>
          <p:cNvSpPr>
            <a:spLocks xmlns:a="http://schemas.openxmlformats.org/drawingml/2006/main" noGrp="1"/>
          </p:cNvSpPr>
          <p:nvPr/>
        </p:nvSpPr>
        <p:spPr>
          <a:xfrm xmlns:a="http://schemas.openxmlformats.org/drawingml/2006/main">
            <a:off x="1047750" y="44100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E9197"/>
                </a:solidFill>
              </a:defRPr>
            </a:defPPr>
            <a:lvl1pPr>
              <a:defRPr sz="1725" b="1">
                <a:solidFill>
                  <a:srgbClr val="3E9197"/>
                </a:solidFill>
              </a:defRPr>
            </a:lvl1pPr>
            <a:lvl2pPr>
              <a:defRPr sz="1725" b="1">
                <a:solidFill>
                  <a:srgbClr val="3E9197"/>
                </a:solidFill>
              </a:defRPr>
            </a:lvl2pPr>
            <a:lvl3pPr>
              <a:defRPr sz="1725" b="1">
                <a:solidFill>
                  <a:srgbClr val="3E9197"/>
                </a:solidFill>
              </a:defRPr>
            </a:lvl3pPr>
            <a:lvl4pPr>
              <a:defRPr sz="1725" b="1">
                <a:solidFill>
                  <a:srgbClr val="3E9197"/>
                </a:solidFill>
              </a:defRPr>
            </a:lvl4pPr>
            <a:lvl5pPr>
              <a:defRPr sz="1725" b="1">
                <a:solidFill>
                  <a:srgbClr val="3E9197"/>
                </a:solidFill>
              </a:defRPr>
            </a:lvl5pPr>
            <a:lvl6pPr>
              <a:defRPr sz="1725" b="1">
                <a:solidFill>
                  <a:srgbClr val="3E9197"/>
                </a:solidFill>
              </a:defRPr>
            </a:lvl6pPr>
            <a:lvl7pPr>
              <a:defRPr sz="1725" b="1">
                <a:solidFill>
                  <a:srgbClr val="3E9197"/>
                </a:solidFill>
              </a:defRPr>
            </a:lvl7pPr>
            <a:lvl8pPr>
              <a:defRPr sz="1725" b="1">
                <a:solidFill>
                  <a:srgbClr val="3E9197"/>
                </a:solidFill>
              </a:defRPr>
            </a:lvl8pPr>
            <a:lvl9pPr>
              <a:defRPr sz="1725" b="1">
                <a:solidFill>
                  <a:srgbClr val="3E9197"/>
                </a:solidFill>
              </a:defRPr>
            </a:lvl9pPr>
          </a:lstStyle>
          <a:p xmlns:a="http://schemas.openxmlformats.org/drawingml/2006/main">
            <a:pPr>
              <a:defRPr sz="1725" b="1">
                <a:solidFill>
                  <a:srgbClr val="3E9197"/>
                </a:solidFill>
              </a:defRPr>
            </a:pPr>
            <a:r>
              <a:rPr sz="1725" b="1">
                <a:solidFill>
                  <a:srgbClr val="3E9197"/>
                </a:solidFill>
              </a:rPr>
              <a:t>4</a:t>
            </a:r>
          </a:p>
        </p:txBody>
      </p:sp>
      <p:sp>
        <p:nvSpPr>
          <p:cNvPr id="11" name="">
            <a:extLst xmlns:a="http://schemas.openxmlformats.org/drawingml/2006/main">
              <a:ext uri="{FF2B5EF4-FFF2-40B4-BE49-F238E27FC236}">
                <a16:creationId xmlns:a16="http://schemas.microsoft.com/office/drawing/2014/main" id="{0929B879-707E-4235-8AE4-9714E60B1BC6}"/>
              </a:ext>
            </a:extLst>
          </p:cNvPr>
          <p:cNvSpPr>
            <a:spLocks xmlns:a="http://schemas.openxmlformats.org/drawingml/2006/main" noGrp="1"/>
          </p:cNvSpPr>
          <p:nvPr/>
        </p:nvSpPr>
        <p:spPr>
          <a:xfrm xmlns:a="http://schemas.openxmlformats.org/drawingml/2006/main">
            <a:off x="1504950" y="4410075"/>
            <a:ext cx="5162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Both debugging challenges</a:t>
            </a:r>
          </a:p>
        </p:txBody>
      </p:sp>
      <p:sp>
        <p:nvSpPr>
          <p:cNvPr id="12" name="">
            <a:extLst xmlns:a="http://schemas.openxmlformats.org/drawingml/2006/main">
              <a:ext uri="{FF2B5EF4-FFF2-40B4-BE49-F238E27FC236}">
                <a16:creationId xmlns:a16="http://schemas.microsoft.com/office/drawing/2014/main" id="{C4D766BB-19CF-46F2-AC8A-30DD70B74608}"/>
              </a:ext>
            </a:extLst>
          </p:cNvPr>
          <p:cNvSpPr>
            <a:spLocks xmlns:a="http://schemas.openxmlformats.org/drawingml/2006/main" noGrp="1"/>
          </p:cNvSpPr>
          <p:nvPr/>
        </p:nvSpPr>
        <p:spPr>
          <a:xfrm xmlns:a="http://schemas.openxmlformats.org/drawingml/2006/main">
            <a:off x="7334250" y="1666875"/>
            <a:ext cx="3619500" cy="3000375"/>
          </a:xfrm>
          <a:prstGeom xmlns:a="http://schemas.openxmlformats.org/drawingml/2006/main" prst="roundRect">
            <a:avLst>
              <a:gd name="adj" fmla="val 2540"/>
            </a:avLst>
          </a:prstGeom>
          <a:solidFill xmlns:a="http://schemas.openxmlformats.org/drawingml/2006/main">
            <a:srgbClr val="FFFFFF"/>
          </a:solidFill>
          <a:ln xmlns:a="http://schemas.openxmlformats.org/drawingml/2006/main" w="9525">
            <a:solidFill>
              <a:srgbClr val="367D96"/>
            </a:solidFill>
            <a:prstDash val="solid"/>
          </a:ln>
        </p:spPr>
      </p:sp>
      <p:sp>
        <p:nvSpPr>
          <p:cNvPr id="13" name="">
            <a:extLst xmlns:a="http://schemas.openxmlformats.org/drawingml/2006/main">
              <a:ext uri="{FF2B5EF4-FFF2-40B4-BE49-F238E27FC236}">
                <a16:creationId xmlns:a16="http://schemas.microsoft.com/office/drawing/2014/main" id="{BECD66A1-880C-4032-88EB-E8FFC9A522E7}"/>
              </a:ext>
            </a:extLst>
          </p:cNvPr>
          <p:cNvSpPr>
            <a:spLocks xmlns:a="http://schemas.openxmlformats.org/drawingml/2006/main" noGrp="1"/>
          </p:cNvSpPr>
          <p:nvPr/>
        </p:nvSpPr>
        <p:spPr>
          <a:xfrm xmlns:a="http://schemas.openxmlformats.org/drawingml/2006/main">
            <a:off x="7667625" y="20955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a:solidFill>
                  <a:srgbClr val="367D96"/>
                </a:solidFill>
              </a:defRPr>
            </a:defPPr>
            <a:lvl1pPr algn="ctr">
              <a:defRPr sz="1500" b="1">
                <a:solidFill>
                  <a:srgbClr val="367D96"/>
                </a:solidFill>
              </a:defRPr>
            </a:lvl1pPr>
            <a:lvl2pPr algn="ctr">
              <a:defRPr sz="1500" b="1">
                <a:solidFill>
                  <a:srgbClr val="367D96"/>
                </a:solidFill>
              </a:defRPr>
            </a:lvl2pPr>
            <a:lvl3pPr algn="ctr">
              <a:defRPr sz="1500" b="1">
                <a:solidFill>
                  <a:srgbClr val="367D96"/>
                </a:solidFill>
              </a:defRPr>
            </a:lvl3pPr>
            <a:lvl4pPr algn="ctr">
              <a:defRPr sz="1500" b="1">
                <a:solidFill>
                  <a:srgbClr val="367D96"/>
                </a:solidFill>
              </a:defRPr>
            </a:lvl4pPr>
            <a:lvl5pPr algn="ctr">
              <a:defRPr sz="1500" b="1">
                <a:solidFill>
                  <a:srgbClr val="367D96"/>
                </a:solidFill>
              </a:defRPr>
            </a:lvl5pPr>
            <a:lvl6pPr algn="ctr">
              <a:defRPr sz="1500" b="1">
                <a:solidFill>
                  <a:srgbClr val="367D96"/>
                </a:solidFill>
              </a:defRPr>
            </a:lvl6pPr>
            <a:lvl7pPr algn="ctr">
              <a:defRPr sz="1500" b="1">
                <a:solidFill>
                  <a:srgbClr val="367D96"/>
                </a:solidFill>
              </a:defRPr>
            </a:lvl7pPr>
            <a:lvl8pPr algn="ctr">
              <a:defRPr sz="1500" b="1">
                <a:solidFill>
                  <a:srgbClr val="367D96"/>
                </a:solidFill>
              </a:defRPr>
            </a:lvl8pPr>
            <a:lvl9pPr algn="ctr">
              <a:defRPr sz="1500" b="1">
                <a:solidFill>
                  <a:srgbClr val="367D96"/>
                </a:solidFill>
              </a:defRPr>
            </a:lvl9pPr>
          </a:lstStyle>
          <a:p xmlns:a="http://schemas.openxmlformats.org/drawingml/2006/main">
            <a:pPr algn="ctr">
              <a:defRPr sz="1500" b="1">
                <a:solidFill>
                  <a:srgbClr val="367D96"/>
                </a:solidFill>
              </a:defRPr>
            </a:pPr>
            <a:r>
              <a:rPr sz="1500" b="1">
                <a:solidFill>
                  <a:srgbClr val="367D96"/>
                </a:solidFill>
              </a:rPr>
              <a:t>BEFORE MOVING ON</a:t>
            </a:r>
          </a:p>
        </p:txBody>
      </p:sp>
      <p:sp>
        <p:nvSpPr>
          <p:cNvPr id="14" name="">
            <a:extLst xmlns:a="http://schemas.openxmlformats.org/drawingml/2006/main">
              <a:ext uri="{FF2B5EF4-FFF2-40B4-BE49-F238E27FC236}">
                <a16:creationId xmlns:a16="http://schemas.microsoft.com/office/drawing/2014/main" id="{CFF38347-9C9F-4520-9A79-EA97DC0A1EAB}"/>
              </a:ext>
            </a:extLst>
          </p:cNvPr>
          <p:cNvSpPr>
            <a:spLocks xmlns:a="http://schemas.openxmlformats.org/drawingml/2006/main" noGrp="1"/>
          </p:cNvSpPr>
          <p:nvPr/>
        </p:nvSpPr>
        <p:spPr>
          <a:xfrm xmlns:a="http://schemas.openxmlformats.org/drawingml/2006/main">
            <a:off x="7762875" y="2809875"/>
            <a:ext cx="276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0">
                <a:solidFill>
                  <a:srgbClr val="17324D"/>
                </a:solidFill>
              </a:defRPr>
            </a:defPPr>
            <a:lvl1pPr algn="ctr">
              <a:defRPr sz="2025" b="0">
                <a:solidFill>
                  <a:srgbClr val="17324D"/>
                </a:solidFill>
              </a:defRPr>
            </a:lvl1pPr>
            <a:lvl2pPr algn="ctr">
              <a:defRPr sz="2025" b="0">
                <a:solidFill>
                  <a:srgbClr val="17324D"/>
                </a:solidFill>
              </a:defRPr>
            </a:lvl2pPr>
            <a:lvl3pPr algn="ctr">
              <a:defRPr sz="2025" b="0">
                <a:solidFill>
                  <a:srgbClr val="17324D"/>
                </a:solidFill>
              </a:defRPr>
            </a:lvl3pPr>
            <a:lvl4pPr algn="ctr">
              <a:defRPr sz="2025" b="0">
                <a:solidFill>
                  <a:srgbClr val="17324D"/>
                </a:solidFill>
              </a:defRPr>
            </a:lvl4pPr>
            <a:lvl5pPr algn="ctr">
              <a:defRPr sz="2025" b="0">
                <a:solidFill>
                  <a:srgbClr val="17324D"/>
                </a:solidFill>
              </a:defRPr>
            </a:lvl5pPr>
            <a:lvl6pPr algn="ctr">
              <a:defRPr sz="2025" b="0">
                <a:solidFill>
                  <a:srgbClr val="17324D"/>
                </a:solidFill>
              </a:defRPr>
            </a:lvl6pPr>
            <a:lvl7pPr algn="ctr">
              <a:defRPr sz="2025" b="0">
                <a:solidFill>
                  <a:srgbClr val="17324D"/>
                </a:solidFill>
              </a:defRPr>
            </a:lvl7pPr>
            <a:lvl8pPr algn="ctr">
              <a:defRPr sz="2025" b="0">
                <a:solidFill>
                  <a:srgbClr val="17324D"/>
                </a:solidFill>
              </a:defRPr>
            </a:lvl8pPr>
            <a:lvl9pPr algn="ctr">
              <a:defRPr sz="2025" b="0">
                <a:solidFill>
                  <a:srgbClr val="17324D"/>
                </a:solidFill>
              </a:defRPr>
            </a:lvl9pPr>
          </a:lstStyle>
          <a:p xmlns:a="http://schemas.openxmlformats.org/drawingml/2006/main">
            <a:pPr algn="ctr">
              <a:defRPr sz="2025" b="0">
                <a:solidFill>
                  <a:srgbClr val="17324D"/>
                </a:solidFill>
              </a:defRPr>
            </a:pPr>
            <a:r>
              <a:rPr sz="2025" b="0">
                <a:solidFill>
                  <a:srgbClr val="17324D"/>
                </a:solidFill>
              </a:rPr>
              <a:t>Function tests pass</a:t>
            </a:r>
          </a:p>
          <a:p xmlns:a="http://schemas.openxmlformats.org/drawingml/2006/main">
            <a:pPr algn="ctr">
              <a:defRPr sz="2025" b="0">
                <a:solidFill>
                  <a:srgbClr val="17324D"/>
                </a:solidFill>
              </a:defRPr>
            </a:pPr>
            <a:r>
              <a:rPr sz="2025" b="0">
                <a:solidFill>
                  <a:srgbClr val="17324D"/>
                </a:solidFill>
              </a:rPr>
              <a:t>You can explain return</a:t>
            </a:r>
          </a:p>
          <a:p xmlns:a="http://schemas.openxmlformats.org/drawingml/2006/main">
            <a:pPr algn="ctr">
              <a:defRPr sz="2025" b="0">
                <a:solidFill>
                  <a:srgbClr val="17324D"/>
                </a:solidFill>
              </a:defRPr>
            </a:pPr>
            <a:r>
              <a:rPr sz="2025" b="0">
                <a:solidFill>
                  <a:srgbClr val="17324D"/>
                </a:solidFill>
              </a:rPr>
              <a:t>Both bugs are repaired</a:t>
            </a:r>
          </a:p>
        </p:txBody>
      </p:sp>
      <p:sp>
        <p:nvSpPr>
          <p:cNvPr id="15" name="">
            <a:extLst xmlns:a="http://schemas.openxmlformats.org/drawingml/2006/main">
              <a:ext uri="{FF2B5EF4-FFF2-40B4-BE49-F238E27FC236}">
                <a16:creationId xmlns:a16="http://schemas.microsoft.com/office/drawing/2014/main" id="{9BEF1559-0706-431F-A38C-8B22E0F5503A}"/>
              </a:ext>
            </a:extLst>
          </p:cNvPr>
          <p:cNvSpPr>
            <a:spLocks xmlns:a="http://schemas.openxmlformats.org/drawingml/2006/main" noGrp="1"/>
          </p:cNvSpPr>
          <p:nvPr/>
        </p:nvSpPr>
        <p:spPr>
          <a:xfrm xmlns:a="http://schemas.openxmlformats.org/drawingml/2006/main">
            <a:off x="1428750" y="5381625"/>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DF6665"/>
                </a:solidFill>
              </a:defRPr>
            </a:defPPr>
            <a:lvl1pPr algn="ctr">
              <a:defRPr sz="1800" b="1">
                <a:solidFill>
                  <a:srgbClr val="DF6665"/>
                </a:solidFill>
              </a:defRPr>
            </a:lvl1pPr>
            <a:lvl2pPr algn="ctr">
              <a:defRPr sz="1800" b="1">
                <a:solidFill>
                  <a:srgbClr val="DF6665"/>
                </a:solidFill>
              </a:defRPr>
            </a:lvl2pPr>
            <a:lvl3pPr algn="ctr">
              <a:defRPr sz="1800" b="1">
                <a:solidFill>
                  <a:srgbClr val="DF6665"/>
                </a:solidFill>
              </a:defRPr>
            </a:lvl3pPr>
            <a:lvl4pPr algn="ctr">
              <a:defRPr sz="1800" b="1">
                <a:solidFill>
                  <a:srgbClr val="DF6665"/>
                </a:solidFill>
              </a:defRPr>
            </a:lvl4pPr>
            <a:lvl5pPr algn="ctr">
              <a:defRPr sz="1800" b="1">
                <a:solidFill>
                  <a:srgbClr val="DF6665"/>
                </a:solidFill>
              </a:defRPr>
            </a:lvl5pPr>
            <a:lvl6pPr algn="ctr">
              <a:defRPr sz="1800" b="1">
                <a:solidFill>
                  <a:srgbClr val="DF6665"/>
                </a:solidFill>
              </a:defRPr>
            </a:lvl6pPr>
            <a:lvl7pPr algn="ctr">
              <a:defRPr sz="1800" b="1">
                <a:solidFill>
                  <a:srgbClr val="DF6665"/>
                </a:solidFill>
              </a:defRPr>
            </a:lvl7pPr>
            <a:lvl8pPr algn="ctr">
              <a:defRPr sz="1800" b="1">
                <a:solidFill>
                  <a:srgbClr val="DF6665"/>
                </a:solidFill>
              </a:defRPr>
            </a:lvl8pPr>
            <a:lvl9pPr algn="ctr">
              <a:defRPr sz="1800" b="1">
                <a:solidFill>
                  <a:srgbClr val="DF6665"/>
                </a:solidFill>
              </a:defRPr>
            </a:lvl9pPr>
          </a:lstStyle>
          <a:p xmlns:a="http://schemas.openxmlformats.org/drawingml/2006/main">
            <a:pPr algn="ctr">
              <a:defRPr sz="1800" b="1">
                <a:solidFill>
                  <a:srgbClr val="DF6665"/>
                </a:solidFill>
              </a:defRPr>
            </a:pPr>
            <a:r>
              <a:rPr sz="1800" b="1">
                <a:solidFill>
                  <a:srgbClr val="DF6665"/>
                </a:solidFill>
              </a:rPr>
              <a:t>A partner may explain. The keyboard stays with the developer.</a:t>
            </a:r>
          </a:p>
        </p:txBody>
      </p:sp>
      <p:sp>
        <p:nvSpPr>
          <p:cNvPr id="16" name="">
            <a:extLst xmlns:a="http://schemas.openxmlformats.org/drawingml/2006/main">
              <a:ext uri="{FF2B5EF4-FFF2-40B4-BE49-F238E27FC236}">
                <a16:creationId xmlns:a16="http://schemas.microsoft.com/office/drawing/2014/main" id="{E48426A7-C675-460A-88DC-23D937F50B82}"/>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10:35–11:20 | Notebook work</a:t>
            </a:r>
          </a:p>
        </p:txBody>
      </p:sp>
    </p:spTree>
    <p:extLst>
      <p:ext uri="{BB962C8B-B14F-4D97-AF65-F5344CB8AC3E}">
        <p14:creationId xmlns:p14="http://schemas.microsoft.com/office/powerpoint/2010/main" val="1973680598"/>
      </p:ext>
    </p:extLst>
  </p:cSld>
</p:sld>
</file>

<file path=ppt/slides/slide14.xml><?xml version="1.0" encoding="utf-8"?>
<p:sld xmlns:p="http://schemas.openxmlformats.org/presentationml/2006/main">
  <p:cSld>
    <p:bg>
      <p:bgPr>
        <a:solidFill xmlns:a="http://schemas.openxmlformats.org/drawingml/2006/main">
          <a:srgbClr val="DF6665"/>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3B3C295-6D8B-4E22-85DE-6B7B225FFA00}"/>
              </a:ext>
            </a:extLst>
          </p:cNvPr>
          <p:cNvSpPr>
            <a:spLocks xmlns:a="http://schemas.openxmlformats.org/drawingml/2006/main" noGrp="1"/>
          </p:cNvSpPr>
          <p:nvPr/>
        </p:nvSpPr>
        <p:spPr>
          <a:xfrm xmlns:a="http://schemas.openxmlformats.org/drawingml/2006/main">
            <a:off x="857250" y="2333625"/>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FFFFF"/>
                </a:solidFill>
              </a:defRPr>
            </a:defPPr>
            <a:lvl1pPr>
              <a:defRPr sz="4050" b="1">
                <a:solidFill>
                  <a:srgbClr val="FFFFFF"/>
                </a:solidFill>
              </a:defRPr>
            </a:lvl1pPr>
            <a:lvl2pPr>
              <a:defRPr sz="4050" b="1">
                <a:solidFill>
                  <a:srgbClr val="FFFFFF"/>
                </a:solidFill>
              </a:defRPr>
            </a:lvl2pPr>
            <a:lvl3pPr>
              <a:defRPr sz="4050" b="1">
                <a:solidFill>
                  <a:srgbClr val="FFFFFF"/>
                </a:solidFill>
              </a:defRPr>
            </a:lvl3pPr>
            <a:lvl4pPr>
              <a:defRPr sz="4050" b="1">
                <a:solidFill>
                  <a:srgbClr val="FFFFFF"/>
                </a:solidFill>
              </a:defRPr>
            </a:lvl4pPr>
            <a:lvl5pPr>
              <a:defRPr sz="4050" b="1">
                <a:solidFill>
                  <a:srgbClr val="FFFFFF"/>
                </a:solidFill>
              </a:defRPr>
            </a:lvl5pPr>
            <a:lvl6pPr>
              <a:defRPr sz="4050" b="1">
                <a:solidFill>
                  <a:srgbClr val="FFFFFF"/>
                </a:solidFill>
              </a:defRPr>
            </a:lvl6pPr>
            <a:lvl7pPr>
              <a:defRPr sz="4050" b="1">
                <a:solidFill>
                  <a:srgbClr val="FFFFFF"/>
                </a:solidFill>
              </a:defRPr>
            </a:lvl7pPr>
            <a:lvl8pPr>
              <a:defRPr sz="4050" b="1">
                <a:solidFill>
                  <a:srgbClr val="FFFFFF"/>
                </a:solidFill>
              </a:defRPr>
            </a:lvl8pPr>
            <a:lvl9pPr>
              <a:defRPr sz="4050" b="1">
                <a:solidFill>
                  <a:srgbClr val="FFFFFF"/>
                </a:solidFill>
              </a:defRPr>
            </a:lvl9pPr>
          </a:lstStyle>
          <a:p xmlns:a="http://schemas.openxmlformats.org/drawingml/2006/main">
            <a:pPr>
              <a:defRPr sz="4050" b="1">
                <a:solidFill>
                  <a:srgbClr val="FFFFFF"/>
                </a:solidFill>
              </a:defRPr>
            </a:pPr>
            <a:r>
              <a:rPr sz="4050" b="1">
                <a:solidFill>
                  <a:srgbClr val="FFFFFF"/>
                </a:solidFill>
              </a:rPr>
              <a:t>Break</a:t>
            </a:r>
          </a:p>
        </p:txBody>
      </p:sp>
      <p:sp>
        <p:nvSpPr>
          <p:cNvPr id="2" name="">
            <a:extLst xmlns:a="http://schemas.openxmlformats.org/drawingml/2006/main">
              <a:ext uri="{FF2B5EF4-FFF2-40B4-BE49-F238E27FC236}">
                <a16:creationId xmlns:a16="http://schemas.microsoft.com/office/drawing/2014/main" id="{EDF850FD-9EFF-4E09-B28E-05DBF2DC41F8}"/>
              </a:ext>
            </a:extLst>
          </p:cNvPr>
          <p:cNvSpPr>
            <a:spLocks xmlns:a="http://schemas.openxmlformats.org/drawingml/2006/main" noGrp="1"/>
          </p:cNvSpPr>
          <p:nvPr/>
        </p:nvSpPr>
        <p:spPr>
          <a:xfrm xmlns:a="http://schemas.openxmlformats.org/drawingml/2006/main">
            <a:off x="876300" y="32194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xmlns:a="http://schemas.openxmlformats.org/drawingml/2006/main">
            <a:pPr>
              <a:defRPr sz="1950" b="0">
                <a:solidFill>
                  <a:srgbClr val="FFFFFF"/>
                </a:solidFill>
              </a:defRPr>
            </a:pPr>
            <a:r>
              <a:rPr sz="1950" b="0">
                <a:solidFill>
                  <a:srgbClr val="FFFFFF"/>
                </a:solidFill>
              </a:rPr>
              <a:t>Return at 11:30</a:t>
            </a:r>
          </a:p>
        </p:txBody>
      </p:sp>
    </p:spTree>
    <p:extLst>
      <p:ext uri="{BB962C8B-B14F-4D97-AF65-F5344CB8AC3E}">
        <p14:creationId xmlns:p14="http://schemas.microsoft.com/office/powerpoint/2010/main" val="1769717962"/>
      </p:ext>
    </p:extLst>
  </p:cSld>
</p:sld>
</file>

<file path=ppt/slides/slide15.xml><?xml version="1.0" encoding="utf-8"?>
<p:sld xmlns:p="http://schemas.openxmlformats.org/presentationml/2006/main">
  <p:cSld>
    <p:bg>
      <p:bgPr>
        <a:solidFill xmlns:a="http://schemas.openxmlformats.org/drawingml/2006/main">
          <a:srgbClr val="EEF6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B8E4C24-A1C8-4251-B600-9D953C0201C5}"/>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Tracker project</a:t>
            </a:r>
          </a:p>
        </p:txBody>
      </p:sp>
      <p:sp>
        <p:nvSpPr>
          <p:cNvPr id="2" name="">
            <a:extLst xmlns:a="http://schemas.openxmlformats.org/drawingml/2006/main">
              <a:ext uri="{FF2B5EF4-FFF2-40B4-BE49-F238E27FC236}">
                <a16:creationId xmlns:a16="http://schemas.microsoft.com/office/drawing/2014/main" id="{28A7BA84-E45D-4283-9F6A-3848F6D8BD8B}"/>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Complete the four notebook checkpoints</a:t>
            </a:r>
          </a:p>
        </p:txBody>
      </p:sp>
      <p:sp>
        <p:nvSpPr>
          <p:cNvPr id="3" name="">
            <a:extLst xmlns:a="http://schemas.openxmlformats.org/drawingml/2006/main">
              <a:ext uri="{FF2B5EF4-FFF2-40B4-BE49-F238E27FC236}">
                <a16:creationId xmlns:a16="http://schemas.microsoft.com/office/drawing/2014/main" id="{2A7649B1-EC32-4787-A337-266E2E5CBC6A}"/>
              </a:ext>
            </a:extLst>
          </p:cNvPr>
          <p:cNvSpPr>
            <a:spLocks xmlns:a="http://schemas.openxmlformats.org/drawingml/2006/main" noGrp="1"/>
          </p:cNvSpPr>
          <p:nvPr/>
        </p:nvSpPr>
        <p:spPr>
          <a:xfrm xmlns:a="http://schemas.openxmlformats.org/drawingml/2006/main">
            <a:off x="1047750" y="16192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DF6665"/>
                </a:solidFill>
              </a:defRPr>
            </a:defPPr>
            <a:lvl1pPr>
              <a:defRPr sz="1800" b="1">
                <a:solidFill>
                  <a:srgbClr val="DF6665"/>
                </a:solidFill>
              </a:defRPr>
            </a:lvl1pPr>
            <a:lvl2pPr>
              <a:defRPr sz="1800" b="1">
                <a:solidFill>
                  <a:srgbClr val="DF6665"/>
                </a:solidFill>
              </a:defRPr>
            </a:lvl2pPr>
            <a:lvl3pPr>
              <a:defRPr sz="1800" b="1">
                <a:solidFill>
                  <a:srgbClr val="DF6665"/>
                </a:solidFill>
              </a:defRPr>
            </a:lvl3pPr>
            <a:lvl4pPr>
              <a:defRPr sz="1800" b="1">
                <a:solidFill>
                  <a:srgbClr val="DF6665"/>
                </a:solidFill>
              </a:defRPr>
            </a:lvl4pPr>
            <a:lvl5pPr>
              <a:defRPr sz="1800" b="1">
                <a:solidFill>
                  <a:srgbClr val="DF6665"/>
                </a:solidFill>
              </a:defRPr>
            </a:lvl5pPr>
            <a:lvl6pPr>
              <a:defRPr sz="1800" b="1">
                <a:solidFill>
                  <a:srgbClr val="DF6665"/>
                </a:solidFill>
              </a:defRPr>
            </a:lvl6pPr>
            <a:lvl7pPr>
              <a:defRPr sz="1800" b="1">
                <a:solidFill>
                  <a:srgbClr val="DF6665"/>
                </a:solidFill>
              </a:defRPr>
            </a:lvl7pPr>
            <a:lvl8pPr>
              <a:defRPr sz="1800" b="1">
                <a:solidFill>
                  <a:srgbClr val="DF6665"/>
                </a:solidFill>
              </a:defRPr>
            </a:lvl8pPr>
            <a:lvl9pPr>
              <a:defRPr sz="1800" b="1">
                <a:solidFill>
                  <a:srgbClr val="DF6665"/>
                </a:solidFill>
              </a:defRPr>
            </a:lvl9pPr>
          </a:lstStyle>
          <a:p xmlns:a="http://schemas.openxmlformats.org/drawingml/2006/main">
            <a:pPr>
              <a:defRPr sz="1800" b="1">
                <a:solidFill>
                  <a:srgbClr val="DF6665"/>
                </a:solidFill>
              </a:defRPr>
            </a:pPr>
            <a:r>
              <a:rPr sz="1800" b="1">
                <a:solidFill>
                  <a:srgbClr val="DF6665"/>
                </a:solidFill>
              </a:rPr>
              <a:t>1</a:t>
            </a:r>
          </a:p>
        </p:txBody>
      </p:sp>
      <p:sp>
        <p:nvSpPr>
          <p:cNvPr id="4" name="">
            <a:extLst xmlns:a="http://schemas.openxmlformats.org/drawingml/2006/main">
              <a:ext uri="{FF2B5EF4-FFF2-40B4-BE49-F238E27FC236}">
                <a16:creationId xmlns:a16="http://schemas.microsoft.com/office/drawing/2014/main" id="{352EA901-1AA0-4273-8239-0246D83DC54F}"/>
              </a:ext>
            </a:extLst>
          </p:cNvPr>
          <p:cNvSpPr>
            <a:spLocks xmlns:a="http://schemas.openxmlformats.org/drawingml/2006/main" noGrp="1"/>
          </p:cNvSpPr>
          <p:nvPr/>
        </p:nvSpPr>
        <p:spPr>
          <a:xfrm xmlns:a="http://schemas.openxmlformats.org/drawingml/2006/main">
            <a:off x="1504950" y="16192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A: calculate the average with a loop</a:t>
            </a:r>
          </a:p>
        </p:txBody>
      </p:sp>
      <p:sp>
        <p:nvSpPr>
          <p:cNvPr id="5" name="">
            <a:extLst xmlns:a="http://schemas.openxmlformats.org/drawingml/2006/main">
              <a:ext uri="{FF2B5EF4-FFF2-40B4-BE49-F238E27FC236}">
                <a16:creationId xmlns:a16="http://schemas.microsoft.com/office/drawing/2014/main" id="{79B313C3-45AE-4292-B440-DC1CFF1B1D7A}"/>
              </a:ext>
            </a:extLst>
          </p:cNvPr>
          <p:cNvSpPr>
            <a:spLocks xmlns:a="http://schemas.openxmlformats.org/drawingml/2006/main" noGrp="1"/>
          </p:cNvSpPr>
          <p:nvPr/>
        </p:nvSpPr>
        <p:spPr>
          <a:xfrm xmlns:a="http://schemas.openxmlformats.org/drawingml/2006/main">
            <a:off x="1047750" y="24193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5AA446"/>
                </a:solidFill>
              </a:defRPr>
            </a:defPPr>
            <a:lvl1pPr>
              <a:defRPr sz="1800" b="1">
                <a:solidFill>
                  <a:srgbClr val="5AA446"/>
                </a:solidFill>
              </a:defRPr>
            </a:lvl1pPr>
            <a:lvl2pPr>
              <a:defRPr sz="1800" b="1">
                <a:solidFill>
                  <a:srgbClr val="5AA446"/>
                </a:solidFill>
              </a:defRPr>
            </a:lvl2pPr>
            <a:lvl3pPr>
              <a:defRPr sz="1800" b="1">
                <a:solidFill>
                  <a:srgbClr val="5AA446"/>
                </a:solidFill>
              </a:defRPr>
            </a:lvl3pPr>
            <a:lvl4pPr>
              <a:defRPr sz="1800" b="1">
                <a:solidFill>
                  <a:srgbClr val="5AA446"/>
                </a:solidFill>
              </a:defRPr>
            </a:lvl4pPr>
            <a:lvl5pPr>
              <a:defRPr sz="1800" b="1">
                <a:solidFill>
                  <a:srgbClr val="5AA446"/>
                </a:solidFill>
              </a:defRPr>
            </a:lvl5pPr>
            <a:lvl6pPr>
              <a:defRPr sz="1800" b="1">
                <a:solidFill>
                  <a:srgbClr val="5AA446"/>
                </a:solidFill>
              </a:defRPr>
            </a:lvl6pPr>
            <a:lvl7pPr>
              <a:defRPr sz="1800" b="1">
                <a:solidFill>
                  <a:srgbClr val="5AA446"/>
                </a:solidFill>
              </a:defRPr>
            </a:lvl7pPr>
            <a:lvl8pPr>
              <a:defRPr sz="1800" b="1">
                <a:solidFill>
                  <a:srgbClr val="5AA446"/>
                </a:solidFill>
              </a:defRPr>
            </a:lvl8pPr>
            <a:lvl9pPr>
              <a:defRPr sz="1800" b="1">
                <a:solidFill>
                  <a:srgbClr val="5AA446"/>
                </a:solidFill>
              </a:defRPr>
            </a:lvl9pPr>
          </a:lstStyle>
          <a:p xmlns:a="http://schemas.openxmlformats.org/drawingml/2006/main">
            <a:pPr>
              <a:defRPr sz="1800" b="1">
                <a:solidFill>
                  <a:srgbClr val="5AA446"/>
                </a:solidFill>
              </a:defRPr>
            </a:pPr>
            <a:r>
              <a:rPr sz="1800" b="1">
                <a:solidFill>
                  <a:srgbClr val="5AA446"/>
                </a:solidFill>
              </a:rPr>
              <a:t>2</a:t>
            </a:r>
          </a:p>
        </p:txBody>
      </p:sp>
      <p:sp>
        <p:nvSpPr>
          <p:cNvPr id="6" name="">
            <a:extLst xmlns:a="http://schemas.openxmlformats.org/drawingml/2006/main">
              <a:ext uri="{FF2B5EF4-FFF2-40B4-BE49-F238E27FC236}">
                <a16:creationId xmlns:a16="http://schemas.microsoft.com/office/drawing/2014/main" id="{58EF1878-ECB0-45AA-AFF5-C16202BB2E3C}"/>
              </a:ext>
            </a:extLst>
          </p:cNvPr>
          <p:cNvSpPr>
            <a:spLocks xmlns:a="http://schemas.openxmlformats.org/drawingml/2006/main" noGrp="1"/>
          </p:cNvSpPr>
          <p:nvPr/>
        </p:nvSpPr>
        <p:spPr>
          <a:xfrm xmlns:a="http://schemas.openxmlformats.org/drawingml/2006/main">
            <a:off x="1504950" y="24193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B: return feedback from a conditional</a:t>
            </a:r>
          </a:p>
        </p:txBody>
      </p:sp>
      <p:sp>
        <p:nvSpPr>
          <p:cNvPr id="7" name="">
            <a:extLst xmlns:a="http://schemas.openxmlformats.org/drawingml/2006/main">
              <a:ext uri="{FF2B5EF4-FFF2-40B4-BE49-F238E27FC236}">
                <a16:creationId xmlns:a16="http://schemas.microsoft.com/office/drawing/2014/main" id="{0C984773-4C53-4D32-9332-76857D7AFEB0}"/>
              </a:ext>
            </a:extLst>
          </p:cNvPr>
          <p:cNvSpPr>
            <a:spLocks xmlns:a="http://schemas.openxmlformats.org/drawingml/2006/main" noGrp="1"/>
          </p:cNvSpPr>
          <p:nvPr/>
        </p:nvSpPr>
        <p:spPr>
          <a:xfrm xmlns:a="http://schemas.openxmlformats.org/drawingml/2006/main">
            <a:off x="1047750" y="32194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367D96"/>
                </a:solidFill>
              </a:defRPr>
            </a:defPPr>
            <a:lvl1pPr>
              <a:defRPr sz="1800" b="1">
                <a:solidFill>
                  <a:srgbClr val="367D96"/>
                </a:solidFill>
              </a:defRPr>
            </a:lvl1pPr>
            <a:lvl2pPr>
              <a:defRPr sz="1800" b="1">
                <a:solidFill>
                  <a:srgbClr val="367D96"/>
                </a:solidFill>
              </a:defRPr>
            </a:lvl2pPr>
            <a:lvl3pPr>
              <a:defRPr sz="1800" b="1">
                <a:solidFill>
                  <a:srgbClr val="367D96"/>
                </a:solidFill>
              </a:defRPr>
            </a:lvl3pPr>
            <a:lvl4pPr>
              <a:defRPr sz="1800" b="1">
                <a:solidFill>
                  <a:srgbClr val="367D96"/>
                </a:solidFill>
              </a:defRPr>
            </a:lvl4pPr>
            <a:lvl5pPr>
              <a:defRPr sz="1800" b="1">
                <a:solidFill>
                  <a:srgbClr val="367D96"/>
                </a:solidFill>
              </a:defRPr>
            </a:lvl5pPr>
            <a:lvl6pPr>
              <a:defRPr sz="1800" b="1">
                <a:solidFill>
                  <a:srgbClr val="367D96"/>
                </a:solidFill>
              </a:defRPr>
            </a:lvl6pPr>
            <a:lvl7pPr>
              <a:defRPr sz="1800" b="1">
                <a:solidFill>
                  <a:srgbClr val="367D96"/>
                </a:solidFill>
              </a:defRPr>
            </a:lvl7pPr>
            <a:lvl8pPr>
              <a:defRPr sz="1800" b="1">
                <a:solidFill>
                  <a:srgbClr val="367D96"/>
                </a:solidFill>
              </a:defRPr>
            </a:lvl8pPr>
            <a:lvl9pPr>
              <a:defRPr sz="1800" b="1">
                <a:solidFill>
                  <a:srgbClr val="367D96"/>
                </a:solidFill>
              </a:defRPr>
            </a:lvl9pPr>
          </a:lstStyle>
          <a:p xmlns:a="http://schemas.openxmlformats.org/drawingml/2006/main">
            <a:pPr>
              <a:defRPr sz="1800" b="1">
                <a:solidFill>
                  <a:srgbClr val="367D96"/>
                </a:solidFill>
              </a:defRPr>
            </a:pPr>
            <a:r>
              <a:rPr sz="1800" b="1">
                <a:solidFill>
                  <a:srgbClr val="367D96"/>
                </a:solidFill>
              </a:rPr>
              <a:t>3</a:t>
            </a:r>
          </a:p>
        </p:txBody>
      </p:sp>
      <p:sp>
        <p:nvSpPr>
          <p:cNvPr id="8" name="">
            <a:extLst xmlns:a="http://schemas.openxmlformats.org/drawingml/2006/main">
              <a:ext uri="{FF2B5EF4-FFF2-40B4-BE49-F238E27FC236}">
                <a16:creationId xmlns:a16="http://schemas.microsoft.com/office/drawing/2014/main" id="{8A563E29-6865-485A-AC3B-4E3F1E3861FB}"/>
              </a:ext>
            </a:extLst>
          </p:cNvPr>
          <p:cNvSpPr>
            <a:spLocks xmlns:a="http://schemas.openxmlformats.org/drawingml/2006/main" noGrp="1"/>
          </p:cNvSpPr>
          <p:nvPr/>
        </p:nvSpPr>
        <p:spPr>
          <a:xfrm xmlns:a="http://schemas.openxmlformats.org/drawingml/2006/main">
            <a:off x="1504950" y="32194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C: assemble the student report</a:t>
            </a:r>
          </a:p>
        </p:txBody>
      </p:sp>
      <p:sp>
        <p:nvSpPr>
          <p:cNvPr id="9" name="">
            <a:extLst xmlns:a="http://schemas.openxmlformats.org/drawingml/2006/main">
              <a:ext uri="{FF2B5EF4-FFF2-40B4-BE49-F238E27FC236}">
                <a16:creationId xmlns:a16="http://schemas.microsoft.com/office/drawing/2014/main" id="{CF4C756F-293F-48CF-BC22-96443800BA43}"/>
              </a:ext>
            </a:extLst>
          </p:cNvPr>
          <p:cNvSpPr>
            <a:spLocks xmlns:a="http://schemas.openxmlformats.org/drawingml/2006/main" noGrp="1"/>
          </p:cNvSpPr>
          <p:nvPr/>
        </p:nvSpPr>
        <p:spPr>
          <a:xfrm xmlns:a="http://schemas.openxmlformats.org/drawingml/2006/main">
            <a:off x="1047750" y="4019550"/>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3E9197"/>
                </a:solidFill>
              </a:defRPr>
            </a:defPPr>
            <a:lvl1pPr>
              <a:defRPr sz="1800" b="1">
                <a:solidFill>
                  <a:srgbClr val="3E9197"/>
                </a:solidFill>
              </a:defRPr>
            </a:lvl1pPr>
            <a:lvl2pPr>
              <a:defRPr sz="1800" b="1">
                <a:solidFill>
                  <a:srgbClr val="3E9197"/>
                </a:solidFill>
              </a:defRPr>
            </a:lvl2pPr>
            <a:lvl3pPr>
              <a:defRPr sz="1800" b="1">
                <a:solidFill>
                  <a:srgbClr val="3E9197"/>
                </a:solidFill>
              </a:defRPr>
            </a:lvl3pPr>
            <a:lvl4pPr>
              <a:defRPr sz="1800" b="1">
                <a:solidFill>
                  <a:srgbClr val="3E9197"/>
                </a:solidFill>
              </a:defRPr>
            </a:lvl4pPr>
            <a:lvl5pPr>
              <a:defRPr sz="1800" b="1">
                <a:solidFill>
                  <a:srgbClr val="3E9197"/>
                </a:solidFill>
              </a:defRPr>
            </a:lvl5pPr>
            <a:lvl6pPr>
              <a:defRPr sz="1800" b="1">
                <a:solidFill>
                  <a:srgbClr val="3E9197"/>
                </a:solidFill>
              </a:defRPr>
            </a:lvl6pPr>
            <a:lvl7pPr>
              <a:defRPr sz="1800" b="1">
                <a:solidFill>
                  <a:srgbClr val="3E9197"/>
                </a:solidFill>
              </a:defRPr>
            </a:lvl7pPr>
            <a:lvl8pPr>
              <a:defRPr sz="1800" b="1">
                <a:solidFill>
                  <a:srgbClr val="3E9197"/>
                </a:solidFill>
              </a:defRPr>
            </a:lvl8pPr>
            <a:lvl9pPr>
              <a:defRPr sz="1800" b="1">
                <a:solidFill>
                  <a:srgbClr val="3E9197"/>
                </a:solidFill>
              </a:defRPr>
            </a:lvl9pPr>
          </a:lstStyle>
          <a:p xmlns:a="http://schemas.openxmlformats.org/drawingml/2006/main">
            <a:pPr>
              <a:defRPr sz="1800" b="1">
                <a:solidFill>
                  <a:srgbClr val="3E9197"/>
                </a:solidFill>
              </a:defRPr>
            </a:pPr>
            <a:r>
              <a:rPr sz="1800" b="1">
                <a:solidFill>
                  <a:srgbClr val="3E9197"/>
                </a:solidFill>
              </a:rPr>
              <a:t>4</a:t>
            </a:r>
          </a:p>
        </p:txBody>
      </p:sp>
      <p:sp>
        <p:nvSpPr>
          <p:cNvPr id="10" name="">
            <a:extLst xmlns:a="http://schemas.openxmlformats.org/drawingml/2006/main">
              <a:ext uri="{FF2B5EF4-FFF2-40B4-BE49-F238E27FC236}">
                <a16:creationId xmlns:a16="http://schemas.microsoft.com/office/drawing/2014/main" id="{2452E9A8-CE76-4CF7-929C-461C7D46DDED}"/>
              </a:ext>
            </a:extLst>
          </p:cNvPr>
          <p:cNvSpPr>
            <a:spLocks xmlns:a="http://schemas.openxmlformats.org/drawingml/2006/main" noGrp="1"/>
          </p:cNvSpPr>
          <p:nvPr/>
        </p:nvSpPr>
        <p:spPr>
          <a:xfrm xmlns:a="http://schemas.openxmlformats.org/drawingml/2006/main">
            <a:off x="1504950" y="4019550"/>
            <a:ext cx="678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324D"/>
                </a:solidFill>
              </a:defRPr>
            </a:defPPr>
            <a:lvl1pPr>
              <a:defRPr sz="2025" b="0">
                <a:solidFill>
                  <a:srgbClr val="17324D"/>
                </a:solidFill>
              </a:defRPr>
            </a:lvl1pPr>
            <a:lvl2pPr>
              <a:defRPr sz="2025" b="0">
                <a:solidFill>
                  <a:srgbClr val="17324D"/>
                </a:solidFill>
              </a:defRPr>
            </a:lvl2pPr>
            <a:lvl3pPr>
              <a:defRPr sz="2025" b="0">
                <a:solidFill>
                  <a:srgbClr val="17324D"/>
                </a:solidFill>
              </a:defRPr>
            </a:lvl3pPr>
            <a:lvl4pPr>
              <a:defRPr sz="2025" b="0">
                <a:solidFill>
                  <a:srgbClr val="17324D"/>
                </a:solidFill>
              </a:defRPr>
            </a:lvl4pPr>
            <a:lvl5pPr>
              <a:defRPr sz="2025" b="0">
                <a:solidFill>
                  <a:srgbClr val="17324D"/>
                </a:solidFill>
              </a:defRPr>
            </a:lvl5pPr>
            <a:lvl6pPr>
              <a:defRPr sz="2025" b="0">
                <a:solidFill>
                  <a:srgbClr val="17324D"/>
                </a:solidFill>
              </a:defRPr>
            </a:lvl6pPr>
            <a:lvl7pPr>
              <a:defRPr sz="2025" b="0">
                <a:solidFill>
                  <a:srgbClr val="17324D"/>
                </a:solidFill>
              </a:defRPr>
            </a:lvl7pPr>
            <a:lvl8pPr>
              <a:defRPr sz="2025" b="0">
                <a:solidFill>
                  <a:srgbClr val="17324D"/>
                </a:solidFill>
              </a:defRPr>
            </a:lvl8pPr>
            <a:lvl9pPr>
              <a:defRPr sz="2025" b="0">
                <a:solidFill>
                  <a:srgbClr val="17324D"/>
                </a:solidFill>
              </a:defRPr>
            </a:lvl9pPr>
          </a:lstStyle>
          <a:p xmlns:a="http://schemas.openxmlformats.org/drawingml/2006/main">
            <a:pPr>
              <a:defRPr sz="2025" b="0">
                <a:solidFill>
                  <a:srgbClr val="17324D"/>
                </a:solidFill>
              </a:defRPr>
            </a:pPr>
            <a:r>
              <a:rPr sz="2025" b="0">
                <a:solidFill>
                  <a:srgbClr val="17324D"/>
                </a:solidFill>
              </a:rPr>
              <a:t>D: run every boundary test</a:t>
            </a:r>
          </a:p>
        </p:txBody>
      </p:sp>
      <p:sp>
        <p:nvSpPr>
          <p:cNvPr id="11" name="">
            <a:extLst xmlns:a="http://schemas.openxmlformats.org/drawingml/2006/main">
              <a:ext uri="{FF2B5EF4-FFF2-40B4-BE49-F238E27FC236}">
                <a16:creationId xmlns:a16="http://schemas.microsoft.com/office/drawing/2014/main" id="{F39DA233-701B-4B49-8689-0C4BEF26FA84}"/>
              </a:ext>
            </a:extLst>
          </p:cNvPr>
          <p:cNvSpPr>
            <a:spLocks xmlns:a="http://schemas.openxmlformats.org/drawingml/2006/main" noGrp="1"/>
          </p:cNvSpPr>
          <p:nvPr/>
        </p:nvSpPr>
        <p:spPr>
          <a:xfrm xmlns:a="http://schemas.openxmlformats.org/drawingml/2006/main">
            <a:off x="8572500" y="1666875"/>
            <a:ext cx="2428875" cy="2857500"/>
          </a:xfrm>
          <a:prstGeom xmlns:a="http://schemas.openxmlformats.org/drawingml/2006/main" prst="roundRect">
            <a:avLst>
              <a:gd name="adj" fmla="val 3137"/>
            </a:avLst>
          </a:prstGeom>
          <a:solidFill xmlns:a="http://schemas.openxmlformats.org/drawingml/2006/main">
            <a:srgbClr val="FFFFFF"/>
          </a:solidFill>
          <a:ln xmlns:a="http://schemas.openxmlformats.org/drawingml/2006/main" w="9525">
            <a:solidFill>
              <a:srgbClr val="5AA446"/>
            </a:solidFill>
            <a:prstDash val="solid"/>
          </a:ln>
        </p:spPr>
      </p:sp>
      <p:sp>
        <p:nvSpPr>
          <p:cNvPr id="12" name="">
            <a:extLst xmlns:a="http://schemas.openxmlformats.org/drawingml/2006/main">
              <a:ext uri="{FF2B5EF4-FFF2-40B4-BE49-F238E27FC236}">
                <a16:creationId xmlns:a16="http://schemas.microsoft.com/office/drawing/2014/main" id="{57E16725-A65B-41B2-AB29-2C74A0264EDA}"/>
              </a:ext>
            </a:extLst>
          </p:cNvPr>
          <p:cNvSpPr>
            <a:spLocks xmlns:a="http://schemas.openxmlformats.org/drawingml/2006/main" noGrp="1"/>
          </p:cNvSpPr>
          <p:nvPr/>
        </p:nvSpPr>
        <p:spPr>
          <a:xfrm xmlns:a="http://schemas.openxmlformats.org/drawingml/2006/main">
            <a:off x="8858250" y="2095500"/>
            <a:ext cx="1857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1">
                <a:solidFill>
                  <a:srgbClr val="5AA446"/>
                </a:solidFill>
              </a:defRPr>
            </a:defPPr>
            <a:lvl1pPr algn="ctr">
              <a:defRPr sz="1575" b="1">
                <a:solidFill>
                  <a:srgbClr val="5AA446"/>
                </a:solidFill>
              </a:defRPr>
            </a:lvl1pPr>
            <a:lvl2pPr algn="ctr">
              <a:defRPr sz="1575" b="1">
                <a:solidFill>
                  <a:srgbClr val="5AA446"/>
                </a:solidFill>
              </a:defRPr>
            </a:lvl2pPr>
            <a:lvl3pPr algn="ctr">
              <a:defRPr sz="1575" b="1">
                <a:solidFill>
                  <a:srgbClr val="5AA446"/>
                </a:solidFill>
              </a:defRPr>
            </a:lvl3pPr>
            <a:lvl4pPr algn="ctr">
              <a:defRPr sz="1575" b="1">
                <a:solidFill>
                  <a:srgbClr val="5AA446"/>
                </a:solidFill>
              </a:defRPr>
            </a:lvl4pPr>
            <a:lvl5pPr algn="ctr">
              <a:defRPr sz="1575" b="1">
                <a:solidFill>
                  <a:srgbClr val="5AA446"/>
                </a:solidFill>
              </a:defRPr>
            </a:lvl5pPr>
            <a:lvl6pPr algn="ctr">
              <a:defRPr sz="1575" b="1">
                <a:solidFill>
                  <a:srgbClr val="5AA446"/>
                </a:solidFill>
              </a:defRPr>
            </a:lvl6pPr>
            <a:lvl7pPr algn="ctr">
              <a:defRPr sz="1575" b="1">
                <a:solidFill>
                  <a:srgbClr val="5AA446"/>
                </a:solidFill>
              </a:defRPr>
            </a:lvl7pPr>
            <a:lvl8pPr algn="ctr">
              <a:defRPr sz="1575" b="1">
                <a:solidFill>
                  <a:srgbClr val="5AA446"/>
                </a:solidFill>
              </a:defRPr>
            </a:lvl8pPr>
            <a:lvl9pPr algn="ctr">
              <a:defRPr sz="1575" b="1">
                <a:solidFill>
                  <a:srgbClr val="5AA446"/>
                </a:solidFill>
              </a:defRPr>
            </a:lvl9pPr>
          </a:lstStyle>
          <a:p xmlns:a="http://schemas.openxmlformats.org/drawingml/2006/main">
            <a:pPr algn="ctr">
              <a:defRPr sz="1575" b="1">
                <a:solidFill>
                  <a:srgbClr val="5AA446"/>
                </a:solidFill>
              </a:defRPr>
            </a:pPr>
            <a:r>
              <a:rPr sz="1575" b="1">
                <a:solidFill>
                  <a:srgbClr val="5AA446"/>
                </a:solidFill>
              </a:rPr>
              <a:t>MINIMUM</a:t>
            </a:r>
          </a:p>
        </p:txBody>
      </p:sp>
      <p:sp>
        <p:nvSpPr>
          <p:cNvPr id="13" name="">
            <a:extLst xmlns:a="http://schemas.openxmlformats.org/drawingml/2006/main">
              <a:ext uri="{FF2B5EF4-FFF2-40B4-BE49-F238E27FC236}">
                <a16:creationId xmlns:a16="http://schemas.microsoft.com/office/drawing/2014/main" id="{B65839A5-91C0-44BD-82B3-1E982BE2C030}"/>
              </a:ext>
            </a:extLst>
          </p:cNvPr>
          <p:cNvSpPr>
            <a:spLocks xmlns:a="http://schemas.openxmlformats.org/drawingml/2006/main" noGrp="1"/>
          </p:cNvSpPr>
          <p:nvPr/>
        </p:nvSpPr>
        <p:spPr>
          <a:xfrm xmlns:a="http://schemas.openxmlformats.org/drawingml/2006/main">
            <a:off x="8858250" y="2809875"/>
            <a:ext cx="18573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0">
                <a:solidFill>
                  <a:srgbClr val="17324D"/>
                </a:solidFill>
              </a:defRPr>
            </a:defPPr>
            <a:lvl1pPr algn="ctr">
              <a:defRPr sz="1800" b="0">
                <a:solidFill>
                  <a:srgbClr val="17324D"/>
                </a:solidFill>
              </a:defRPr>
            </a:lvl1pPr>
            <a:lvl2pPr algn="ctr">
              <a:defRPr sz="1800" b="0">
                <a:solidFill>
                  <a:srgbClr val="17324D"/>
                </a:solidFill>
              </a:defRPr>
            </a:lvl2pPr>
            <a:lvl3pPr algn="ctr">
              <a:defRPr sz="1800" b="0">
                <a:solidFill>
                  <a:srgbClr val="17324D"/>
                </a:solidFill>
              </a:defRPr>
            </a:lvl3pPr>
            <a:lvl4pPr algn="ctr">
              <a:defRPr sz="1800" b="0">
                <a:solidFill>
                  <a:srgbClr val="17324D"/>
                </a:solidFill>
              </a:defRPr>
            </a:lvl4pPr>
            <a:lvl5pPr algn="ctr">
              <a:defRPr sz="1800" b="0">
                <a:solidFill>
                  <a:srgbClr val="17324D"/>
                </a:solidFill>
              </a:defRPr>
            </a:lvl5pPr>
            <a:lvl6pPr algn="ctr">
              <a:defRPr sz="1800" b="0">
                <a:solidFill>
                  <a:srgbClr val="17324D"/>
                </a:solidFill>
              </a:defRPr>
            </a:lvl6pPr>
            <a:lvl7pPr algn="ctr">
              <a:defRPr sz="1800" b="0">
                <a:solidFill>
                  <a:srgbClr val="17324D"/>
                </a:solidFill>
              </a:defRPr>
            </a:lvl7pPr>
            <a:lvl8pPr algn="ctr">
              <a:defRPr sz="1800" b="0">
                <a:solidFill>
                  <a:srgbClr val="17324D"/>
                </a:solidFill>
              </a:defRPr>
            </a:lvl8pPr>
            <a:lvl9pPr algn="ctr">
              <a:defRPr sz="1800" b="0">
                <a:solidFill>
                  <a:srgbClr val="17324D"/>
                </a:solidFill>
              </a:defRPr>
            </a:lvl9pPr>
          </a:lstStyle>
          <a:p xmlns:a="http://schemas.openxmlformats.org/drawingml/2006/main">
            <a:pPr algn="ctr">
              <a:defRPr sz="1800" b="0">
                <a:solidFill>
                  <a:srgbClr val="17324D"/>
                </a:solidFill>
              </a:defRPr>
            </a:pPr>
            <a:r>
              <a:rPr sz="1800" b="0">
                <a:solidFill>
                  <a:srgbClr val="17324D"/>
                </a:solidFill>
              </a:rPr>
              <a:t>All project checks pass</a:t>
            </a:r>
          </a:p>
          <a:p xmlns:a="http://schemas.openxmlformats.org/drawingml/2006/main">
            <a:r>
              <a:t/>
            </a:r>
          </a:p>
          <a:p xmlns:a="http://schemas.openxmlformats.org/drawingml/2006/main">
            <a:pPr algn="ctr">
              <a:defRPr sz="1800" b="0">
                <a:solidFill>
                  <a:srgbClr val="17324D"/>
                </a:solidFill>
              </a:defRPr>
            </a:pPr>
            <a:r>
              <a:rPr sz="1800" b="0">
                <a:solidFill>
                  <a:srgbClr val="17324D"/>
                </a:solidFill>
              </a:rPr>
              <a:t>You can trace one function</a:t>
            </a:r>
          </a:p>
        </p:txBody>
      </p:sp>
      <p:sp>
        <p:nvSpPr>
          <p:cNvPr id="14" name="">
            <a:extLst xmlns:a="http://schemas.openxmlformats.org/drawingml/2006/main">
              <a:ext uri="{FF2B5EF4-FFF2-40B4-BE49-F238E27FC236}">
                <a16:creationId xmlns:a16="http://schemas.microsoft.com/office/drawing/2014/main" id="{47ED9F25-661D-4F75-BC1F-8901BB0E8BCD}"/>
              </a:ext>
            </a:extLst>
          </p:cNvPr>
          <p:cNvSpPr>
            <a:spLocks xmlns:a="http://schemas.openxmlformats.org/drawingml/2006/main" noGrp="1"/>
          </p:cNvSpPr>
          <p:nvPr/>
        </p:nvSpPr>
        <p:spPr>
          <a:xfrm xmlns:a="http://schemas.openxmlformats.org/drawingml/2006/main">
            <a:off x="1381125" y="5381625"/>
            <a:ext cx="942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DF6665"/>
                </a:solidFill>
              </a:defRPr>
            </a:defPPr>
            <a:lvl1pPr algn="ctr">
              <a:defRPr sz="1800" b="1">
                <a:solidFill>
                  <a:srgbClr val="DF6665"/>
                </a:solidFill>
              </a:defRPr>
            </a:lvl1pPr>
            <a:lvl2pPr algn="ctr">
              <a:defRPr sz="1800" b="1">
                <a:solidFill>
                  <a:srgbClr val="DF6665"/>
                </a:solidFill>
              </a:defRPr>
            </a:lvl2pPr>
            <a:lvl3pPr algn="ctr">
              <a:defRPr sz="1800" b="1">
                <a:solidFill>
                  <a:srgbClr val="DF6665"/>
                </a:solidFill>
              </a:defRPr>
            </a:lvl3pPr>
            <a:lvl4pPr algn="ctr">
              <a:defRPr sz="1800" b="1">
                <a:solidFill>
                  <a:srgbClr val="DF6665"/>
                </a:solidFill>
              </a:defRPr>
            </a:lvl4pPr>
            <a:lvl5pPr algn="ctr">
              <a:defRPr sz="1800" b="1">
                <a:solidFill>
                  <a:srgbClr val="DF6665"/>
                </a:solidFill>
              </a:defRPr>
            </a:lvl5pPr>
            <a:lvl6pPr algn="ctr">
              <a:defRPr sz="1800" b="1">
                <a:solidFill>
                  <a:srgbClr val="DF6665"/>
                </a:solidFill>
              </a:defRPr>
            </a:lvl6pPr>
            <a:lvl7pPr algn="ctr">
              <a:defRPr sz="1800" b="1">
                <a:solidFill>
                  <a:srgbClr val="DF6665"/>
                </a:solidFill>
              </a:defRPr>
            </a:lvl7pPr>
            <a:lvl8pPr algn="ctr">
              <a:defRPr sz="1800" b="1">
                <a:solidFill>
                  <a:srgbClr val="DF6665"/>
                </a:solidFill>
              </a:defRPr>
            </a:lvl8pPr>
            <a:lvl9pPr algn="ctr">
              <a:defRPr sz="1800" b="1">
                <a:solidFill>
                  <a:srgbClr val="DF6665"/>
                </a:solidFill>
              </a:defRPr>
            </a:lvl9pPr>
          </a:lstStyle>
          <a:p xmlns:a="http://schemas.openxmlformats.org/drawingml/2006/main">
            <a:pPr algn="ctr">
              <a:defRPr sz="1800" b="1">
                <a:solidFill>
                  <a:srgbClr val="DF6665"/>
                </a:solidFill>
              </a:defRPr>
            </a:pPr>
            <a:r>
              <a:rPr sz="1800" b="1">
                <a:solidFill>
                  <a:srgbClr val="DF6665"/>
                </a:solidFill>
              </a:rPr>
              <a:t>Extensions begin only after the minimum version works.</a:t>
            </a:r>
          </a:p>
        </p:txBody>
      </p:sp>
      <p:sp>
        <p:nvSpPr>
          <p:cNvPr id="15" name="">
            <a:extLst xmlns:a="http://schemas.openxmlformats.org/drawingml/2006/main">
              <a:ext uri="{FF2B5EF4-FFF2-40B4-BE49-F238E27FC236}">
                <a16:creationId xmlns:a16="http://schemas.microsoft.com/office/drawing/2014/main" id="{7AE41EF7-07D6-4BDA-B949-14190D733068}"/>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11:30–12:25 | Project build</a:t>
            </a:r>
          </a:p>
        </p:txBody>
      </p:sp>
    </p:spTree>
    <p:extLst>
      <p:ext uri="{BB962C8B-B14F-4D97-AF65-F5344CB8AC3E}">
        <p14:creationId xmlns:p14="http://schemas.microsoft.com/office/powerpoint/2010/main" val="2127464131"/>
      </p:ext>
    </p:extLst>
  </p:cSld>
</p:sld>
</file>

<file path=ppt/slides/slide16.xml><?xml version="1.0" encoding="utf-8"?>
<p:sld xmlns:p="http://schemas.openxmlformats.org/presentationml/2006/main">
  <p:cSld>
    <p:bg>
      <p:bgPr>
        <a:solidFill xmlns:a="http://schemas.openxmlformats.org/drawingml/2006/main">
          <a:srgbClr val="FBED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9E26D1D-DA2E-41E5-A845-70DC987F2D4C}"/>
              </a:ext>
            </a:extLst>
          </p:cNvPr>
          <p:cNvSpPr>
            <a:spLocks xmlns:a="http://schemas.openxmlformats.org/drawingml/2006/main" noGrp="1"/>
          </p:cNvSpPr>
          <p:nvPr/>
        </p:nvSpPr>
        <p:spPr>
          <a:xfrm xmlns:a="http://schemas.openxmlformats.org/drawingml/2006/main">
            <a:off x="685800" y="400050"/>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53752"/>
                </a:solidFill>
              </a:defRPr>
            </a:defPPr>
            <a:lvl1pPr>
              <a:defRPr sz="2625" b="1">
                <a:solidFill>
                  <a:srgbClr val="153752"/>
                </a:solidFill>
              </a:defRPr>
            </a:lvl1pPr>
            <a:lvl2pPr>
              <a:defRPr sz="2625" b="1">
                <a:solidFill>
                  <a:srgbClr val="153752"/>
                </a:solidFill>
              </a:defRPr>
            </a:lvl2pPr>
            <a:lvl3pPr>
              <a:defRPr sz="2625" b="1">
                <a:solidFill>
                  <a:srgbClr val="153752"/>
                </a:solidFill>
              </a:defRPr>
            </a:lvl3pPr>
            <a:lvl4pPr>
              <a:defRPr sz="2625" b="1">
                <a:solidFill>
                  <a:srgbClr val="153752"/>
                </a:solidFill>
              </a:defRPr>
            </a:lvl4pPr>
            <a:lvl5pPr>
              <a:defRPr sz="2625" b="1">
                <a:solidFill>
                  <a:srgbClr val="153752"/>
                </a:solidFill>
              </a:defRPr>
            </a:lvl5pPr>
            <a:lvl6pPr>
              <a:defRPr sz="2625" b="1">
                <a:solidFill>
                  <a:srgbClr val="153752"/>
                </a:solidFill>
              </a:defRPr>
            </a:lvl6pPr>
            <a:lvl7pPr>
              <a:defRPr sz="2625" b="1">
                <a:solidFill>
                  <a:srgbClr val="153752"/>
                </a:solidFill>
              </a:defRPr>
            </a:lvl7pPr>
            <a:lvl8pPr>
              <a:defRPr sz="2625" b="1">
                <a:solidFill>
                  <a:srgbClr val="153752"/>
                </a:solidFill>
              </a:defRPr>
            </a:lvl8pPr>
            <a:lvl9pPr>
              <a:defRPr sz="2625" b="1">
                <a:solidFill>
                  <a:srgbClr val="153752"/>
                </a:solidFill>
              </a:defRPr>
            </a:lvl9pPr>
          </a:lstStyle>
          <a:p xmlns:a="http://schemas.openxmlformats.org/drawingml/2006/main">
            <a:pPr>
              <a:defRPr sz="2625" b="1">
                <a:solidFill>
                  <a:srgbClr val="153752"/>
                </a:solidFill>
              </a:defRPr>
            </a:pPr>
            <a:r>
              <a:rPr sz="2625" b="1">
                <a:solidFill>
                  <a:srgbClr val="153752"/>
                </a:solidFill>
              </a:rPr>
              <a:t>Peer test and repair</a:t>
            </a:r>
          </a:p>
        </p:txBody>
      </p:sp>
      <p:sp>
        <p:nvSpPr>
          <p:cNvPr id="2" name="">
            <a:extLst xmlns:a="http://schemas.openxmlformats.org/drawingml/2006/main">
              <a:ext uri="{FF2B5EF4-FFF2-40B4-BE49-F238E27FC236}">
                <a16:creationId xmlns:a16="http://schemas.microsoft.com/office/drawing/2014/main" id="{C7B2CCCA-318D-41D9-AB67-3D11C30CED31}"/>
              </a:ext>
            </a:extLst>
          </p:cNvPr>
          <p:cNvSpPr>
            <a:spLocks xmlns:a="http://schemas.openxmlformats.org/drawingml/2006/main" noGrp="1"/>
          </p:cNvSpPr>
          <p:nvPr/>
        </p:nvSpPr>
        <p:spPr>
          <a:xfrm xmlns:a="http://schemas.openxmlformats.org/drawingml/2006/main">
            <a:off x="704850" y="9525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57086"/>
                </a:solidFill>
              </a:defRPr>
            </a:defPPr>
            <a:lvl1pPr>
              <a:defRPr sz="1350" b="0">
                <a:solidFill>
                  <a:srgbClr val="557086"/>
                </a:solidFill>
              </a:defRPr>
            </a:lvl1pPr>
            <a:lvl2pPr>
              <a:defRPr sz="1350" b="0">
                <a:solidFill>
                  <a:srgbClr val="557086"/>
                </a:solidFill>
              </a:defRPr>
            </a:lvl2pPr>
            <a:lvl3pPr>
              <a:defRPr sz="1350" b="0">
                <a:solidFill>
                  <a:srgbClr val="557086"/>
                </a:solidFill>
              </a:defRPr>
            </a:lvl3pPr>
            <a:lvl4pPr>
              <a:defRPr sz="1350" b="0">
                <a:solidFill>
                  <a:srgbClr val="557086"/>
                </a:solidFill>
              </a:defRPr>
            </a:lvl4pPr>
            <a:lvl5pPr>
              <a:defRPr sz="1350" b="0">
                <a:solidFill>
                  <a:srgbClr val="557086"/>
                </a:solidFill>
              </a:defRPr>
            </a:lvl5pPr>
            <a:lvl6pPr>
              <a:defRPr sz="1350" b="0">
                <a:solidFill>
                  <a:srgbClr val="557086"/>
                </a:solidFill>
              </a:defRPr>
            </a:lvl6pPr>
            <a:lvl7pPr>
              <a:defRPr sz="1350" b="0">
                <a:solidFill>
                  <a:srgbClr val="557086"/>
                </a:solidFill>
              </a:defRPr>
            </a:lvl7pPr>
            <a:lvl8pPr>
              <a:defRPr sz="1350" b="0">
                <a:solidFill>
                  <a:srgbClr val="557086"/>
                </a:solidFill>
              </a:defRPr>
            </a:lvl8pPr>
            <a:lvl9pPr>
              <a:defRPr sz="1350" b="0">
                <a:solidFill>
                  <a:srgbClr val="557086"/>
                </a:solidFill>
              </a:defRPr>
            </a:lvl9pPr>
          </a:lstStyle>
          <a:p xmlns:a="http://schemas.openxmlformats.org/drawingml/2006/main">
            <a:pPr>
              <a:defRPr sz="1350" b="0">
                <a:solidFill>
                  <a:srgbClr val="557086"/>
                </a:solidFill>
              </a:defRPr>
            </a:pPr>
            <a:r>
              <a:rPr sz="1350" b="0">
                <a:solidFill>
                  <a:srgbClr val="557086"/>
                </a:solidFill>
              </a:rPr>
              <a:t>Use evidence from the same test before and after the change</a:t>
            </a:r>
          </a:p>
        </p:txBody>
      </p:sp>
      <p:sp>
        <p:nvSpPr>
          <p:cNvPr id="3" name="">
            <a:extLst xmlns:a="http://schemas.openxmlformats.org/drawingml/2006/main">
              <a:ext uri="{FF2B5EF4-FFF2-40B4-BE49-F238E27FC236}">
                <a16:creationId xmlns:a16="http://schemas.microsoft.com/office/drawing/2014/main" id="{0AF0BE2E-7C42-4B18-AB8B-A2A420480A26}"/>
              </a:ext>
            </a:extLst>
          </p:cNvPr>
          <p:cNvSpPr>
            <a:spLocks xmlns:a="http://schemas.openxmlformats.org/drawingml/2006/main" noGrp="1"/>
          </p:cNvSpPr>
          <p:nvPr/>
        </p:nvSpPr>
        <p:spPr>
          <a:xfrm xmlns:a="http://schemas.openxmlformats.org/drawingml/2006/main">
            <a:off x="1047750" y="14763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DF6665"/>
                </a:solidFill>
              </a:defRPr>
            </a:defPPr>
            <a:lvl1pPr>
              <a:defRPr sz="1725" b="1">
                <a:solidFill>
                  <a:srgbClr val="DF6665"/>
                </a:solidFill>
              </a:defRPr>
            </a:lvl1pPr>
            <a:lvl2pPr>
              <a:defRPr sz="1725" b="1">
                <a:solidFill>
                  <a:srgbClr val="DF6665"/>
                </a:solidFill>
              </a:defRPr>
            </a:lvl2pPr>
            <a:lvl3pPr>
              <a:defRPr sz="1725" b="1">
                <a:solidFill>
                  <a:srgbClr val="DF6665"/>
                </a:solidFill>
              </a:defRPr>
            </a:lvl3pPr>
            <a:lvl4pPr>
              <a:defRPr sz="1725" b="1">
                <a:solidFill>
                  <a:srgbClr val="DF6665"/>
                </a:solidFill>
              </a:defRPr>
            </a:lvl4pPr>
            <a:lvl5pPr>
              <a:defRPr sz="1725" b="1">
                <a:solidFill>
                  <a:srgbClr val="DF6665"/>
                </a:solidFill>
              </a:defRPr>
            </a:lvl5pPr>
            <a:lvl6pPr>
              <a:defRPr sz="1725" b="1">
                <a:solidFill>
                  <a:srgbClr val="DF6665"/>
                </a:solidFill>
              </a:defRPr>
            </a:lvl6pPr>
            <a:lvl7pPr>
              <a:defRPr sz="1725" b="1">
                <a:solidFill>
                  <a:srgbClr val="DF6665"/>
                </a:solidFill>
              </a:defRPr>
            </a:lvl7pPr>
            <a:lvl8pPr>
              <a:defRPr sz="1725" b="1">
                <a:solidFill>
                  <a:srgbClr val="DF6665"/>
                </a:solidFill>
              </a:defRPr>
            </a:lvl8pPr>
            <a:lvl9pPr>
              <a:defRPr sz="1725" b="1">
                <a:solidFill>
                  <a:srgbClr val="DF6665"/>
                </a:solidFill>
              </a:defRPr>
            </a:lvl9pPr>
          </a:lstStyle>
          <a:p xmlns:a="http://schemas.openxmlformats.org/drawingml/2006/main">
            <a:pPr>
              <a:defRPr sz="1725" b="1">
                <a:solidFill>
                  <a:srgbClr val="DF6665"/>
                </a:solidFill>
              </a:defRPr>
            </a:pPr>
            <a:r>
              <a:rPr sz="1725" b="1">
                <a:solidFill>
                  <a:srgbClr val="DF6665"/>
                </a:solidFill>
              </a:rPr>
              <a:t>1</a:t>
            </a:r>
          </a:p>
        </p:txBody>
      </p:sp>
      <p:sp>
        <p:nvSpPr>
          <p:cNvPr id="4" name="">
            <a:extLst xmlns:a="http://schemas.openxmlformats.org/drawingml/2006/main">
              <a:ext uri="{FF2B5EF4-FFF2-40B4-BE49-F238E27FC236}">
                <a16:creationId xmlns:a16="http://schemas.microsoft.com/office/drawing/2014/main" id="{95E23465-59C0-4F84-81C5-97BACD71AB34}"/>
              </a:ext>
            </a:extLst>
          </p:cNvPr>
          <p:cNvSpPr>
            <a:spLocks xmlns:a="http://schemas.openxmlformats.org/drawingml/2006/main" noGrp="1"/>
          </p:cNvSpPr>
          <p:nvPr/>
        </p:nvSpPr>
        <p:spPr>
          <a:xfrm xmlns:a="http://schemas.openxmlformats.org/drawingml/2006/main">
            <a:off x="1504950" y="1476375"/>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Run the normal and boundary cases</a:t>
            </a:r>
          </a:p>
        </p:txBody>
      </p:sp>
      <p:sp>
        <p:nvSpPr>
          <p:cNvPr id="5" name="">
            <a:extLst xmlns:a="http://schemas.openxmlformats.org/drawingml/2006/main">
              <a:ext uri="{FF2B5EF4-FFF2-40B4-BE49-F238E27FC236}">
                <a16:creationId xmlns:a16="http://schemas.microsoft.com/office/drawing/2014/main" id="{4C674A09-2396-4ABD-A653-730BFE9F6B27}"/>
              </a:ext>
            </a:extLst>
          </p:cNvPr>
          <p:cNvSpPr>
            <a:spLocks xmlns:a="http://schemas.openxmlformats.org/drawingml/2006/main" noGrp="1"/>
          </p:cNvSpPr>
          <p:nvPr/>
        </p:nvSpPr>
        <p:spPr>
          <a:xfrm xmlns:a="http://schemas.openxmlformats.org/drawingml/2006/main">
            <a:off x="1047750" y="22193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5AA446"/>
                </a:solidFill>
              </a:defRPr>
            </a:defPPr>
            <a:lvl1pPr>
              <a:defRPr sz="1725" b="1">
                <a:solidFill>
                  <a:srgbClr val="5AA446"/>
                </a:solidFill>
              </a:defRPr>
            </a:lvl1pPr>
            <a:lvl2pPr>
              <a:defRPr sz="1725" b="1">
                <a:solidFill>
                  <a:srgbClr val="5AA446"/>
                </a:solidFill>
              </a:defRPr>
            </a:lvl2pPr>
            <a:lvl3pPr>
              <a:defRPr sz="1725" b="1">
                <a:solidFill>
                  <a:srgbClr val="5AA446"/>
                </a:solidFill>
              </a:defRPr>
            </a:lvl3pPr>
            <a:lvl4pPr>
              <a:defRPr sz="1725" b="1">
                <a:solidFill>
                  <a:srgbClr val="5AA446"/>
                </a:solidFill>
              </a:defRPr>
            </a:lvl4pPr>
            <a:lvl5pPr>
              <a:defRPr sz="1725" b="1">
                <a:solidFill>
                  <a:srgbClr val="5AA446"/>
                </a:solidFill>
              </a:defRPr>
            </a:lvl5pPr>
            <a:lvl6pPr>
              <a:defRPr sz="1725" b="1">
                <a:solidFill>
                  <a:srgbClr val="5AA446"/>
                </a:solidFill>
              </a:defRPr>
            </a:lvl6pPr>
            <a:lvl7pPr>
              <a:defRPr sz="1725" b="1">
                <a:solidFill>
                  <a:srgbClr val="5AA446"/>
                </a:solidFill>
              </a:defRPr>
            </a:lvl7pPr>
            <a:lvl8pPr>
              <a:defRPr sz="1725" b="1">
                <a:solidFill>
                  <a:srgbClr val="5AA446"/>
                </a:solidFill>
              </a:defRPr>
            </a:lvl8pPr>
            <a:lvl9pPr>
              <a:defRPr sz="1725" b="1">
                <a:solidFill>
                  <a:srgbClr val="5AA446"/>
                </a:solidFill>
              </a:defRPr>
            </a:lvl9pPr>
          </a:lstStyle>
          <a:p xmlns:a="http://schemas.openxmlformats.org/drawingml/2006/main">
            <a:pPr>
              <a:defRPr sz="1725" b="1">
                <a:solidFill>
                  <a:srgbClr val="5AA446"/>
                </a:solidFill>
              </a:defRPr>
            </a:pPr>
            <a:r>
              <a:rPr sz="1725" b="1">
                <a:solidFill>
                  <a:srgbClr val="5AA446"/>
                </a:solidFill>
              </a:rPr>
              <a:t>2</a:t>
            </a:r>
          </a:p>
        </p:txBody>
      </p:sp>
      <p:sp>
        <p:nvSpPr>
          <p:cNvPr id="6" name="">
            <a:extLst xmlns:a="http://schemas.openxmlformats.org/drawingml/2006/main">
              <a:ext uri="{FF2B5EF4-FFF2-40B4-BE49-F238E27FC236}">
                <a16:creationId xmlns:a16="http://schemas.microsoft.com/office/drawing/2014/main" id="{887727B7-FA6E-4B39-AB05-8E70829E3557}"/>
              </a:ext>
            </a:extLst>
          </p:cNvPr>
          <p:cNvSpPr>
            <a:spLocks xmlns:a="http://schemas.openxmlformats.org/drawingml/2006/main" noGrp="1"/>
          </p:cNvSpPr>
          <p:nvPr/>
        </p:nvSpPr>
        <p:spPr>
          <a:xfrm xmlns:a="http://schemas.openxmlformats.org/drawingml/2006/main">
            <a:off x="1504950" y="2219325"/>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Trace one accumulator through the loop</a:t>
            </a:r>
          </a:p>
        </p:txBody>
      </p:sp>
      <p:sp>
        <p:nvSpPr>
          <p:cNvPr id="7" name="">
            <a:extLst xmlns:a="http://schemas.openxmlformats.org/drawingml/2006/main">
              <a:ext uri="{FF2B5EF4-FFF2-40B4-BE49-F238E27FC236}">
                <a16:creationId xmlns:a16="http://schemas.microsoft.com/office/drawing/2014/main" id="{55DE33F9-D99E-4E45-9F9D-0E3D4D73F830}"/>
              </a:ext>
            </a:extLst>
          </p:cNvPr>
          <p:cNvSpPr>
            <a:spLocks xmlns:a="http://schemas.openxmlformats.org/drawingml/2006/main" noGrp="1"/>
          </p:cNvSpPr>
          <p:nvPr/>
        </p:nvSpPr>
        <p:spPr>
          <a:xfrm xmlns:a="http://schemas.openxmlformats.org/drawingml/2006/main">
            <a:off x="1047750" y="29622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67D96"/>
                </a:solidFill>
              </a:defRPr>
            </a:defPPr>
            <a:lvl1pPr>
              <a:defRPr sz="1725" b="1">
                <a:solidFill>
                  <a:srgbClr val="367D96"/>
                </a:solidFill>
              </a:defRPr>
            </a:lvl1pPr>
            <a:lvl2pPr>
              <a:defRPr sz="1725" b="1">
                <a:solidFill>
                  <a:srgbClr val="367D96"/>
                </a:solidFill>
              </a:defRPr>
            </a:lvl2pPr>
            <a:lvl3pPr>
              <a:defRPr sz="1725" b="1">
                <a:solidFill>
                  <a:srgbClr val="367D96"/>
                </a:solidFill>
              </a:defRPr>
            </a:lvl3pPr>
            <a:lvl4pPr>
              <a:defRPr sz="1725" b="1">
                <a:solidFill>
                  <a:srgbClr val="367D96"/>
                </a:solidFill>
              </a:defRPr>
            </a:lvl4pPr>
            <a:lvl5pPr>
              <a:defRPr sz="1725" b="1">
                <a:solidFill>
                  <a:srgbClr val="367D96"/>
                </a:solidFill>
              </a:defRPr>
            </a:lvl5pPr>
            <a:lvl6pPr>
              <a:defRPr sz="1725" b="1">
                <a:solidFill>
                  <a:srgbClr val="367D96"/>
                </a:solidFill>
              </a:defRPr>
            </a:lvl6pPr>
            <a:lvl7pPr>
              <a:defRPr sz="1725" b="1">
                <a:solidFill>
                  <a:srgbClr val="367D96"/>
                </a:solidFill>
              </a:defRPr>
            </a:lvl7pPr>
            <a:lvl8pPr>
              <a:defRPr sz="1725" b="1">
                <a:solidFill>
                  <a:srgbClr val="367D96"/>
                </a:solidFill>
              </a:defRPr>
            </a:lvl8pPr>
            <a:lvl9pPr>
              <a:defRPr sz="1725" b="1">
                <a:solidFill>
                  <a:srgbClr val="367D96"/>
                </a:solidFill>
              </a:defRPr>
            </a:lvl9pPr>
          </a:lstStyle>
          <a:p xmlns:a="http://schemas.openxmlformats.org/drawingml/2006/main">
            <a:pPr>
              <a:defRPr sz="1725" b="1">
                <a:solidFill>
                  <a:srgbClr val="367D96"/>
                </a:solidFill>
              </a:defRPr>
            </a:pPr>
            <a:r>
              <a:rPr sz="1725" b="1">
                <a:solidFill>
                  <a:srgbClr val="367D96"/>
                </a:solidFill>
              </a:rPr>
              <a:t>3</a:t>
            </a:r>
          </a:p>
        </p:txBody>
      </p:sp>
      <p:sp>
        <p:nvSpPr>
          <p:cNvPr id="8" name="">
            <a:extLst xmlns:a="http://schemas.openxmlformats.org/drawingml/2006/main">
              <a:ext uri="{FF2B5EF4-FFF2-40B4-BE49-F238E27FC236}">
                <a16:creationId xmlns:a16="http://schemas.microsoft.com/office/drawing/2014/main" id="{7ACC3CB8-0294-4CAA-9B44-6F65AA47E472}"/>
              </a:ext>
            </a:extLst>
          </p:cNvPr>
          <p:cNvSpPr>
            <a:spLocks xmlns:a="http://schemas.openxmlformats.org/drawingml/2006/main" noGrp="1"/>
          </p:cNvSpPr>
          <p:nvPr/>
        </p:nvSpPr>
        <p:spPr>
          <a:xfrm xmlns:a="http://schemas.openxmlformats.org/drawingml/2006/main">
            <a:off x="1504950" y="2962275"/>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Trace one argument into a parameter</a:t>
            </a:r>
          </a:p>
        </p:txBody>
      </p:sp>
      <p:sp>
        <p:nvSpPr>
          <p:cNvPr id="9" name="">
            <a:extLst xmlns:a="http://schemas.openxmlformats.org/drawingml/2006/main">
              <a:ext uri="{FF2B5EF4-FFF2-40B4-BE49-F238E27FC236}">
                <a16:creationId xmlns:a16="http://schemas.microsoft.com/office/drawing/2014/main" id="{CEE3904D-3276-4CCC-A84B-28C19DB849A2}"/>
              </a:ext>
            </a:extLst>
          </p:cNvPr>
          <p:cNvSpPr>
            <a:spLocks xmlns:a="http://schemas.openxmlformats.org/drawingml/2006/main" noGrp="1"/>
          </p:cNvSpPr>
          <p:nvPr/>
        </p:nvSpPr>
        <p:spPr>
          <a:xfrm xmlns:a="http://schemas.openxmlformats.org/drawingml/2006/main">
            <a:off x="1047750" y="37052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3E9197"/>
                </a:solidFill>
              </a:defRPr>
            </a:defPPr>
            <a:lvl1pPr>
              <a:defRPr sz="1725" b="1">
                <a:solidFill>
                  <a:srgbClr val="3E9197"/>
                </a:solidFill>
              </a:defRPr>
            </a:lvl1pPr>
            <a:lvl2pPr>
              <a:defRPr sz="1725" b="1">
                <a:solidFill>
                  <a:srgbClr val="3E9197"/>
                </a:solidFill>
              </a:defRPr>
            </a:lvl2pPr>
            <a:lvl3pPr>
              <a:defRPr sz="1725" b="1">
                <a:solidFill>
                  <a:srgbClr val="3E9197"/>
                </a:solidFill>
              </a:defRPr>
            </a:lvl3pPr>
            <a:lvl4pPr>
              <a:defRPr sz="1725" b="1">
                <a:solidFill>
                  <a:srgbClr val="3E9197"/>
                </a:solidFill>
              </a:defRPr>
            </a:lvl4pPr>
            <a:lvl5pPr>
              <a:defRPr sz="1725" b="1">
                <a:solidFill>
                  <a:srgbClr val="3E9197"/>
                </a:solidFill>
              </a:defRPr>
            </a:lvl5pPr>
            <a:lvl6pPr>
              <a:defRPr sz="1725" b="1">
                <a:solidFill>
                  <a:srgbClr val="3E9197"/>
                </a:solidFill>
              </a:defRPr>
            </a:lvl6pPr>
            <a:lvl7pPr>
              <a:defRPr sz="1725" b="1">
                <a:solidFill>
                  <a:srgbClr val="3E9197"/>
                </a:solidFill>
              </a:defRPr>
            </a:lvl7pPr>
            <a:lvl8pPr>
              <a:defRPr sz="1725" b="1">
                <a:solidFill>
                  <a:srgbClr val="3E9197"/>
                </a:solidFill>
              </a:defRPr>
            </a:lvl8pPr>
            <a:lvl9pPr>
              <a:defRPr sz="1725" b="1">
                <a:solidFill>
                  <a:srgbClr val="3E9197"/>
                </a:solidFill>
              </a:defRPr>
            </a:lvl9pPr>
          </a:lstStyle>
          <a:p xmlns:a="http://schemas.openxmlformats.org/drawingml/2006/main">
            <a:pPr>
              <a:defRPr sz="1725" b="1">
                <a:solidFill>
                  <a:srgbClr val="3E9197"/>
                </a:solidFill>
              </a:defRPr>
            </a:pPr>
            <a:r>
              <a:rPr sz="1725" b="1">
                <a:solidFill>
                  <a:srgbClr val="3E9197"/>
                </a:solidFill>
              </a:rPr>
              <a:t>4</a:t>
            </a:r>
          </a:p>
        </p:txBody>
      </p:sp>
      <p:sp>
        <p:nvSpPr>
          <p:cNvPr id="10" name="">
            <a:extLst xmlns:a="http://schemas.openxmlformats.org/drawingml/2006/main">
              <a:ext uri="{FF2B5EF4-FFF2-40B4-BE49-F238E27FC236}">
                <a16:creationId xmlns:a16="http://schemas.microsoft.com/office/drawing/2014/main" id="{4A411ED4-22C7-4445-B792-520A976CACF4}"/>
              </a:ext>
            </a:extLst>
          </p:cNvPr>
          <p:cNvSpPr>
            <a:spLocks xmlns:a="http://schemas.openxmlformats.org/drawingml/2006/main" noGrp="1"/>
          </p:cNvSpPr>
          <p:nvPr/>
        </p:nvSpPr>
        <p:spPr>
          <a:xfrm xmlns:a="http://schemas.openxmlformats.org/drawingml/2006/main">
            <a:off x="1504950" y="3705225"/>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Choose one failed check to repair</a:t>
            </a:r>
          </a:p>
        </p:txBody>
      </p:sp>
      <p:sp>
        <p:nvSpPr>
          <p:cNvPr id="11" name="">
            <a:extLst xmlns:a="http://schemas.openxmlformats.org/drawingml/2006/main">
              <a:ext uri="{FF2B5EF4-FFF2-40B4-BE49-F238E27FC236}">
                <a16:creationId xmlns:a16="http://schemas.microsoft.com/office/drawing/2014/main" id="{135E6127-E390-48EB-888A-6AB2B0DD9093}"/>
              </a:ext>
            </a:extLst>
          </p:cNvPr>
          <p:cNvSpPr>
            <a:spLocks xmlns:a="http://schemas.openxmlformats.org/drawingml/2006/main" noGrp="1"/>
          </p:cNvSpPr>
          <p:nvPr/>
        </p:nvSpPr>
        <p:spPr>
          <a:xfrm xmlns:a="http://schemas.openxmlformats.org/drawingml/2006/main">
            <a:off x="1047750" y="44481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DF6665"/>
                </a:solidFill>
              </a:defRPr>
            </a:defPPr>
            <a:lvl1pPr>
              <a:defRPr sz="1725" b="1">
                <a:solidFill>
                  <a:srgbClr val="DF6665"/>
                </a:solidFill>
              </a:defRPr>
            </a:lvl1pPr>
            <a:lvl2pPr>
              <a:defRPr sz="1725" b="1">
                <a:solidFill>
                  <a:srgbClr val="DF6665"/>
                </a:solidFill>
              </a:defRPr>
            </a:lvl2pPr>
            <a:lvl3pPr>
              <a:defRPr sz="1725" b="1">
                <a:solidFill>
                  <a:srgbClr val="DF6665"/>
                </a:solidFill>
              </a:defRPr>
            </a:lvl3pPr>
            <a:lvl4pPr>
              <a:defRPr sz="1725" b="1">
                <a:solidFill>
                  <a:srgbClr val="DF6665"/>
                </a:solidFill>
              </a:defRPr>
            </a:lvl4pPr>
            <a:lvl5pPr>
              <a:defRPr sz="1725" b="1">
                <a:solidFill>
                  <a:srgbClr val="DF6665"/>
                </a:solidFill>
              </a:defRPr>
            </a:lvl5pPr>
            <a:lvl6pPr>
              <a:defRPr sz="1725" b="1">
                <a:solidFill>
                  <a:srgbClr val="DF6665"/>
                </a:solidFill>
              </a:defRPr>
            </a:lvl6pPr>
            <a:lvl7pPr>
              <a:defRPr sz="1725" b="1">
                <a:solidFill>
                  <a:srgbClr val="DF6665"/>
                </a:solidFill>
              </a:defRPr>
            </a:lvl7pPr>
            <a:lvl8pPr>
              <a:defRPr sz="1725" b="1">
                <a:solidFill>
                  <a:srgbClr val="DF6665"/>
                </a:solidFill>
              </a:defRPr>
            </a:lvl8pPr>
            <a:lvl9pPr>
              <a:defRPr sz="1725" b="1">
                <a:solidFill>
                  <a:srgbClr val="DF6665"/>
                </a:solidFill>
              </a:defRPr>
            </a:lvl9pPr>
          </a:lstStyle>
          <a:p xmlns:a="http://schemas.openxmlformats.org/drawingml/2006/main">
            <a:pPr>
              <a:defRPr sz="1725" b="1">
                <a:solidFill>
                  <a:srgbClr val="DF6665"/>
                </a:solidFill>
              </a:defRPr>
            </a:pPr>
            <a:r>
              <a:rPr sz="1725" b="1">
                <a:solidFill>
                  <a:srgbClr val="DF6665"/>
                </a:solidFill>
              </a:rPr>
              <a:t>5</a:t>
            </a:r>
          </a:p>
        </p:txBody>
      </p:sp>
      <p:sp>
        <p:nvSpPr>
          <p:cNvPr id="12" name="">
            <a:extLst xmlns:a="http://schemas.openxmlformats.org/drawingml/2006/main">
              <a:ext uri="{FF2B5EF4-FFF2-40B4-BE49-F238E27FC236}">
                <a16:creationId xmlns:a16="http://schemas.microsoft.com/office/drawing/2014/main" id="{5058F24E-07F4-46BA-AA19-A3133973D2FC}"/>
              </a:ext>
            </a:extLst>
          </p:cNvPr>
          <p:cNvSpPr>
            <a:spLocks xmlns:a="http://schemas.openxmlformats.org/drawingml/2006/main" noGrp="1"/>
          </p:cNvSpPr>
          <p:nvPr/>
        </p:nvSpPr>
        <p:spPr>
          <a:xfrm xmlns:a="http://schemas.openxmlformats.org/drawingml/2006/main">
            <a:off x="1504950" y="4448175"/>
            <a:ext cx="9448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7324D"/>
                </a:solidFill>
              </a:defRPr>
            </a:defPPr>
            <a:lvl1pPr>
              <a:defRPr sz="1950" b="0">
                <a:solidFill>
                  <a:srgbClr val="17324D"/>
                </a:solidFill>
              </a:defRPr>
            </a:lvl1pPr>
            <a:lvl2pPr>
              <a:defRPr sz="1950" b="0">
                <a:solidFill>
                  <a:srgbClr val="17324D"/>
                </a:solidFill>
              </a:defRPr>
            </a:lvl2pPr>
            <a:lvl3pPr>
              <a:defRPr sz="1950" b="0">
                <a:solidFill>
                  <a:srgbClr val="17324D"/>
                </a:solidFill>
              </a:defRPr>
            </a:lvl3pPr>
            <a:lvl4pPr>
              <a:defRPr sz="1950" b="0">
                <a:solidFill>
                  <a:srgbClr val="17324D"/>
                </a:solidFill>
              </a:defRPr>
            </a:lvl4pPr>
            <a:lvl5pPr>
              <a:defRPr sz="1950" b="0">
                <a:solidFill>
                  <a:srgbClr val="17324D"/>
                </a:solidFill>
              </a:defRPr>
            </a:lvl5pPr>
            <a:lvl6pPr>
              <a:defRPr sz="1950" b="0">
                <a:solidFill>
                  <a:srgbClr val="17324D"/>
                </a:solidFill>
              </a:defRPr>
            </a:lvl6pPr>
            <a:lvl7pPr>
              <a:defRPr sz="1950" b="0">
                <a:solidFill>
                  <a:srgbClr val="17324D"/>
                </a:solidFill>
              </a:defRPr>
            </a:lvl7pPr>
            <a:lvl8pPr>
              <a:defRPr sz="1950" b="0">
                <a:solidFill>
                  <a:srgbClr val="17324D"/>
                </a:solidFill>
              </a:defRPr>
            </a:lvl8pPr>
            <a:lvl9pPr>
              <a:defRPr sz="1950" b="0">
                <a:solidFill>
                  <a:srgbClr val="17324D"/>
                </a:solidFill>
              </a:defRPr>
            </a:lvl9pPr>
          </a:lstStyle>
          <a:p xmlns:a="http://schemas.openxmlformats.org/drawingml/2006/main">
            <a:pPr>
              <a:defRPr sz="1950" b="0">
                <a:solidFill>
                  <a:srgbClr val="17324D"/>
                </a:solidFill>
              </a:defRPr>
            </a:pPr>
            <a:r>
              <a:rPr sz="1950" b="0">
                <a:solidFill>
                  <a:srgbClr val="17324D"/>
                </a:solidFill>
              </a:rPr>
              <a:t>Rerun the same check</a:t>
            </a:r>
          </a:p>
        </p:txBody>
      </p:sp>
      <p:sp>
        <p:nvSpPr>
          <p:cNvPr id="13" name="">
            <a:extLst xmlns:a="http://schemas.openxmlformats.org/drawingml/2006/main">
              <a:ext uri="{FF2B5EF4-FFF2-40B4-BE49-F238E27FC236}">
                <a16:creationId xmlns:a16="http://schemas.microsoft.com/office/drawing/2014/main" id="{646409BF-95D6-4F78-A74D-0860B8096B64}"/>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12:25–12:45 | Peer testing</a:t>
            </a:r>
          </a:p>
        </p:txBody>
      </p:sp>
    </p:spTree>
    <p:extLst>
      <p:ext uri="{BB962C8B-B14F-4D97-AF65-F5344CB8AC3E}">
        <p14:creationId xmlns:p14="http://schemas.microsoft.com/office/powerpoint/2010/main" val="584113880"/>
      </p:ext>
    </p:extLst>
  </p:cSld>
</p:sld>
</file>

<file path=ppt/slides/slide17.xml><?xml version="1.0" encoding="utf-8"?>
<p:sld xmlns:p="http://schemas.openxmlformats.org/presentationml/2006/main">
  <p:cSld>
    <p:bg>
      <p:bgPr>
        <a:solidFill xmlns:a="http://schemas.openxmlformats.org/drawingml/2006/main">
          <a:srgbClr val="15375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F5B5F18-822B-49C0-BAC6-41CF97E7B249}"/>
              </a:ext>
            </a:extLst>
          </p:cNvPr>
          <p:cNvSpPr>
            <a:spLocks xmlns:a="http://schemas.openxmlformats.org/drawingml/2006/main" noGrp="1"/>
          </p:cNvSpPr>
          <p:nvPr/>
        </p:nvSpPr>
        <p:spPr>
          <a:xfrm xmlns:a="http://schemas.openxmlformats.org/drawingml/2006/main">
            <a:off x="685800" y="4572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FFFFF"/>
                </a:solidFill>
              </a:defRPr>
            </a:defPPr>
            <a:lvl1pPr>
              <a:defRPr sz="2700" b="1">
                <a:solidFill>
                  <a:srgbClr val="FFFFFF"/>
                </a:solidFill>
              </a:defRPr>
            </a:lvl1pPr>
            <a:lvl2pPr>
              <a:defRPr sz="2700" b="1">
                <a:solidFill>
                  <a:srgbClr val="FFFFFF"/>
                </a:solidFill>
              </a:defRPr>
            </a:lvl2pPr>
            <a:lvl3pPr>
              <a:defRPr sz="2700" b="1">
                <a:solidFill>
                  <a:srgbClr val="FFFFFF"/>
                </a:solidFill>
              </a:defRPr>
            </a:lvl3pPr>
            <a:lvl4pPr>
              <a:defRPr sz="2700" b="1">
                <a:solidFill>
                  <a:srgbClr val="FFFFFF"/>
                </a:solidFill>
              </a:defRPr>
            </a:lvl4pPr>
            <a:lvl5pPr>
              <a:defRPr sz="2700" b="1">
                <a:solidFill>
                  <a:srgbClr val="FFFFFF"/>
                </a:solidFill>
              </a:defRPr>
            </a:lvl5pPr>
            <a:lvl6pPr>
              <a:defRPr sz="2700" b="1">
                <a:solidFill>
                  <a:srgbClr val="FFFFFF"/>
                </a:solidFill>
              </a:defRPr>
            </a:lvl6pPr>
            <a:lvl7pPr>
              <a:defRPr sz="2700" b="1">
                <a:solidFill>
                  <a:srgbClr val="FFFFFF"/>
                </a:solidFill>
              </a:defRPr>
            </a:lvl7pPr>
            <a:lvl8pPr>
              <a:defRPr sz="2700" b="1">
                <a:solidFill>
                  <a:srgbClr val="FFFFFF"/>
                </a:solidFill>
              </a:defRPr>
            </a:lvl8pPr>
            <a:lvl9pPr>
              <a:defRPr sz="2700" b="1">
                <a:solidFill>
                  <a:srgbClr val="FFFFFF"/>
                </a:solidFill>
              </a:defRPr>
            </a:lvl9pPr>
          </a:lstStyle>
          <a:p xmlns:a="http://schemas.openxmlformats.org/drawingml/2006/main">
            <a:pPr>
              <a:defRPr sz="2700" b="1">
                <a:solidFill>
                  <a:srgbClr val="FFFFFF"/>
                </a:solidFill>
              </a:defRPr>
            </a:pPr>
            <a:r>
              <a:rPr sz="2700" b="1">
                <a:solidFill>
                  <a:srgbClr val="FFFFFF"/>
                </a:solidFill>
              </a:rPr>
              <a:t>Exit ticket</a:t>
            </a:r>
          </a:p>
        </p:txBody>
      </p:sp>
      <p:sp>
        <p:nvSpPr>
          <p:cNvPr id="2" name="">
            <a:extLst xmlns:a="http://schemas.openxmlformats.org/drawingml/2006/main">
              <a:ext uri="{FF2B5EF4-FFF2-40B4-BE49-F238E27FC236}">
                <a16:creationId xmlns:a16="http://schemas.microsoft.com/office/drawing/2014/main" id="{39B0FB0F-A551-41A0-9968-1CFA1A5C312A}"/>
              </a:ext>
            </a:extLst>
          </p:cNvPr>
          <p:cNvSpPr>
            <a:spLocks xmlns:a="http://schemas.openxmlformats.org/drawingml/2006/main" noGrp="1"/>
          </p:cNvSpPr>
          <p:nvPr/>
        </p:nvSpPr>
        <p:spPr>
          <a:xfrm xmlns:a="http://schemas.openxmlformats.org/drawingml/2006/main">
            <a:off x="904875" y="1381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2A5A0"/>
                </a:solidFill>
              </a:defRPr>
            </a:defPPr>
            <a:lvl1pPr>
              <a:defRPr sz="1500" b="1">
                <a:solidFill>
                  <a:srgbClr val="F2A5A0"/>
                </a:solidFill>
              </a:defRPr>
            </a:lvl1pPr>
            <a:lvl2pPr>
              <a:defRPr sz="1500" b="1">
                <a:solidFill>
                  <a:srgbClr val="F2A5A0"/>
                </a:solidFill>
              </a:defRPr>
            </a:lvl2pPr>
            <a:lvl3pPr>
              <a:defRPr sz="1500" b="1">
                <a:solidFill>
                  <a:srgbClr val="F2A5A0"/>
                </a:solidFill>
              </a:defRPr>
            </a:lvl3pPr>
            <a:lvl4pPr>
              <a:defRPr sz="1500" b="1">
                <a:solidFill>
                  <a:srgbClr val="F2A5A0"/>
                </a:solidFill>
              </a:defRPr>
            </a:lvl4pPr>
            <a:lvl5pPr>
              <a:defRPr sz="1500" b="1">
                <a:solidFill>
                  <a:srgbClr val="F2A5A0"/>
                </a:solidFill>
              </a:defRPr>
            </a:lvl5pPr>
            <a:lvl6pPr>
              <a:defRPr sz="1500" b="1">
                <a:solidFill>
                  <a:srgbClr val="F2A5A0"/>
                </a:solidFill>
              </a:defRPr>
            </a:lvl6pPr>
            <a:lvl7pPr>
              <a:defRPr sz="1500" b="1">
                <a:solidFill>
                  <a:srgbClr val="F2A5A0"/>
                </a:solidFill>
              </a:defRPr>
            </a:lvl7pPr>
            <a:lvl8pPr>
              <a:defRPr sz="1500" b="1">
                <a:solidFill>
                  <a:srgbClr val="F2A5A0"/>
                </a:solidFill>
              </a:defRPr>
            </a:lvl8pPr>
            <a:lvl9pPr>
              <a:defRPr sz="1500" b="1">
                <a:solidFill>
                  <a:srgbClr val="F2A5A0"/>
                </a:solidFill>
              </a:defRPr>
            </a:lvl9pPr>
          </a:lstStyle>
          <a:p xmlns:a="http://schemas.openxmlformats.org/drawingml/2006/main">
            <a:pPr>
              <a:defRPr sz="1500" b="1">
                <a:solidFill>
                  <a:srgbClr val="F2A5A0"/>
                </a:solidFill>
              </a:defRPr>
            </a:pPr>
            <a:r>
              <a:rPr sz="1500" b="1">
                <a:solidFill>
                  <a:srgbClr val="F2A5A0"/>
                </a:solidFill>
              </a:rPr>
              <a:t>1.</a:t>
            </a:r>
          </a:p>
        </p:txBody>
      </p:sp>
      <p:sp>
        <p:nvSpPr>
          <p:cNvPr id="3" name="">
            <a:extLst xmlns:a="http://schemas.openxmlformats.org/drawingml/2006/main">
              <a:ext uri="{FF2B5EF4-FFF2-40B4-BE49-F238E27FC236}">
                <a16:creationId xmlns:a16="http://schemas.microsoft.com/office/drawing/2014/main" id="{A64960B1-F9D1-4E0F-9241-914355F00F16}"/>
              </a:ext>
            </a:extLst>
          </p:cNvPr>
          <p:cNvSpPr>
            <a:spLocks xmlns:a="http://schemas.openxmlformats.org/drawingml/2006/main" noGrp="1"/>
          </p:cNvSpPr>
          <p:nvPr/>
        </p:nvSpPr>
        <p:spPr>
          <a:xfrm xmlns:a="http://schemas.openxmlformats.org/drawingml/2006/main">
            <a:off x="1428750" y="13335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What type does input() return?</a:t>
            </a:r>
          </a:p>
        </p:txBody>
      </p:sp>
      <p:sp>
        <p:nvSpPr>
          <p:cNvPr id="4" name="">
            <a:extLst xmlns:a="http://schemas.openxmlformats.org/drawingml/2006/main">
              <a:ext uri="{FF2B5EF4-FFF2-40B4-BE49-F238E27FC236}">
                <a16:creationId xmlns:a16="http://schemas.microsoft.com/office/drawing/2014/main" id="{67A1F2F4-E14D-4472-BA2A-49D1414DAC2A}"/>
              </a:ext>
            </a:extLst>
          </p:cNvPr>
          <p:cNvSpPr>
            <a:spLocks xmlns:a="http://schemas.openxmlformats.org/drawingml/2006/main" noGrp="1"/>
          </p:cNvSpPr>
          <p:nvPr/>
        </p:nvSpPr>
        <p:spPr>
          <a:xfrm xmlns:a="http://schemas.openxmlformats.org/drawingml/2006/main">
            <a:off x="904875" y="20669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6D698"/>
                </a:solidFill>
              </a:defRPr>
            </a:defPPr>
            <a:lvl1pPr>
              <a:defRPr sz="1500" b="1">
                <a:solidFill>
                  <a:srgbClr val="A6D698"/>
                </a:solidFill>
              </a:defRPr>
            </a:lvl1pPr>
            <a:lvl2pPr>
              <a:defRPr sz="1500" b="1">
                <a:solidFill>
                  <a:srgbClr val="A6D698"/>
                </a:solidFill>
              </a:defRPr>
            </a:lvl2pPr>
            <a:lvl3pPr>
              <a:defRPr sz="1500" b="1">
                <a:solidFill>
                  <a:srgbClr val="A6D698"/>
                </a:solidFill>
              </a:defRPr>
            </a:lvl3pPr>
            <a:lvl4pPr>
              <a:defRPr sz="1500" b="1">
                <a:solidFill>
                  <a:srgbClr val="A6D698"/>
                </a:solidFill>
              </a:defRPr>
            </a:lvl4pPr>
            <a:lvl5pPr>
              <a:defRPr sz="1500" b="1">
                <a:solidFill>
                  <a:srgbClr val="A6D698"/>
                </a:solidFill>
              </a:defRPr>
            </a:lvl5pPr>
            <a:lvl6pPr>
              <a:defRPr sz="1500" b="1">
                <a:solidFill>
                  <a:srgbClr val="A6D698"/>
                </a:solidFill>
              </a:defRPr>
            </a:lvl6pPr>
            <a:lvl7pPr>
              <a:defRPr sz="1500" b="1">
                <a:solidFill>
                  <a:srgbClr val="A6D698"/>
                </a:solidFill>
              </a:defRPr>
            </a:lvl7pPr>
            <a:lvl8pPr>
              <a:defRPr sz="1500" b="1">
                <a:solidFill>
                  <a:srgbClr val="A6D698"/>
                </a:solidFill>
              </a:defRPr>
            </a:lvl8pPr>
            <a:lvl9pPr>
              <a:defRPr sz="1500" b="1">
                <a:solidFill>
                  <a:srgbClr val="A6D698"/>
                </a:solidFill>
              </a:defRPr>
            </a:lvl9pPr>
          </a:lstStyle>
          <a:p xmlns:a="http://schemas.openxmlformats.org/drawingml/2006/main">
            <a:pPr>
              <a:defRPr sz="1500" b="1">
                <a:solidFill>
                  <a:srgbClr val="A6D698"/>
                </a:solidFill>
              </a:defRPr>
            </a:pPr>
            <a:r>
              <a:rPr sz="1500" b="1">
                <a:solidFill>
                  <a:srgbClr val="A6D698"/>
                </a:solidFill>
              </a:rPr>
              <a:t>2.</a:t>
            </a:r>
          </a:p>
        </p:txBody>
      </p:sp>
      <p:sp>
        <p:nvSpPr>
          <p:cNvPr id="5" name="">
            <a:extLst xmlns:a="http://schemas.openxmlformats.org/drawingml/2006/main">
              <a:ext uri="{FF2B5EF4-FFF2-40B4-BE49-F238E27FC236}">
                <a16:creationId xmlns:a16="http://schemas.microsoft.com/office/drawing/2014/main" id="{673B99AD-CF0A-4FA0-B261-3C09468221E1}"/>
              </a:ext>
            </a:extLst>
          </p:cNvPr>
          <p:cNvSpPr>
            <a:spLocks xmlns:a="http://schemas.openxmlformats.org/drawingml/2006/main" noGrp="1"/>
          </p:cNvSpPr>
          <p:nvPr/>
        </p:nvSpPr>
        <p:spPr>
          <a:xfrm xmlns:a="http://schemas.openxmlformats.org/drawingml/2006/main">
            <a:off x="1428750" y="20193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When should you choose a for loop?</a:t>
            </a:r>
          </a:p>
        </p:txBody>
      </p:sp>
      <p:sp>
        <p:nvSpPr>
          <p:cNvPr id="6" name="">
            <a:extLst xmlns:a="http://schemas.openxmlformats.org/drawingml/2006/main">
              <a:ext uri="{FF2B5EF4-FFF2-40B4-BE49-F238E27FC236}">
                <a16:creationId xmlns:a16="http://schemas.microsoft.com/office/drawing/2014/main" id="{0BE2F5A8-21E7-4E2F-B69F-CA51699337B4}"/>
              </a:ext>
            </a:extLst>
          </p:cNvPr>
          <p:cNvSpPr>
            <a:spLocks xmlns:a="http://schemas.openxmlformats.org/drawingml/2006/main" noGrp="1"/>
          </p:cNvSpPr>
          <p:nvPr/>
        </p:nvSpPr>
        <p:spPr>
          <a:xfrm xmlns:a="http://schemas.openxmlformats.org/drawingml/2006/main">
            <a:off x="904875" y="27527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9ED4D7"/>
                </a:solidFill>
              </a:defRPr>
            </a:defPPr>
            <a:lvl1pPr>
              <a:defRPr sz="1500" b="1">
                <a:solidFill>
                  <a:srgbClr val="9ED4D7"/>
                </a:solidFill>
              </a:defRPr>
            </a:lvl1pPr>
            <a:lvl2pPr>
              <a:defRPr sz="1500" b="1">
                <a:solidFill>
                  <a:srgbClr val="9ED4D7"/>
                </a:solidFill>
              </a:defRPr>
            </a:lvl2pPr>
            <a:lvl3pPr>
              <a:defRPr sz="1500" b="1">
                <a:solidFill>
                  <a:srgbClr val="9ED4D7"/>
                </a:solidFill>
              </a:defRPr>
            </a:lvl3pPr>
            <a:lvl4pPr>
              <a:defRPr sz="1500" b="1">
                <a:solidFill>
                  <a:srgbClr val="9ED4D7"/>
                </a:solidFill>
              </a:defRPr>
            </a:lvl4pPr>
            <a:lvl5pPr>
              <a:defRPr sz="1500" b="1">
                <a:solidFill>
                  <a:srgbClr val="9ED4D7"/>
                </a:solidFill>
              </a:defRPr>
            </a:lvl5pPr>
            <a:lvl6pPr>
              <a:defRPr sz="1500" b="1">
                <a:solidFill>
                  <a:srgbClr val="9ED4D7"/>
                </a:solidFill>
              </a:defRPr>
            </a:lvl6pPr>
            <a:lvl7pPr>
              <a:defRPr sz="1500" b="1">
                <a:solidFill>
                  <a:srgbClr val="9ED4D7"/>
                </a:solidFill>
              </a:defRPr>
            </a:lvl7pPr>
            <a:lvl8pPr>
              <a:defRPr sz="1500" b="1">
                <a:solidFill>
                  <a:srgbClr val="9ED4D7"/>
                </a:solidFill>
              </a:defRPr>
            </a:lvl8pPr>
            <a:lvl9pPr>
              <a:defRPr sz="1500" b="1">
                <a:solidFill>
                  <a:srgbClr val="9ED4D7"/>
                </a:solidFill>
              </a:defRPr>
            </a:lvl9pPr>
          </a:lstStyle>
          <a:p xmlns:a="http://schemas.openxmlformats.org/drawingml/2006/main">
            <a:pPr>
              <a:defRPr sz="1500" b="1">
                <a:solidFill>
                  <a:srgbClr val="9ED4D7"/>
                </a:solidFill>
              </a:defRPr>
            </a:pPr>
            <a:r>
              <a:rPr sz="1500" b="1">
                <a:solidFill>
                  <a:srgbClr val="9ED4D7"/>
                </a:solidFill>
              </a:rPr>
              <a:t>3.</a:t>
            </a:r>
          </a:p>
        </p:txBody>
      </p:sp>
      <p:sp>
        <p:nvSpPr>
          <p:cNvPr id="7" name="">
            <a:extLst xmlns:a="http://schemas.openxmlformats.org/drawingml/2006/main">
              <a:ext uri="{FF2B5EF4-FFF2-40B4-BE49-F238E27FC236}">
                <a16:creationId xmlns:a16="http://schemas.microsoft.com/office/drawing/2014/main" id="{310B618C-4405-4757-8FD4-2BEB58D759F3}"/>
              </a:ext>
            </a:extLst>
          </p:cNvPr>
          <p:cNvSpPr>
            <a:spLocks xmlns:a="http://schemas.openxmlformats.org/drawingml/2006/main" noGrp="1"/>
          </p:cNvSpPr>
          <p:nvPr/>
        </p:nvSpPr>
        <p:spPr>
          <a:xfrm xmlns:a="http://schemas.openxmlformats.org/drawingml/2006/main">
            <a:off x="1428750" y="27051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How are print() and return different?</a:t>
            </a:r>
          </a:p>
        </p:txBody>
      </p:sp>
      <p:sp>
        <p:nvSpPr>
          <p:cNvPr id="8" name="">
            <a:extLst xmlns:a="http://schemas.openxmlformats.org/drawingml/2006/main">
              <a:ext uri="{FF2B5EF4-FFF2-40B4-BE49-F238E27FC236}">
                <a16:creationId xmlns:a16="http://schemas.microsoft.com/office/drawing/2014/main" id="{3463E3BF-A148-4576-8C5A-926147CF86C7}"/>
              </a:ext>
            </a:extLst>
          </p:cNvPr>
          <p:cNvSpPr>
            <a:spLocks xmlns:a="http://schemas.openxmlformats.org/drawingml/2006/main" noGrp="1"/>
          </p:cNvSpPr>
          <p:nvPr/>
        </p:nvSpPr>
        <p:spPr>
          <a:xfrm xmlns:a="http://schemas.openxmlformats.org/drawingml/2006/main">
            <a:off x="904875" y="34385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2A5A0"/>
                </a:solidFill>
              </a:defRPr>
            </a:defPPr>
            <a:lvl1pPr>
              <a:defRPr sz="1500" b="1">
                <a:solidFill>
                  <a:srgbClr val="F2A5A0"/>
                </a:solidFill>
              </a:defRPr>
            </a:lvl1pPr>
            <a:lvl2pPr>
              <a:defRPr sz="1500" b="1">
                <a:solidFill>
                  <a:srgbClr val="F2A5A0"/>
                </a:solidFill>
              </a:defRPr>
            </a:lvl2pPr>
            <a:lvl3pPr>
              <a:defRPr sz="1500" b="1">
                <a:solidFill>
                  <a:srgbClr val="F2A5A0"/>
                </a:solidFill>
              </a:defRPr>
            </a:lvl3pPr>
            <a:lvl4pPr>
              <a:defRPr sz="1500" b="1">
                <a:solidFill>
                  <a:srgbClr val="F2A5A0"/>
                </a:solidFill>
              </a:defRPr>
            </a:lvl4pPr>
            <a:lvl5pPr>
              <a:defRPr sz="1500" b="1">
                <a:solidFill>
                  <a:srgbClr val="F2A5A0"/>
                </a:solidFill>
              </a:defRPr>
            </a:lvl5pPr>
            <a:lvl6pPr>
              <a:defRPr sz="1500" b="1">
                <a:solidFill>
                  <a:srgbClr val="F2A5A0"/>
                </a:solidFill>
              </a:defRPr>
            </a:lvl6pPr>
            <a:lvl7pPr>
              <a:defRPr sz="1500" b="1">
                <a:solidFill>
                  <a:srgbClr val="F2A5A0"/>
                </a:solidFill>
              </a:defRPr>
            </a:lvl7pPr>
            <a:lvl8pPr>
              <a:defRPr sz="1500" b="1">
                <a:solidFill>
                  <a:srgbClr val="F2A5A0"/>
                </a:solidFill>
              </a:defRPr>
            </a:lvl8pPr>
            <a:lvl9pPr>
              <a:defRPr sz="1500" b="1">
                <a:solidFill>
                  <a:srgbClr val="F2A5A0"/>
                </a:solidFill>
              </a:defRPr>
            </a:lvl9pPr>
          </a:lstStyle>
          <a:p xmlns:a="http://schemas.openxmlformats.org/drawingml/2006/main">
            <a:pPr>
              <a:defRPr sz="1500" b="1">
                <a:solidFill>
                  <a:srgbClr val="F2A5A0"/>
                </a:solidFill>
              </a:defRPr>
            </a:pPr>
            <a:r>
              <a:rPr sz="1500" b="1">
                <a:solidFill>
                  <a:srgbClr val="F2A5A0"/>
                </a:solidFill>
              </a:rPr>
              <a:t>4.</a:t>
            </a:r>
          </a:p>
        </p:txBody>
      </p:sp>
      <p:sp>
        <p:nvSpPr>
          <p:cNvPr id="9" name="">
            <a:extLst xmlns:a="http://schemas.openxmlformats.org/drawingml/2006/main">
              <a:ext uri="{FF2B5EF4-FFF2-40B4-BE49-F238E27FC236}">
                <a16:creationId xmlns:a16="http://schemas.microsoft.com/office/drawing/2014/main" id="{CDD2C8F1-4419-4689-8C3C-6A6D992E3D89}"/>
              </a:ext>
            </a:extLst>
          </p:cNvPr>
          <p:cNvSpPr>
            <a:spLocks xmlns:a="http://schemas.openxmlformats.org/drawingml/2006/main" noGrp="1"/>
          </p:cNvSpPr>
          <p:nvPr/>
        </p:nvSpPr>
        <p:spPr>
          <a:xfrm xmlns:a="http://schemas.openxmlformats.org/drawingml/2006/main">
            <a:off x="1428750" y="33909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Where did the notebook code run?</a:t>
            </a:r>
          </a:p>
        </p:txBody>
      </p:sp>
      <p:sp>
        <p:nvSpPr>
          <p:cNvPr id="10" name="">
            <a:extLst xmlns:a="http://schemas.openxmlformats.org/drawingml/2006/main">
              <a:ext uri="{FF2B5EF4-FFF2-40B4-BE49-F238E27FC236}">
                <a16:creationId xmlns:a16="http://schemas.microsoft.com/office/drawing/2014/main" id="{C3F71A3F-DD05-40FE-910B-44D3C2561DBE}"/>
              </a:ext>
            </a:extLst>
          </p:cNvPr>
          <p:cNvSpPr>
            <a:spLocks xmlns:a="http://schemas.openxmlformats.org/drawingml/2006/main" noGrp="1"/>
          </p:cNvSpPr>
          <p:nvPr/>
        </p:nvSpPr>
        <p:spPr>
          <a:xfrm xmlns:a="http://schemas.openxmlformats.org/drawingml/2006/main">
            <a:off x="904875" y="41243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6D698"/>
                </a:solidFill>
              </a:defRPr>
            </a:defPPr>
            <a:lvl1pPr>
              <a:defRPr sz="1500" b="1">
                <a:solidFill>
                  <a:srgbClr val="A6D698"/>
                </a:solidFill>
              </a:defRPr>
            </a:lvl1pPr>
            <a:lvl2pPr>
              <a:defRPr sz="1500" b="1">
                <a:solidFill>
                  <a:srgbClr val="A6D698"/>
                </a:solidFill>
              </a:defRPr>
            </a:lvl2pPr>
            <a:lvl3pPr>
              <a:defRPr sz="1500" b="1">
                <a:solidFill>
                  <a:srgbClr val="A6D698"/>
                </a:solidFill>
              </a:defRPr>
            </a:lvl3pPr>
            <a:lvl4pPr>
              <a:defRPr sz="1500" b="1">
                <a:solidFill>
                  <a:srgbClr val="A6D698"/>
                </a:solidFill>
              </a:defRPr>
            </a:lvl4pPr>
            <a:lvl5pPr>
              <a:defRPr sz="1500" b="1">
                <a:solidFill>
                  <a:srgbClr val="A6D698"/>
                </a:solidFill>
              </a:defRPr>
            </a:lvl5pPr>
            <a:lvl6pPr>
              <a:defRPr sz="1500" b="1">
                <a:solidFill>
                  <a:srgbClr val="A6D698"/>
                </a:solidFill>
              </a:defRPr>
            </a:lvl6pPr>
            <a:lvl7pPr>
              <a:defRPr sz="1500" b="1">
                <a:solidFill>
                  <a:srgbClr val="A6D698"/>
                </a:solidFill>
              </a:defRPr>
            </a:lvl7pPr>
            <a:lvl8pPr>
              <a:defRPr sz="1500" b="1">
                <a:solidFill>
                  <a:srgbClr val="A6D698"/>
                </a:solidFill>
              </a:defRPr>
            </a:lvl8pPr>
            <a:lvl9pPr>
              <a:defRPr sz="1500" b="1">
                <a:solidFill>
                  <a:srgbClr val="A6D698"/>
                </a:solidFill>
              </a:defRPr>
            </a:lvl9pPr>
          </a:lstStyle>
          <a:p xmlns:a="http://schemas.openxmlformats.org/drawingml/2006/main">
            <a:pPr>
              <a:defRPr sz="1500" b="1">
                <a:solidFill>
                  <a:srgbClr val="A6D698"/>
                </a:solidFill>
              </a:defRPr>
            </a:pPr>
            <a:r>
              <a:rPr sz="1500" b="1">
                <a:solidFill>
                  <a:srgbClr val="A6D698"/>
                </a:solidFill>
              </a:rPr>
              <a:t>5.</a:t>
            </a:r>
          </a:p>
        </p:txBody>
      </p:sp>
      <p:sp>
        <p:nvSpPr>
          <p:cNvPr id="11" name="">
            <a:extLst xmlns:a="http://schemas.openxmlformats.org/drawingml/2006/main">
              <a:ext uri="{FF2B5EF4-FFF2-40B4-BE49-F238E27FC236}">
                <a16:creationId xmlns:a16="http://schemas.microsoft.com/office/drawing/2014/main" id="{836288A3-984C-4C5B-87E1-BB8B7C54AA8B}"/>
              </a:ext>
            </a:extLst>
          </p:cNvPr>
          <p:cNvSpPr>
            <a:spLocks xmlns:a="http://schemas.openxmlformats.org/drawingml/2006/main" noGrp="1"/>
          </p:cNvSpPr>
          <p:nvPr/>
        </p:nvSpPr>
        <p:spPr>
          <a:xfrm xmlns:a="http://schemas.openxmlformats.org/drawingml/2006/main">
            <a:off x="1428750" y="40767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Which repair are you most confident about?</a:t>
            </a:r>
          </a:p>
        </p:txBody>
      </p:sp>
      <p:sp>
        <p:nvSpPr>
          <p:cNvPr id="12" name="">
            <a:extLst xmlns:a="http://schemas.openxmlformats.org/drawingml/2006/main">
              <a:ext uri="{FF2B5EF4-FFF2-40B4-BE49-F238E27FC236}">
                <a16:creationId xmlns:a16="http://schemas.microsoft.com/office/drawing/2014/main" id="{7E8C3FD7-E74B-4CCB-A30D-EB96B0DF75DF}"/>
              </a:ext>
            </a:extLst>
          </p:cNvPr>
          <p:cNvSpPr>
            <a:spLocks xmlns:a="http://schemas.openxmlformats.org/drawingml/2006/main" noGrp="1"/>
          </p:cNvSpPr>
          <p:nvPr/>
        </p:nvSpPr>
        <p:spPr>
          <a:xfrm xmlns:a="http://schemas.openxmlformats.org/drawingml/2006/main">
            <a:off x="904875" y="481012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9ED4D7"/>
                </a:solidFill>
              </a:defRPr>
            </a:defPPr>
            <a:lvl1pPr>
              <a:defRPr sz="1500" b="1">
                <a:solidFill>
                  <a:srgbClr val="9ED4D7"/>
                </a:solidFill>
              </a:defRPr>
            </a:lvl1pPr>
            <a:lvl2pPr>
              <a:defRPr sz="1500" b="1">
                <a:solidFill>
                  <a:srgbClr val="9ED4D7"/>
                </a:solidFill>
              </a:defRPr>
            </a:lvl2pPr>
            <a:lvl3pPr>
              <a:defRPr sz="1500" b="1">
                <a:solidFill>
                  <a:srgbClr val="9ED4D7"/>
                </a:solidFill>
              </a:defRPr>
            </a:lvl3pPr>
            <a:lvl4pPr>
              <a:defRPr sz="1500" b="1">
                <a:solidFill>
                  <a:srgbClr val="9ED4D7"/>
                </a:solidFill>
              </a:defRPr>
            </a:lvl4pPr>
            <a:lvl5pPr>
              <a:defRPr sz="1500" b="1">
                <a:solidFill>
                  <a:srgbClr val="9ED4D7"/>
                </a:solidFill>
              </a:defRPr>
            </a:lvl5pPr>
            <a:lvl6pPr>
              <a:defRPr sz="1500" b="1">
                <a:solidFill>
                  <a:srgbClr val="9ED4D7"/>
                </a:solidFill>
              </a:defRPr>
            </a:lvl6pPr>
            <a:lvl7pPr>
              <a:defRPr sz="1500" b="1">
                <a:solidFill>
                  <a:srgbClr val="9ED4D7"/>
                </a:solidFill>
              </a:defRPr>
            </a:lvl7pPr>
            <a:lvl8pPr>
              <a:defRPr sz="1500" b="1">
                <a:solidFill>
                  <a:srgbClr val="9ED4D7"/>
                </a:solidFill>
              </a:defRPr>
            </a:lvl8pPr>
            <a:lvl9pPr>
              <a:defRPr sz="1500" b="1">
                <a:solidFill>
                  <a:srgbClr val="9ED4D7"/>
                </a:solidFill>
              </a:defRPr>
            </a:lvl9pPr>
          </a:lstStyle>
          <a:p xmlns:a="http://schemas.openxmlformats.org/drawingml/2006/main">
            <a:pPr>
              <a:defRPr sz="1500" b="1">
                <a:solidFill>
                  <a:srgbClr val="9ED4D7"/>
                </a:solidFill>
              </a:defRPr>
            </a:pPr>
            <a:r>
              <a:rPr sz="1500" b="1">
                <a:solidFill>
                  <a:srgbClr val="9ED4D7"/>
                </a:solidFill>
              </a:rPr>
              <a:t>6.</a:t>
            </a:r>
          </a:p>
        </p:txBody>
      </p:sp>
      <p:sp>
        <p:nvSpPr>
          <p:cNvPr id="13" name="">
            <a:extLst xmlns:a="http://schemas.openxmlformats.org/drawingml/2006/main">
              <a:ext uri="{FF2B5EF4-FFF2-40B4-BE49-F238E27FC236}">
                <a16:creationId xmlns:a16="http://schemas.microsoft.com/office/drawing/2014/main" id="{4C1E599C-6149-460C-B941-B8B6EBD456D0}"/>
              </a:ext>
            </a:extLst>
          </p:cNvPr>
          <p:cNvSpPr>
            <a:spLocks xmlns:a="http://schemas.openxmlformats.org/drawingml/2006/main" noGrp="1"/>
          </p:cNvSpPr>
          <p:nvPr/>
        </p:nvSpPr>
        <p:spPr>
          <a:xfrm xmlns:a="http://schemas.openxmlformats.org/drawingml/2006/main">
            <a:off x="1428750" y="4762500"/>
            <a:ext cx="933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FFFFFF"/>
                </a:solidFill>
              </a:defRPr>
            </a:defPPr>
            <a:lvl1pPr>
              <a:defRPr sz="1725" b="0">
                <a:solidFill>
                  <a:srgbClr val="FFFFFF"/>
                </a:solidFill>
              </a:defRPr>
            </a:lvl1pPr>
            <a:lvl2pPr>
              <a:defRPr sz="1725" b="0">
                <a:solidFill>
                  <a:srgbClr val="FFFFFF"/>
                </a:solidFill>
              </a:defRPr>
            </a:lvl2pPr>
            <a:lvl3pPr>
              <a:defRPr sz="1725" b="0">
                <a:solidFill>
                  <a:srgbClr val="FFFFFF"/>
                </a:solidFill>
              </a:defRPr>
            </a:lvl3pPr>
            <a:lvl4pPr>
              <a:defRPr sz="1725" b="0">
                <a:solidFill>
                  <a:srgbClr val="FFFFFF"/>
                </a:solidFill>
              </a:defRPr>
            </a:lvl4pPr>
            <a:lvl5pPr>
              <a:defRPr sz="1725" b="0">
                <a:solidFill>
                  <a:srgbClr val="FFFFFF"/>
                </a:solidFill>
              </a:defRPr>
            </a:lvl5pPr>
            <a:lvl6pPr>
              <a:defRPr sz="1725" b="0">
                <a:solidFill>
                  <a:srgbClr val="FFFFFF"/>
                </a:solidFill>
              </a:defRPr>
            </a:lvl6pPr>
            <a:lvl7pPr>
              <a:defRPr sz="1725" b="0">
                <a:solidFill>
                  <a:srgbClr val="FFFFFF"/>
                </a:solidFill>
              </a:defRPr>
            </a:lvl7pPr>
            <a:lvl8pPr>
              <a:defRPr sz="1725" b="0">
                <a:solidFill>
                  <a:srgbClr val="FFFFFF"/>
                </a:solidFill>
              </a:defRPr>
            </a:lvl8pPr>
            <a:lvl9pPr>
              <a:defRPr sz="1725" b="0">
                <a:solidFill>
                  <a:srgbClr val="FFFFFF"/>
                </a:solidFill>
              </a:defRPr>
            </a:lvl9pPr>
          </a:lstStyle>
          <a:p xmlns:a="http://schemas.openxmlformats.org/drawingml/2006/main">
            <a:pPr>
              <a:defRPr sz="1725" b="0">
                <a:solidFill>
                  <a:srgbClr val="FFFFFF"/>
                </a:solidFill>
              </a:defRPr>
            </a:pPr>
            <a:r>
              <a:rPr sz="1725" b="0">
                <a:solidFill>
                  <a:srgbClr val="FFFFFF"/>
                </a:solidFill>
              </a:rPr>
              <a:t>Which concept needs another example?</a:t>
            </a:r>
          </a:p>
        </p:txBody>
      </p:sp>
      <p:sp>
        <p:nvSpPr>
          <p:cNvPr id="14" name="">
            <a:extLst xmlns:a="http://schemas.openxmlformats.org/drawingml/2006/main">
              <a:ext uri="{FF2B5EF4-FFF2-40B4-BE49-F238E27FC236}">
                <a16:creationId xmlns:a16="http://schemas.microsoft.com/office/drawing/2014/main" id="{41AD8D2C-6C8F-4323-86C2-CBF66FCF675E}"/>
              </a:ext>
            </a:extLst>
          </p:cNvPr>
          <p:cNvSpPr>
            <a:spLocks xmlns:a="http://schemas.openxmlformats.org/drawingml/2006/main" noGrp="1"/>
          </p:cNvSpPr>
          <p:nvPr/>
        </p:nvSpPr>
        <p:spPr>
          <a:xfrm xmlns:a="http://schemas.openxmlformats.org/drawingml/2006/main">
            <a:off x="7239000" y="60483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425" b="1">
                <a:solidFill>
                  <a:srgbClr val="F2A5A0"/>
                </a:solidFill>
              </a:defRPr>
            </a:defPPr>
            <a:lvl1pPr algn="r">
              <a:defRPr sz="1425" b="1">
                <a:solidFill>
                  <a:srgbClr val="F2A5A0"/>
                </a:solidFill>
              </a:defRPr>
            </a:lvl1pPr>
            <a:lvl2pPr algn="r">
              <a:defRPr sz="1425" b="1">
                <a:solidFill>
                  <a:srgbClr val="F2A5A0"/>
                </a:solidFill>
              </a:defRPr>
            </a:lvl2pPr>
            <a:lvl3pPr algn="r">
              <a:defRPr sz="1425" b="1">
                <a:solidFill>
                  <a:srgbClr val="F2A5A0"/>
                </a:solidFill>
              </a:defRPr>
            </a:lvl3pPr>
            <a:lvl4pPr algn="r">
              <a:defRPr sz="1425" b="1">
                <a:solidFill>
                  <a:srgbClr val="F2A5A0"/>
                </a:solidFill>
              </a:defRPr>
            </a:lvl4pPr>
            <a:lvl5pPr algn="r">
              <a:defRPr sz="1425" b="1">
                <a:solidFill>
                  <a:srgbClr val="F2A5A0"/>
                </a:solidFill>
              </a:defRPr>
            </a:lvl5pPr>
            <a:lvl6pPr algn="r">
              <a:defRPr sz="1425" b="1">
                <a:solidFill>
                  <a:srgbClr val="F2A5A0"/>
                </a:solidFill>
              </a:defRPr>
            </a:lvl6pPr>
            <a:lvl7pPr algn="r">
              <a:defRPr sz="1425" b="1">
                <a:solidFill>
                  <a:srgbClr val="F2A5A0"/>
                </a:solidFill>
              </a:defRPr>
            </a:lvl7pPr>
            <a:lvl8pPr algn="r">
              <a:defRPr sz="1425" b="1">
                <a:solidFill>
                  <a:srgbClr val="F2A5A0"/>
                </a:solidFill>
              </a:defRPr>
            </a:lvl8pPr>
            <a:lvl9pPr algn="r">
              <a:defRPr sz="1425" b="1">
                <a:solidFill>
                  <a:srgbClr val="F2A5A0"/>
                </a:solidFill>
              </a:defRPr>
            </a:lvl9pPr>
          </a:lstStyle>
          <a:p xmlns:a="http://schemas.openxmlformats.org/drawingml/2006/main">
            <a:pPr algn="r">
              <a:defRPr sz="1425" b="1">
                <a:solidFill>
                  <a:srgbClr val="F2A5A0"/>
                </a:solidFill>
              </a:defRPr>
            </a:pPr>
            <a:r>
              <a:rPr sz="1425" b="1">
                <a:solidFill>
                  <a:srgbClr val="F2A5A0"/>
                </a:solidFill>
              </a:rPr>
              <a:t>Download the .ipynb before leaving</a:t>
            </a:r>
          </a:p>
        </p:txBody>
      </p:sp>
      <p:sp>
        <p:nvSpPr>
          <p:cNvPr id="15" name="">
            <a:extLst xmlns:a="http://schemas.openxmlformats.org/drawingml/2006/main">
              <a:ext uri="{FF2B5EF4-FFF2-40B4-BE49-F238E27FC236}">
                <a16:creationId xmlns:a16="http://schemas.microsoft.com/office/drawing/2014/main" id="{26D567A7-D204-4B56-9BCD-EE15271F8AA5}"/>
              </a:ext>
            </a:extLst>
          </p:cNvPr>
          <p:cNvSpPr>
            <a:spLocks xmlns:a="http://schemas.openxmlformats.org/drawingml/2006/main" noGrp="1"/>
          </p:cNvSpPr>
          <p:nvPr/>
        </p:nvSpPr>
        <p:spPr>
          <a:xfrm xmlns:a="http://schemas.openxmlformats.org/drawingml/2006/main">
            <a:off x="685800" y="65341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6E8495"/>
                </a:solidFill>
              </a:defRPr>
            </a:defPPr>
            <a:lvl1pPr>
              <a:defRPr sz="750" b="0">
                <a:solidFill>
                  <a:srgbClr val="6E8495"/>
                </a:solidFill>
              </a:defRPr>
            </a:lvl1pPr>
            <a:lvl2pPr>
              <a:defRPr sz="750" b="0">
                <a:solidFill>
                  <a:srgbClr val="6E8495"/>
                </a:solidFill>
              </a:defRPr>
            </a:lvl2pPr>
            <a:lvl3pPr>
              <a:defRPr sz="750" b="0">
                <a:solidFill>
                  <a:srgbClr val="6E8495"/>
                </a:solidFill>
              </a:defRPr>
            </a:lvl3pPr>
            <a:lvl4pPr>
              <a:defRPr sz="750" b="0">
                <a:solidFill>
                  <a:srgbClr val="6E8495"/>
                </a:solidFill>
              </a:defRPr>
            </a:lvl4pPr>
            <a:lvl5pPr>
              <a:defRPr sz="750" b="0">
                <a:solidFill>
                  <a:srgbClr val="6E8495"/>
                </a:solidFill>
              </a:defRPr>
            </a:lvl5pPr>
            <a:lvl6pPr>
              <a:defRPr sz="750" b="0">
                <a:solidFill>
                  <a:srgbClr val="6E8495"/>
                </a:solidFill>
              </a:defRPr>
            </a:lvl6pPr>
            <a:lvl7pPr>
              <a:defRPr sz="750" b="0">
                <a:solidFill>
                  <a:srgbClr val="6E8495"/>
                </a:solidFill>
              </a:defRPr>
            </a:lvl7pPr>
            <a:lvl8pPr>
              <a:defRPr sz="750" b="0">
                <a:solidFill>
                  <a:srgbClr val="6E8495"/>
                </a:solidFill>
              </a:defRPr>
            </a:lvl8pPr>
            <a:lvl9pPr>
              <a:defRPr sz="750" b="0">
                <a:solidFill>
                  <a:srgbClr val="6E8495"/>
                </a:solidFill>
              </a:defRPr>
            </a:lvl9pPr>
          </a:lstStyle>
          <a:p xmlns:a="http://schemas.openxmlformats.org/drawingml/2006/main">
            <a:pPr>
              <a:defRPr sz="750" b="0">
                <a:solidFill>
                  <a:srgbClr val="6E8495"/>
                </a:solidFill>
              </a:defRPr>
            </a:pPr>
            <a:r>
              <a:rPr sz="750" b="0">
                <a:solidFill>
                  <a:srgbClr val="6E8495"/>
                </a:solidFill>
              </a:rPr>
              <a:t>12:45–1:00 | Exit ticket and download</a:t>
            </a:r>
          </a:p>
        </p:txBody>
      </p:sp>
    </p:spTree>
    <p:extLst>
      <p:ext uri="{BB962C8B-B14F-4D97-AF65-F5344CB8AC3E}">
        <p14:creationId xmlns:p14="http://schemas.microsoft.com/office/powerpoint/2010/main" val="1288875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2026-10-24T03:13:11.1750000Z</dcterms:created>
  <dcterms:modified xsi:type="dcterms:W3CDTF">2026-10-24T03:13:11.1750000Z</dcterms:modified>
</coreProperties>
</file>